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312" y="1229767"/>
            <a:ext cx="186537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GMED-X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930747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Graph-Guided Multi-Modal Encoding for Disease Classification in Chest Imaging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06090" y="3256508"/>
            <a:ext cx="4131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Deep Learning for Lung Disease Detection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506090" y="3761333"/>
            <a:ext cx="4131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Fusion • Graph Neural Networks • Focal Loss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1505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8751"/>
            <a:ext cx="7924800" cy="11505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31741"/>
            <a:ext cx="7924800" cy="9791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Independent Modality Processing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04851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models treat X-ray and CT independently, missing critical complementary information and disease relationships.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85735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Severe Class Imbalance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207841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Diseases like cancer are rare (&lt;1% in CheXpert), causing models to overfit to common diseases and underperform on rare cases.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416034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Overconfident Predictions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510832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output extreme probabilities (0.0 or 1.0), reducing trust for clinical decision support.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1772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55391"/>
            <a:ext cx="7924800" cy="11772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61222"/>
            <a:ext cx="7924800" cy="13486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GMED-X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54361"/>
            <a:ext cx="74226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Multi-Modal Intelligent Fusion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1950541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SE-Attention block dynamically recalibrates X-ray and CT feature importance per patient.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960191"/>
            <a:ext cx="74226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Disease-Aware Graph Reasoning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3356372"/>
            <a:ext cx="7422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Single-layer GAT leverages disease co-occurrence patterns (e.g., cancer ↔ effusion) to refine predictions.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4366022"/>
            <a:ext cx="74226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Robust Imbalance Handling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4762202"/>
            <a:ext cx="7277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Focal Loss (γ=2.0) + Label Smoothing ensures learning on rare diseases without overconfidence.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GMED-X Architecture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8000"/>
            <a:ext cx="3810000" cy="181808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378000"/>
            <a:ext cx="3810000" cy="181808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05361"/>
            <a:ext cx="7924800" cy="80010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Dual 2D Encoders (Lightweight)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06600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 Encoder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1957090"/>
            <a:ext cx="31242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224×224×3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1280D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953000" y="1606600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Encoder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81600" y="1957090"/>
            <a:ext cx="31242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 (Shared)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224×224×3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1280D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3833961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EfficientNetB0?</a:t>
            </a:r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10× fewer parameters than ResNet-50 with same accuracy. Deployable on edge devices. Pre-trained on ImageNet.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38474"/>
            <a:ext cx="7924800" cy="171524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838724"/>
            <a:ext cx="7924800" cy="62865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Squeeze-and-Excitation (SE) Fusion Block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315789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Recalibrate Modality Importance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838200" y="2067074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314724"/>
            <a:ext cx="71628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X-ray (1280D) + CT (1280D) → 2560D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Block: Learn modality-wise importance weights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Element-wise scaling: 2560D × SE_weights → 2560D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4067324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"This patient's X-ray is clear but CT shows a nodule → upweight CT, downweight X-ray"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8269"/>
            <a:ext cx="3810000" cy="17770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388269"/>
            <a:ext cx="3810000" cy="17770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5092"/>
            <a:ext cx="7924800" cy="80010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Graph Attention Network (GAT)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16869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1967359"/>
            <a:ext cx="3124200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Nodes:</a:t>
            </a:r>
            <a:pPr indent="0" marL="0">
              <a:lnSpc>
                <a:spcPts val="194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(512D) + 17 disease nodes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Edges:</a:t>
            </a:r>
            <a:pPr indent="0" marL="0">
              <a:lnSpc>
                <a:spcPts val="194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↔ Disease + Disease ↔ Disease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Weights:</a:t>
            </a:r>
            <a:pPr indent="0" marL="0">
              <a:lnSpc>
                <a:spcPts val="194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Co-occurrence frequency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953000" y="1616869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Passing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81600" y="1967359"/>
            <a:ext cx="3124200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attention: patient ↔ each disease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disease info using weights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512D optimized embedding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823692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"If patient shows cancer + effusion signals (highly co-occurring), graph reinforces both. Single signal → suppresses false positives."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8218"/>
            <a:ext cx="7924800" cy="11846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12604"/>
            <a:ext cx="3810000" cy="11124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3212604"/>
            <a:ext cx="3810000" cy="11124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Categorical Focal Loss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86818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1934468"/>
            <a:ext cx="746760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α · (1 - p</a:t>
            </a:r>
            <a:pPr algn="ctr" indent="0" marL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CrossEntropy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38200" y="2271415"/>
            <a:ext cx="76169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γ=2.0 (modulation), α = class weights (rare disease emphasis)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4672" y="3441204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Loss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791694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all classes equally. Normal: 99%, Cancer: 1% → underlearns cancer.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919472" y="3441204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53000" y="3791694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Down-weights easy cases, emphasizes hard rare cases. Cancer errors are 10-100× more costly.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58218"/>
          <a:ext cx="7924800" cy="2790825"/>
        </p:xfrm>
        <a:graphic>
          <a:graphicData uri="http://schemas.openxmlformats.org/drawingml/2006/table">
            <a:tbl>
              <a:tblPr/>
              <a:tblGrid>
                <a:gridCol w="3962400"/>
                <a:gridCol w="3962400"/>
              </a:tblGrid>
              <a:tr h="3986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X-ray: 224×224×3 | CT: 224×224×3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EfficientNetB0 × 2 (pre-trained ImageNet)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Dims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1280D → Concat: 2560D → Projected: 512D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Classifiers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Disease: 14-class | Cancer: 3-class (softmax)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~13M (EfficientNetB0 × 2 + SE + GAT + heads)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&lt;100ms per sample (CPU deployable)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Specifications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1743"/>
            <a:ext cx="3810000" cy="221441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321743"/>
            <a:ext cx="3810000" cy="221441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32920"/>
            <a:ext cx="7924800" cy="62865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0343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&amp; Loss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1977033"/>
            <a:ext cx="31242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Adam: lr=1e-4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Focal Loss (γ=2.0)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Regularization: L2 (1e-3)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0.3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953000" y="1550343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Callbacks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81600" y="1977033"/>
            <a:ext cx="31242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16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20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Stop: patience=5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LR: factor=0.5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4061520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(500), Val (150) | X-ray classes (14), Cancer classes (3)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85305"/>
            <a:ext cx="3810000" cy="15601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485305"/>
            <a:ext cx="3810000" cy="15601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69357"/>
            <a:ext cx="7924800" cy="62865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4672" y="1713905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 Classification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140595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CheXpert diseases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04672" y="2445395"/>
            <a:ext cx="3419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Pneumonia, Effusion, Edema, Opacity, etc.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04672" y="2673995"/>
            <a:ext cx="3419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precision-recall analysis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919472" y="1713905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Detection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2140595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classification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919472" y="2445395"/>
            <a:ext cx="3419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High-recall on rare cases via focal loss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19472" y="2673995"/>
            <a:ext cx="3419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probabilities for clinical trust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897957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Confusion matrices, precision-recall curves, classification reports on validation set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2011561"/>
            <a:ext cx="7620000" cy="176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Multi-Modal Fusion: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SE-Attention learns dynamic feature weighting instead of naive concatenation.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Disease-Aware Reasoning: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Single-layer GAT encodes co-occurrence patterns without transformer overhead.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Imbalance Handling: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(γ=2.0) + balanced class weights ensure rare disease learning.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Deployment: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~13M parameters, &lt;100ms inference; edge-deployable on medical devices.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Predictions: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+ label smoothing reduce overconfidence for trustworthy probabilities.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15380"/>
          <a:ext cx="7924800" cy="247650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Single-Modal CNN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Fusion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GMED-X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Multi-Modal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Single modality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Concat only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SE-Attention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Relations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Graph-based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Imbalance Handling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Standard CCE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Standard CCE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Focal Loss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~5.3M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~10.6M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Interpretability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Grad-CAM only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Grad-CAM only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+ Graph + NLP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GMED-X vs. Baselines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66081"/>
            <a:ext cx="7924800" cy="9600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11611"/>
            <a:ext cx="7924800" cy="9600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57141"/>
            <a:ext cx="7924800" cy="9600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Impact &amp; Deployment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9468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Clinical Decision Support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45171"/>
            <a:ext cx="7616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probabilities + multi-modal reasoning improve diagnostic confidence and reduce false alarms.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64021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Edge Deployment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90701"/>
            <a:ext cx="7616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model (&lt;50MB) deployable on mobile/edge devices; ~100ms inference without GPU.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78574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Real-World Robustness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136231"/>
            <a:ext cx="7616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missing modalities (via knowledge distillation), rare diseases (focal loss), and label noise.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2011561"/>
            <a:ext cx="7620000" cy="176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Explainability: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 GradCAM + graph-level + LLM (BioGPT/MedAlpaca) explanations.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Distillation: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single-modality student models to handle missing X-ray or CT at inference.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Bank for Rare Cases: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 rare-disease embeddings for retrieval-augmented predictions.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CT Integration: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 to volumetric CT scans (not just 2D slices) for richer spatial context.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Evaluate on independent datasets (e.g., MICCAI, medical imaging benchmarks).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33" y="1432620"/>
            <a:ext cx="256018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441252" y="2148780"/>
            <a:ext cx="6261497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Intelligence: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SE-Attention dynamically weights modalities for each patient.</a:t>
            </a:r>
            <a:endParaRPr lang="en-US" sz="12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Reasoning: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GAT encodes disease relationships for holistic predictions.</a:t>
            </a:r>
            <a:endParaRPr lang="en-US" sz="12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Imbalance: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+ label smoothing ensure learning on rare, hard cases.</a:t>
            </a:r>
            <a:endParaRPr lang="en-US" sz="12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Ready: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Lightweight, deployable, calibrated, and interpretable.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299270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23756" y="2152650"/>
            <a:ext cx="14963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022074" y="3234630"/>
            <a:ext cx="30998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GMED-X:</a:t>
            </a:r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Graph-Guided Multi-Modal Encoding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022074" y="3463230"/>
            <a:ext cx="30998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Chest Disease Classification in Radiology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022074" y="3691830"/>
            <a:ext cx="30998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Research-Ready | Deployment-Optimized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2026-01-06T06:17:24Z</dcterms:created>
  <dcterms:modified xsi:type="dcterms:W3CDTF">2026-01-06T06:17:24Z</dcterms:modified>
</cp:coreProperties>
</file>
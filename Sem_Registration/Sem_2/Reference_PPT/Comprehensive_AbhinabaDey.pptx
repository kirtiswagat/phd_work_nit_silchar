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ink/ink58.xml" ContentType="application/inkml+xml"/>
  <Override PartName="/ppt/ink/ink106.xml" ContentType="application/inkml+xml"/>
  <Override PartName="/ppt/ink/ink153.xml" ContentType="application/inkml+xml"/>
  <Override PartName="/ppt/slides/slide36.xml" ContentType="application/vnd.openxmlformats-officedocument.presentationml.slide+xml"/>
  <Override PartName="/ppt/slides/slide83.xml" ContentType="application/vnd.openxmlformats-officedocument.presentationml.slide+xml"/>
  <Override PartName="/ppt/ink/ink47.xml" ContentType="application/inkml+xml"/>
  <Override PartName="/ppt/ink/ink94.xml" ContentType="application/inkml+xml"/>
  <Override PartName="/ppt/ink/ink142.xml" ContentType="application/inkml+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ink/ink25.xml" ContentType="application/inkml+xml"/>
  <Override PartName="/ppt/ink/ink36.xml" ContentType="application/inkml+xml"/>
  <Override PartName="/ppt/ink/ink72.xml" ContentType="application/inkml+xml"/>
  <Override PartName="/ppt/ink/ink83.xml" ContentType="application/inkml+xml"/>
  <Override PartName="/ppt/ink/ink120.xml" ContentType="application/inkml+xml"/>
  <Override PartName="/ppt/ink/ink131.xml" ContentType="application/inkml+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ink/ink14.xml" ContentType="application/inkml+xml"/>
  <Override PartName="/ppt/ink/ink61.xml" ContentType="application/inkml+xml"/>
  <Override PartName="/ppt/tableStyles.xml" ContentType="application/vnd.openxmlformats-officedocument.presentationml.tableStyles+xml"/>
  <Override PartName="/ppt/ink/ink2.xml" ContentType="application/inkml+xml"/>
  <Override PartName="/ppt/ink/ink50.xml" ContentType="application/inkml+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ink/ink147.xml" ContentType="application/inkml+xml"/>
  <Override PartName="/ppt/ink/ink158.xml" ContentType="application/inkml+xml"/>
  <Override PartName="/ppt/slides/slide77.xml" ContentType="application/vnd.openxmlformats-officedocument.presentationml.slide+xml"/>
  <Override PartName="/ppt/slides/slide88.xml" ContentType="application/vnd.openxmlformats-officedocument.presentationml.slide+xml"/>
  <Override PartName="/ppt/ink/ink88.xml" ContentType="application/inkml+xml"/>
  <Override PartName="/ppt/ink/ink99.xml" ContentType="application/inkml+xml"/>
  <Override PartName="/ppt/ink/ink136.xml" ContentType="application/inkml+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ink/ink77.xml" ContentType="application/inkml+xml"/>
  <Override PartName="/ppt/ink/ink125.xml" ContentType="application/inkml+xml"/>
  <Override PartName="/ppt/slides/slide55.xml" ContentType="application/vnd.openxmlformats-officedocument.presentationml.slide+xml"/>
  <Override PartName="/ppt/theme/theme2.xml" ContentType="application/vnd.openxmlformats-officedocument.theme+xml"/>
  <Override PartName="/ppt/ink/ink19.xml" ContentType="application/inkml+xml"/>
  <Override PartName="/ppt/ink/ink66.xml" ContentType="application/inkml+xml"/>
  <Override PartName="/ppt/ink/ink114.xml" ContentType="application/inkml+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Default Extension="emf" ContentType="image/x-emf"/>
  <Override PartName="/ppt/ink/ink7.xml" ContentType="application/inkml+xml"/>
  <Override PartName="/ppt/ink/ink44.xml" ContentType="application/inkml+xml"/>
  <Override PartName="/ppt/ink/ink55.xml" ContentType="application/inkml+xml"/>
  <Override PartName="/ppt/ink/ink91.xml" ContentType="application/inkml+xml"/>
  <Override PartName="/ppt/ink/ink103.xml" ContentType="application/inkml+xml"/>
  <Override PartName="/ppt/ink/ink150.xml" ContentType="application/inkml+xml"/>
  <Override PartName="/ppt/presentation.xml" ContentType="application/vnd.openxmlformats-officedocument.presentationml.presentation.main+xml"/>
  <Override PartName="/ppt/slides/slide22.xml" ContentType="application/vnd.openxmlformats-officedocument.presentationml.slide+xml"/>
  <Override PartName="/docProps/app.xml" ContentType="application/vnd.openxmlformats-officedocument.extended-properties+xml"/>
  <Override PartName="/ppt/ink/ink33.xml" ContentType="application/inkml+xml"/>
  <Override PartName="/ppt/ink/ink80.xml" ContentType="application/inkml+xml"/>
  <Override PartName="/ppt/slides/slide11.xml" ContentType="application/vnd.openxmlformats-officedocument.presentationml.slide+xml"/>
  <Override PartName="/ppt/notesSlides/notesSlide13.xml" ContentType="application/vnd.openxmlformats-officedocument.presentationml.notesSlide+xml"/>
  <Override PartName="/ppt/ink/ink22.xml" ContentType="application/inkml+xml"/>
  <Override PartName="/ppt/slideLayouts/slideLayout10.xml" ContentType="application/vnd.openxmlformats-officedocument.presentationml.slideLayout+xml"/>
  <Override PartName="/ppt/ink/ink11.xml" ContentType="application/inkml+xml"/>
  <Override PartName="/ppt/ink/ink119.xml" ContentType="application/inkml+xml"/>
  <Override PartName="/ppt/slides/slide49.xml" ContentType="application/vnd.openxmlformats-officedocument.presentationml.slide+xml"/>
  <Override PartName="/ppt/notesSlides/notesSlide4.xml" ContentType="application/vnd.openxmlformats-officedocument.presentationml.notesSlide+xml"/>
  <Override PartName="/ppt/ink/ink108.xml" ContentType="application/inkml+xml"/>
  <Override PartName="/ppt/ink/ink155.xml" ContentType="application/inkml+xml"/>
  <Override PartName="/ppt/slides/slide38.xml" ContentType="application/vnd.openxmlformats-officedocument.presentationml.slide+xml"/>
  <Override PartName="/ppt/slides/slide85.xml" ContentType="application/vnd.openxmlformats-officedocument.presentationml.slide+xml"/>
  <Override PartName="/ppt/diagrams/colors1.xml" ContentType="application/vnd.openxmlformats-officedocument.drawingml.diagramColors+xml"/>
  <Override PartName="/ppt/ink/ink49.xml" ContentType="application/inkml+xml"/>
  <Override PartName="/ppt/ink/ink96.xml" ContentType="application/inkml+xml"/>
  <Override PartName="/ppt/ink/ink144.xml" ContentType="application/inkml+xml"/>
  <Override PartName="/ppt/slides/slide27.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ink/ink27.xml" ContentType="application/inkml+xml"/>
  <Override PartName="/ppt/ink/ink38.xml" ContentType="application/inkml+xml"/>
  <Override PartName="/ppt/ink/ink74.xml" ContentType="application/inkml+xml"/>
  <Override PartName="/ppt/ink/ink85.xml" ContentType="application/inkml+xml"/>
  <Override PartName="/ppt/ink/ink122.xml" ContentType="application/inkml+xml"/>
  <Override PartName="/ppt/ink/ink133.xml" ContentType="application/inkml+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wmf" ContentType="image/x-wmf"/>
  <Override PartName="/ppt/notesSlides/notesSlide18.xml" ContentType="application/vnd.openxmlformats-officedocument.presentationml.notesSlide+xml"/>
  <Override PartName="/ppt/ink/ink16.xml" ContentType="application/inkml+xml"/>
  <Override PartName="/ppt/ink/ink63.xml" ContentType="application/inkml+xml"/>
  <Override PartName="/ppt/ink/ink111.xml" ContentType="application/inkml+xml"/>
  <Override PartName="/ppt/slides/slide41.xml" ContentType="application/vnd.openxmlformats-officedocument.presentationml.slide+xml"/>
  <Override PartName="/ppt/ink/ink4.xml" ContentType="application/inkml+xml"/>
  <Override PartName="/ppt/ink/ink52.xml" ContentType="application/inkml+xml"/>
  <Override PartName="/ppt/ink/ink100.xml" ContentType="application/inkml+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ink/ink12.xml" ContentType="application/inkml+xml"/>
  <Override PartName="/ppt/ink/ink41.xml" ContentType="application/inkml+xml"/>
  <Override PartName="/ppt/notesSlides/notesSlide9.xml" ContentType="application/vnd.openxmlformats-officedocument.presentationml.notesSlide+xml"/>
  <Override PartName="/ppt/ink/ink30.xml" ContentType="application/inkml+xml"/>
  <Override PartName="/ppt/slides/slide79.xml" ContentType="application/vnd.openxmlformats-officedocument.presentationml.slide+xml"/>
  <Override PartName="/ppt/notesSlides/notesSlide10.xml" ContentType="application/vnd.openxmlformats-officedocument.presentationml.notesSlide+xml"/>
  <Override PartName="/ppt/ink/ink138.xml" ContentType="application/inkml+xml"/>
  <Override PartName="/ppt/ink/ink149.xml" ContentType="application/inkml+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ink/ink79.xml" ContentType="application/inkml+xml"/>
  <Override PartName="/ppt/ink/ink97.xml" ContentType="application/inkml+xml"/>
  <Override PartName="/ppt/ink/ink109.xml" ContentType="application/inkml+xml"/>
  <Override PartName="/ppt/ink/ink127.xml" ContentType="application/inkml+xml"/>
  <Override PartName="/ppt/ink/ink145.xml" ContentType="application/inkml+xml"/>
  <Override PartName="/ppt/ink/ink156.xml" ContentType="application/inkml+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ink/ink39.xml" ContentType="application/inkml+xml"/>
  <Override PartName="/ppt/ink/ink68.xml" ContentType="application/inkml+xml"/>
  <Override PartName="/ppt/ink/ink86.xml" ContentType="application/inkml+xml"/>
  <Override PartName="/ppt/ink/ink116.xml" ContentType="application/inkml+xml"/>
  <Override PartName="/ppt/ink/ink134.xml" ContentType="application/inkml+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diagrams/drawing1.xml" ContentType="application/vnd.ms-office.drawingml.diagramDrawing+xml"/>
  <Override PartName="/ppt/ink/ink9.xml" ContentType="application/inkml+xml"/>
  <Override PartName="/ppt/ink/ink28.xml" ContentType="application/inkml+xml"/>
  <Override PartName="/ppt/ink/ink46.xml" ContentType="application/inkml+xml"/>
  <Override PartName="/ppt/ink/ink57.xml" ContentType="application/inkml+xml"/>
  <Override PartName="/ppt/ink/ink75.xml" ContentType="application/inkml+xml"/>
  <Override PartName="/ppt/ink/ink93.xml" ContentType="application/inkml+xml"/>
  <Override PartName="/ppt/ink/ink105.xml" ContentType="application/inkml+xml"/>
  <Override PartName="/ppt/ink/ink123.xml" ContentType="application/inkml+xml"/>
  <Override PartName="/ppt/ink/ink141.xml" ContentType="application/inkml+xml"/>
  <Override PartName="/ppt/ink/ink152.xml" ContentType="application/inkml+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diagrams/quickStyle1.xml" ContentType="application/vnd.openxmlformats-officedocument.drawingml.diagramStyle+xml"/>
  <Override PartName="/ppt/ink/ink17.xml" ContentType="application/inkml+xml"/>
  <Override PartName="/ppt/ink/ink35.xml" ContentType="application/inkml+xml"/>
  <Override PartName="/ppt/ink/ink64.xml" ContentType="application/inkml+xml"/>
  <Override PartName="/ppt/ink/ink82.xml" ContentType="application/inkml+xml"/>
  <Override PartName="/ppt/ink/ink101.xml" ContentType="application/inkml+xml"/>
  <Override PartName="/ppt/ink/ink112.xml" ContentType="application/inkml+xml"/>
  <Override PartName="/ppt/ink/ink130.xml" ContentType="application/inkml+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ink/ink5.xml" ContentType="application/inkml+xml"/>
  <Override PartName="/ppt/ink/ink24.xml" ContentType="application/inkml+xml"/>
  <Override PartName="/ppt/ink/ink42.xml" ContentType="application/inkml+xml"/>
  <Override PartName="/ppt/ink/ink53.xml" ContentType="application/inkml+xml"/>
  <Override PartName="/ppt/ink/ink71.xml" ContentType="application/inkml+xml"/>
  <Override PartName="/ppt/slides/slide20.xml" ContentType="application/vnd.openxmlformats-officedocument.presentationml.slide+xml"/>
  <Override PartName="/ppt/ink/ink1.xml" ContentType="application/inkml+xml"/>
  <Override PartName="/ppt/ink/ink13.xml" ContentType="application/inkml+xml"/>
  <Override PartName="/ppt/ink/ink31.xml" ContentType="application/inkml+xml"/>
  <Override PartName="/ppt/ink/ink60.xml" ContentType="application/inkml+xml"/>
  <Override PartName="/ppt/notesSlides/notesSlide11.xml" ContentType="application/vnd.openxmlformats-officedocument.presentationml.notesSlide+xml"/>
  <Override PartName="/ppt/ink/ink20.xml" ContentType="application/inkml+xml"/>
  <Override PartName="/ppt/notesSlides/notesSlide6.xml" ContentType="application/vnd.openxmlformats-officedocument.presentationml.notesSlide+xml"/>
  <Override PartName="/ppt/ink/ink139.xml" ContentType="application/inkml+xml"/>
  <Override PartName="/ppt/ink/ink157.xml" ContentType="application/inkml+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diagrams/data1.xml" ContentType="application/vnd.openxmlformats-officedocument.drawingml.diagramData+xml"/>
  <Override PartName="/ppt/ink/ink69.xml" ContentType="application/inkml+xml"/>
  <Override PartName="/ppt/ink/ink98.xml" ContentType="application/inkml+xml"/>
  <Override PartName="/ppt/ink/ink117.xml" ContentType="application/inkml+xml"/>
  <Override PartName="/ppt/ink/ink128.xml" ContentType="application/inkml+xml"/>
  <Override PartName="/ppt/ink/ink146.xml" ContentType="application/inkml+xml"/>
  <Override PartName="/ppt/slides/slide29.xml" ContentType="application/vnd.openxmlformats-officedocument.presentationml.slide+xml"/>
  <Override PartName="/ppt/slides/slide76.xml" ContentType="application/vnd.openxmlformats-officedocument.presentationml.slide+xml"/>
  <Override PartName="/ppt/diagrams/drawing2.xml" ContentType="application/vnd.ms-office.drawingml.diagramDrawing+xml"/>
  <Override PartName="/ppt/ink/ink87.xml" ContentType="application/inkml+xml"/>
  <Override PartName="/ppt/ink/ink124.xml" ContentType="application/inkml+xml"/>
  <Override PartName="/ppt/ink/ink135.xml" ContentType="application/inkml+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ink/ink18.xml" ContentType="application/inkml+xml"/>
  <Override PartName="/ppt/ink/ink29.xml" ContentType="application/inkml+xml"/>
  <Override PartName="/ppt/ink/ink65.xml" ContentType="application/inkml+xml"/>
  <Override PartName="/ppt/ink/ink76.xml" ContentType="application/inkml+xml"/>
  <Override PartName="/ppt/ink/ink113.xml" ContentType="application/inkml+xml"/>
  <Override PartName="/ppt/ink/ink160.xml" ContentType="application/inkml+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ink/ink6.xml" ContentType="application/inkml+xml"/>
  <Override PartName="/ppt/ink/ink54.xml" ContentType="application/inkml+xml"/>
  <Override PartName="/ppt/ink/ink102.xml" ContentType="application/inkml+xml"/>
  <Override PartName="/ppt/slides/slide32.xml" ContentType="application/vnd.openxmlformats-officedocument.presentationml.slide+xml"/>
  <Override PartName="/ppt/ink/ink43.xml" ContentType="application/inkml+xml"/>
  <Override PartName="/ppt/ink/ink90.xml" ContentType="application/inkml+xml"/>
  <Override PartName="/ppt/slides/slide10.xml" ContentType="application/vnd.openxmlformats-officedocument.presentationml.slide+xml"/>
  <Override PartName="/ppt/slides/slide21.xml" ContentType="application/vnd.openxmlformats-officedocument.presentationml.slide+xml"/>
  <Override PartName="/ppt/ink/ink21.xml" ContentType="application/inkml+xml"/>
  <Override PartName="/ppt/ink/ink32.xml" ContentType="application/inkml+xml"/>
  <Override PartName="/ppt/notesSlides/notesSlide12.xml" ContentType="application/vnd.openxmlformats-officedocument.presentationml.notesSlide+xml"/>
  <Override PartName="/ppt/ink/ink10.xml" ContentType="application/inkml+xml"/>
  <Override PartName="/ppt/ink/ink129.xml" ContentType="application/inkml+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ink/ink118.xml" ContentType="application/inkml+xml"/>
  <Override PartName="/ppt/slides/slide48.xml" ContentType="application/vnd.openxmlformats-officedocument.presentationml.slide+xml"/>
  <Override PartName="/ppt/notesSlides/notesSlide3.xml" ContentType="application/vnd.openxmlformats-officedocument.presentationml.notesSlide+xml"/>
  <Default Extension="bin" ContentType="application/vnd.openxmlformats-officedocument.oleObject"/>
  <Override PartName="/ppt/ink/ink48.xml" ContentType="application/inkml+xml"/>
  <Override PartName="/ppt/ink/ink59.xml" ContentType="application/inkml+xml"/>
  <Override PartName="/ppt/ink/ink95.xml" ContentType="application/inkml+xml"/>
  <Override PartName="/ppt/ink/ink107.xml" ContentType="application/inkml+xml"/>
  <Override PartName="/ppt/ink/ink143.xml" ContentType="application/inkml+xml"/>
  <Override PartName="/ppt/ink/ink154.xml" ContentType="application/inkml+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ink/ink37.xml" ContentType="application/inkml+xml"/>
  <Override PartName="/ppt/ink/ink84.xml" ContentType="application/inkml+xml"/>
  <Override PartName="/ppt/ink/ink132.xml" ContentType="application/inkml+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ink/ink26.xml" ContentType="application/inkml+xml"/>
  <Override PartName="/ppt/ink/ink73.xml" ContentType="application/inkml+xml"/>
  <Override PartName="/ppt/ink/ink121.xml" ContentType="application/inkml+xml"/>
  <Override PartName="/ppt/slides/slide51.xml" ContentType="application/vnd.openxmlformats-officedocument.presentationml.slide+xml"/>
  <Override PartName="/ppt/ink/ink3.xml" ContentType="application/inkml+xml"/>
  <Override PartName="/ppt/ink/ink15.xml" ContentType="application/inkml+xml"/>
  <Override PartName="/ppt/ink/ink62.xml" ContentType="application/inkml+xml"/>
  <Override PartName="/ppt/ink/ink110.xml" ContentType="application/inkml+xml"/>
  <Override PartName="/ppt/slides/slide40.xml" ContentType="application/vnd.openxmlformats-officedocument.presentationml.slide+xml"/>
  <Override PartName="/ppt/ink/ink40.xml" ContentType="application/inkml+xml"/>
  <Override PartName="/ppt/ink/ink51.xml" ContentType="application/inkml+xml"/>
  <Override PartName="/ppt/notesSlides/notesSlide8.xml" ContentType="application/vnd.openxmlformats-officedocument.presentationml.notesSlide+xml"/>
  <Override PartName="/ppt/diagrams/layout2.xml" ContentType="application/vnd.openxmlformats-officedocument.drawingml.diagramLayout+xml"/>
  <Default Extension="vml" ContentType="application/vnd.openxmlformats-officedocument.vmlDrawing"/>
  <Override PartName="/ppt/ink/ink159.xml" ContentType="application/inkml+xml"/>
  <Override PartName="/ppt/slides/slide89.xml" ContentType="application/vnd.openxmlformats-officedocument.presentationml.slide+xml"/>
  <Override PartName="/ppt/ink/ink148.xml" ContentType="application/inkml+xml"/>
  <Override PartName="/ppt/slides/slide78.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ink/ink89.xml" ContentType="application/inkml+xml"/>
  <Override PartName="/ppt/ink/ink137.xml" ContentType="application/inkml+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ink/ink67.xml" ContentType="application/inkml+xml"/>
  <Override PartName="/ppt/ink/ink78.xml" ContentType="application/inkml+xml"/>
  <Override PartName="/ppt/ink/ink115.xml" ContentType="application/inkml+xml"/>
  <Override PartName="/ppt/ink/ink126.xml" ContentType="application/inkml+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theme/theme3.xml" ContentType="application/vnd.openxmlformats-officedocument.theme+xml"/>
  <Override PartName="/ppt/ink/ink8.xml" ContentType="application/inkml+xml"/>
  <Override PartName="/ppt/ink/ink56.xml" ContentType="application/inkml+xml"/>
  <Override PartName="/ppt/ink/ink104.xml" ContentType="application/inkml+xml"/>
  <Override PartName="/ppt/ink/ink151.xml" ContentType="application/inkml+xml"/>
  <Override PartName="/ppt/slides/slide34.xml" ContentType="application/vnd.openxmlformats-officedocument.presentationml.slide+xml"/>
  <Override PartName="/ppt/slides/slide81.xml" ContentType="application/vnd.openxmlformats-officedocument.presentationml.slide+xml"/>
  <Override PartName="/ppt/ink/ink45.xml" ContentType="application/inkml+xml"/>
  <Override PartName="/ppt/ink/ink92.xml" ContentType="application/inkml+xml"/>
  <Override PartName="/ppt/ink/ink140.xml" ContentType="application/inkml+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ink/ink23.xml" ContentType="application/inkml+xml"/>
  <Override PartName="/ppt/ink/ink34.xml" ContentType="application/inkml+xml"/>
  <Override PartName="/ppt/ink/ink70.xml" ContentType="application/inkml+xml"/>
  <Override PartName="/ppt/ink/ink81.xml" ContentType="application/inkml+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4068" r:id="rId1"/>
  </p:sldMasterIdLst>
  <p:notesMasterIdLst>
    <p:notesMasterId r:id="rId94"/>
  </p:notesMasterIdLst>
  <p:handoutMasterIdLst>
    <p:handoutMasterId r:id="rId95"/>
  </p:handoutMasterIdLst>
  <p:sldIdLst>
    <p:sldId id="269" r:id="rId2"/>
    <p:sldId id="586" r:id="rId3"/>
    <p:sldId id="299" r:id="rId4"/>
    <p:sldId id="521" r:id="rId5"/>
    <p:sldId id="567" r:id="rId6"/>
    <p:sldId id="304" r:id="rId7"/>
    <p:sldId id="401" r:id="rId8"/>
    <p:sldId id="402" r:id="rId9"/>
    <p:sldId id="403" r:id="rId10"/>
    <p:sldId id="406" r:id="rId11"/>
    <p:sldId id="483" r:id="rId12"/>
    <p:sldId id="485" r:id="rId13"/>
    <p:sldId id="587" r:id="rId14"/>
    <p:sldId id="480" r:id="rId15"/>
    <p:sldId id="588" r:id="rId16"/>
    <p:sldId id="560" r:id="rId17"/>
    <p:sldId id="555" r:id="rId18"/>
    <p:sldId id="533" r:id="rId19"/>
    <p:sldId id="534" r:id="rId20"/>
    <p:sldId id="535" r:id="rId21"/>
    <p:sldId id="536" r:id="rId22"/>
    <p:sldId id="538" r:id="rId23"/>
    <p:sldId id="539" r:id="rId24"/>
    <p:sldId id="540" r:id="rId25"/>
    <p:sldId id="541" r:id="rId26"/>
    <p:sldId id="589" r:id="rId27"/>
    <p:sldId id="562" r:id="rId28"/>
    <p:sldId id="568" r:id="rId29"/>
    <p:sldId id="569" r:id="rId30"/>
    <p:sldId id="570" r:id="rId31"/>
    <p:sldId id="582" r:id="rId32"/>
    <p:sldId id="571" r:id="rId33"/>
    <p:sldId id="583" r:id="rId34"/>
    <p:sldId id="584" r:id="rId35"/>
    <p:sldId id="585" r:id="rId36"/>
    <p:sldId id="577" r:id="rId37"/>
    <p:sldId id="578" r:id="rId38"/>
    <p:sldId id="580" r:id="rId39"/>
    <p:sldId id="590" r:id="rId40"/>
    <p:sldId id="591" r:id="rId41"/>
    <p:sldId id="592" r:id="rId42"/>
    <p:sldId id="593" r:id="rId43"/>
    <p:sldId id="595" r:id="rId44"/>
    <p:sldId id="594" r:id="rId45"/>
    <p:sldId id="596" r:id="rId46"/>
    <p:sldId id="597" r:id="rId47"/>
    <p:sldId id="598" r:id="rId48"/>
    <p:sldId id="599" r:id="rId49"/>
    <p:sldId id="600" r:id="rId50"/>
    <p:sldId id="601" r:id="rId51"/>
    <p:sldId id="602" r:id="rId52"/>
    <p:sldId id="603" r:id="rId53"/>
    <p:sldId id="604" r:id="rId54"/>
    <p:sldId id="616" r:id="rId55"/>
    <p:sldId id="617" r:id="rId56"/>
    <p:sldId id="618" r:id="rId57"/>
    <p:sldId id="619" r:id="rId58"/>
    <p:sldId id="620" r:id="rId59"/>
    <p:sldId id="621" r:id="rId60"/>
    <p:sldId id="622" r:id="rId61"/>
    <p:sldId id="623" r:id="rId62"/>
    <p:sldId id="625" r:id="rId63"/>
    <p:sldId id="626" r:id="rId64"/>
    <p:sldId id="627" r:id="rId65"/>
    <p:sldId id="628" r:id="rId66"/>
    <p:sldId id="629" r:id="rId67"/>
    <p:sldId id="630" r:id="rId68"/>
    <p:sldId id="605" r:id="rId69"/>
    <p:sldId id="606" r:id="rId70"/>
    <p:sldId id="607" r:id="rId71"/>
    <p:sldId id="608" r:id="rId72"/>
    <p:sldId id="609" r:id="rId73"/>
    <p:sldId id="610" r:id="rId74"/>
    <p:sldId id="611" r:id="rId75"/>
    <p:sldId id="612" r:id="rId76"/>
    <p:sldId id="613" r:id="rId77"/>
    <p:sldId id="614" r:id="rId78"/>
    <p:sldId id="615" r:id="rId79"/>
    <p:sldId id="556" r:id="rId80"/>
    <p:sldId id="527" r:id="rId81"/>
    <p:sldId id="529" r:id="rId82"/>
    <p:sldId id="528" r:id="rId83"/>
    <p:sldId id="547" r:id="rId84"/>
    <p:sldId id="548" r:id="rId85"/>
    <p:sldId id="550" r:id="rId86"/>
    <p:sldId id="551" r:id="rId87"/>
    <p:sldId id="552" r:id="rId88"/>
    <p:sldId id="553" r:id="rId89"/>
    <p:sldId id="544" r:id="rId90"/>
    <p:sldId id="559" r:id="rId91"/>
    <p:sldId id="554" r:id="rId92"/>
    <p:sldId id="440" r:id="rId93"/>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2706F0"/>
    <a:srgbClr val="32F105"/>
    <a:srgbClr val="E8AF0E"/>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8116" autoAdjust="0"/>
  </p:normalViewPr>
  <p:slideViewPr>
    <p:cSldViewPr>
      <p:cViewPr varScale="1">
        <p:scale>
          <a:sx n="90" d="100"/>
          <a:sy n="90" d="100"/>
        </p:scale>
        <p:origin x="-1584" y="-96"/>
      </p:cViewPr>
      <p:guideLst>
        <p:guide orient="horz" pos="2160"/>
        <p:guide pos="2880"/>
      </p:guideLst>
    </p:cSldViewPr>
  </p:slideViewPr>
  <p:outlineViewPr>
    <p:cViewPr>
      <p:scale>
        <a:sx n="33" d="100"/>
        <a:sy n="33" d="100"/>
      </p:scale>
      <p:origin x="0" y="-10080"/>
    </p:cViewPr>
  </p:outlineViewPr>
  <p:notesTextViewPr>
    <p:cViewPr>
      <p:scale>
        <a:sx n="100" d="100"/>
        <a:sy n="100" d="100"/>
      </p:scale>
      <p:origin x="0" y="0"/>
    </p:cViewPr>
  </p:notesTextViewPr>
  <p:sorterViewPr>
    <p:cViewPr>
      <p:scale>
        <a:sx n="100" d="100"/>
        <a:sy n="100" d="100"/>
      </p:scale>
      <p:origin x="0" y="-7458"/>
    </p:cViewPr>
  </p:sorterViewPr>
  <p:notesViewPr>
    <p:cSldViewPr>
      <p:cViewPr varScale="1">
        <p:scale>
          <a:sx n="66" d="100"/>
          <a:sy n="66" d="100"/>
        </p:scale>
        <p:origin x="-3252" y="-102"/>
      </p:cViewPr>
      <p:guideLst>
        <p:guide orient="horz" pos="3024"/>
        <p:guide pos="2304"/>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7A6F92-5161-4E02-B0A1-0D6BDE2E493C}" type="doc">
      <dgm:prSet loTypeId="urn:microsoft.com/office/officeart/2005/8/layout/vProcess5" loCatId="process" qsTypeId="urn:microsoft.com/office/officeart/2005/8/quickstyle/simple1" qsCatId="simple" csTypeId="urn:microsoft.com/office/officeart/2005/8/colors/accent1_1" csCatId="accent1" phldr="1"/>
      <dgm:spPr/>
      <dgm:t>
        <a:bodyPr/>
        <a:lstStyle/>
        <a:p>
          <a:endParaRPr lang="en-US"/>
        </a:p>
      </dgm:t>
    </dgm:pt>
    <dgm:pt modelId="{240EFD26-BF43-41AC-8F81-AC98C93F03CE}">
      <dgm:prSet phldrT="[Text]" custT="1"/>
      <dgm:spPr/>
      <dgm:t>
        <a:bodyPr/>
        <a:lstStyle/>
        <a:p>
          <a:r>
            <a:rPr lang="en-US" sz="1600" b="1" dirty="0">
              <a:latin typeface="Times New Roman" pitchFamily="18" charset="0"/>
              <a:cs typeface="Times New Roman" pitchFamily="18" charset="0"/>
            </a:rPr>
            <a:t>Selection of the research domain</a:t>
          </a:r>
        </a:p>
      </dgm:t>
    </dgm:pt>
    <dgm:pt modelId="{78F36542-9E12-4DC1-8245-97DBF2EF096D}" type="parTrans" cxnId="{F25DE90C-EA7D-4C7E-88CB-C4F2D91CECD9}">
      <dgm:prSet/>
      <dgm:spPr/>
      <dgm:t>
        <a:bodyPr/>
        <a:lstStyle/>
        <a:p>
          <a:endParaRPr lang="en-US"/>
        </a:p>
      </dgm:t>
    </dgm:pt>
    <dgm:pt modelId="{342F0B02-4650-40B1-89FA-E5118418A6BC}" type="sibTrans" cxnId="{F25DE90C-EA7D-4C7E-88CB-C4F2D91CECD9}">
      <dgm:prSet/>
      <dgm:spPr/>
      <dgm:t>
        <a:bodyPr/>
        <a:lstStyle/>
        <a:p>
          <a:endParaRPr lang="en-US" dirty="0"/>
        </a:p>
      </dgm:t>
    </dgm:pt>
    <dgm:pt modelId="{120D3B2B-F782-437C-B072-CE5D6FB7A7A0}">
      <dgm:prSet custT="1"/>
      <dgm:spPr/>
      <dgm:t>
        <a:bodyPr/>
        <a:lstStyle/>
        <a:p>
          <a:r>
            <a:rPr lang="en-US" sz="1600" b="1" dirty="0">
              <a:latin typeface="Times New Roman" pitchFamily="18" charset="0"/>
              <a:cs typeface="Times New Roman" pitchFamily="18" charset="0"/>
            </a:rPr>
            <a:t>Literature survey and reference collection</a:t>
          </a:r>
        </a:p>
      </dgm:t>
    </dgm:pt>
    <dgm:pt modelId="{D0166901-5C54-4D8D-8A4F-145A9451685D}" type="parTrans" cxnId="{2040A09A-FAED-41AD-A3CD-BEB4E47E6AE3}">
      <dgm:prSet/>
      <dgm:spPr/>
      <dgm:t>
        <a:bodyPr/>
        <a:lstStyle/>
        <a:p>
          <a:endParaRPr lang="en-US"/>
        </a:p>
      </dgm:t>
    </dgm:pt>
    <dgm:pt modelId="{90635713-9CF4-496E-A5E2-392C745131A9}" type="sibTrans" cxnId="{2040A09A-FAED-41AD-A3CD-BEB4E47E6AE3}">
      <dgm:prSet/>
      <dgm:spPr/>
      <dgm:t>
        <a:bodyPr/>
        <a:lstStyle/>
        <a:p>
          <a:endParaRPr lang="en-US" dirty="0"/>
        </a:p>
      </dgm:t>
    </dgm:pt>
    <dgm:pt modelId="{621269F9-4783-4AC4-BA85-14DFFBC65934}">
      <dgm:prSet phldrT="[Text]" custT="1"/>
      <dgm:spPr/>
      <dgm:t>
        <a:bodyPr/>
        <a:lstStyle/>
        <a:p>
          <a:r>
            <a:rPr lang="en-US" sz="1600" b="1" dirty="0">
              <a:latin typeface="Times New Roman" pitchFamily="18" charset="0"/>
              <a:cs typeface="Times New Roman" pitchFamily="18" charset="0"/>
            </a:rPr>
            <a:t>Assessment of current status of the topic chosen</a:t>
          </a:r>
        </a:p>
      </dgm:t>
    </dgm:pt>
    <dgm:pt modelId="{D76D4F09-052B-4722-B57C-6CCD3DCC6066}" type="sibTrans" cxnId="{1769AB33-148C-492D-8E47-5591C1134626}">
      <dgm:prSet/>
      <dgm:spPr/>
      <dgm:t>
        <a:bodyPr/>
        <a:lstStyle/>
        <a:p>
          <a:endParaRPr lang="en-US" dirty="0"/>
        </a:p>
      </dgm:t>
    </dgm:pt>
    <dgm:pt modelId="{1AEB7BD7-9F32-4725-9C7C-1DD8D5B0D12E}" type="parTrans" cxnId="{1769AB33-148C-492D-8E47-5591C1134626}">
      <dgm:prSet/>
      <dgm:spPr/>
      <dgm:t>
        <a:bodyPr/>
        <a:lstStyle/>
        <a:p>
          <a:endParaRPr lang="en-US"/>
        </a:p>
      </dgm:t>
    </dgm:pt>
    <dgm:pt modelId="{8B56E72B-BEAC-467B-A2BB-57F8478A8F5A}">
      <dgm:prSet phldrT="[Text]" custT="1"/>
      <dgm:spPr/>
      <dgm:t>
        <a:bodyPr/>
        <a:lstStyle/>
        <a:p>
          <a:r>
            <a:rPr lang="en-US" sz="1600" b="1" dirty="0">
              <a:latin typeface="Times New Roman" pitchFamily="18" charset="0"/>
              <a:cs typeface="Times New Roman" pitchFamily="18" charset="0"/>
            </a:rPr>
            <a:t>Formulation of hypothesis</a:t>
          </a:r>
        </a:p>
      </dgm:t>
    </dgm:pt>
    <dgm:pt modelId="{8A5F8D9D-9B8A-4A05-BEAF-CF82759ECE94}" type="sibTrans" cxnId="{58C98ADD-F9E8-495D-A91F-96411342D048}">
      <dgm:prSet/>
      <dgm:spPr/>
      <dgm:t>
        <a:bodyPr/>
        <a:lstStyle/>
        <a:p>
          <a:endParaRPr lang="en-US"/>
        </a:p>
      </dgm:t>
    </dgm:pt>
    <dgm:pt modelId="{681CA410-7409-4B93-A228-B927F15273AA}" type="parTrans" cxnId="{58C98ADD-F9E8-495D-A91F-96411342D048}">
      <dgm:prSet/>
      <dgm:spPr/>
      <dgm:t>
        <a:bodyPr/>
        <a:lstStyle/>
        <a:p>
          <a:endParaRPr lang="en-US"/>
        </a:p>
      </dgm:t>
    </dgm:pt>
    <dgm:pt modelId="{93404077-875A-4EC2-9832-3FE0B3323F63}" type="pres">
      <dgm:prSet presAssocID="{EC7A6F92-5161-4E02-B0A1-0D6BDE2E493C}" presName="outerComposite" presStyleCnt="0">
        <dgm:presLayoutVars>
          <dgm:chMax val="5"/>
          <dgm:dir/>
          <dgm:resizeHandles val="exact"/>
        </dgm:presLayoutVars>
      </dgm:prSet>
      <dgm:spPr/>
      <dgm:t>
        <a:bodyPr/>
        <a:lstStyle/>
        <a:p>
          <a:endParaRPr lang="en-US"/>
        </a:p>
      </dgm:t>
    </dgm:pt>
    <dgm:pt modelId="{4B96D0A1-FB2B-47E6-B823-A69822B97243}" type="pres">
      <dgm:prSet presAssocID="{EC7A6F92-5161-4E02-B0A1-0D6BDE2E493C}" presName="dummyMaxCanvas" presStyleCnt="0">
        <dgm:presLayoutVars/>
      </dgm:prSet>
      <dgm:spPr/>
    </dgm:pt>
    <dgm:pt modelId="{83CF27B0-3409-48EB-AFD6-512DB594A589}" type="pres">
      <dgm:prSet presAssocID="{EC7A6F92-5161-4E02-B0A1-0D6BDE2E493C}" presName="FourNodes_1" presStyleLbl="node1" presStyleIdx="0" presStyleCnt="4" custScaleY="76901" custLinFactNeighborX="803" custLinFactNeighborY="37701">
        <dgm:presLayoutVars>
          <dgm:bulletEnabled val="1"/>
        </dgm:presLayoutVars>
      </dgm:prSet>
      <dgm:spPr/>
      <dgm:t>
        <a:bodyPr/>
        <a:lstStyle/>
        <a:p>
          <a:endParaRPr lang="en-US"/>
        </a:p>
      </dgm:t>
    </dgm:pt>
    <dgm:pt modelId="{ABEC79B1-DFA4-4365-A602-C95925A70216}" type="pres">
      <dgm:prSet presAssocID="{EC7A6F92-5161-4E02-B0A1-0D6BDE2E493C}" presName="FourNodes_2" presStyleLbl="node1" presStyleIdx="1" presStyleCnt="4" custScaleY="84060" custLinFactNeighborY="19132">
        <dgm:presLayoutVars>
          <dgm:bulletEnabled val="1"/>
        </dgm:presLayoutVars>
      </dgm:prSet>
      <dgm:spPr/>
      <dgm:t>
        <a:bodyPr/>
        <a:lstStyle/>
        <a:p>
          <a:endParaRPr lang="en-US"/>
        </a:p>
      </dgm:t>
    </dgm:pt>
    <dgm:pt modelId="{865E0F50-3B4F-43FC-BBBB-2D61E936F95D}" type="pres">
      <dgm:prSet presAssocID="{EC7A6F92-5161-4E02-B0A1-0D6BDE2E493C}" presName="FourNodes_3" presStyleLbl="node1" presStyleIdx="2" presStyleCnt="4" custScaleY="84556">
        <dgm:presLayoutVars>
          <dgm:bulletEnabled val="1"/>
        </dgm:presLayoutVars>
      </dgm:prSet>
      <dgm:spPr/>
      <dgm:t>
        <a:bodyPr/>
        <a:lstStyle/>
        <a:p>
          <a:endParaRPr lang="en-US"/>
        </a:p>
      </dgm:t>
    </dgm:pt>
    <dgm:pt modelId="{5DA08515-F200-4D56-BA92-F62B9A3EE95D}" type="pres">
      <dgm:prSet presAssocID="{EC7A6F92-5161-4E02-B0A1-0D6BDE2E493C}" presName="FourNodes_4" presStyleLbl="node1" presStyleIdx="3" presStyleCnt="4">
        <dgm:presLayoutVars>
          <dgm:bulletEnabled val="1"/>
        </dgm:presLayoutVars>
      </dgm:prSet>
      <dgm:spPr/>
      <dgm:t>
        <a:bodyPr/>
        <a:lstStyle/>
        <a:p>
          <a:endParaRPr lang="en-US"/>
        </a:p>
      </dgm:t>
    </dgm:pt>
    <dgm:pt modelId="{3235A334-F6F5-49E5-868C-1F2E72D91583}" type="pres">
      <dgm:prSet presAssocID="{EC7A6F92-5161-4E02-B0A1-0D6BDE2E493C}" presName="FourConn_1-2" presStyleLbl="fgAccFollowNode1" presStyleIdx="0" presStyleCnt="3" custLinFactNeighborY="66966">
        <dgm:presLayoutVars>
          <dgm:bulletEnabled val="1"/>
        </dgm:presLayoutVars>
      </dgm:prSet>
      <dgm:spPr/>
      <dgm:t>
        <a:bodyPr/>
        <a:lstStyle/>
        <a:p>
          <a:endParaRPr lang="en-US"/>
        </a:p>
      </dgm:t>
    </dgm:pt>
    <dgm:pt modelId="{16E72248-AF46-45E8-A081-E04D64E202CA}" type="pres">
      <dgm:prSet presAssocID="{EC7A6F92-5161-4E02-B0A1-0D6BDE2E493C}" presName="FourConn_2-3" presStyleLbl="fgAccFollowNode1" presStyleIdx="1" presStyleCnt="3" custLinFactNeighborY="43905">
        <dgm:presLayoutVars>
          <dgm:bulletEnabled val="1"/>
        </dgm:presLayoutVars>
      </dgm:prSet>
      <dgm:spPr/>
      <dgm:t>
        <a:bodyPr/>
        <a:lstStyle/>
        <a:p>
          <a:endParaRPr lang="en-US"/>
        </a:p>
      </dgm:t>
    </dgm:pt>
    <dgm:pt modelId="{114B1C4A-49B3-4074-AF4B-41170B3369D8}" type="pres">
      <dgm:prSet presAssocID="{EC7A6F92-5161-4E02-B0A1-0D6BDE2E493C}" presName="FourConn_3-4" presStyleLbl="fgAccFollowNode1" presStyleIdx="2" presStyleCnt="3">
        <dgm:presLayoutVars>
          <dgm:bulletEnabled val="1"/>
        </dgm:presLayoutVars>
      </dgm:prSet>
      <dgm:spPr/>
      <dgm:t>
        <a:bodyPr/>
        <a:lstStyle/>
        <a:p>
          <a:endParaRPr lang="en-US"/>
        </a:p>
      </dgm:t>
    </dgm:pt>
    <dgm:pt modelId="{FCD3C93F-DEA7-4217-AE91-A21115236054}" type="pres">
      <dgm:prSet presAssocID="{EC7A6F92-5161-4E02-B0A1-0D6BDE2E493C}" presName="FourNodes_1_text" presStyleLbl="node1" presStyleIdx="3" presStyleCnt="4">
        <dgm:presLayoutVars>
          <dgm:bulletEnabled val="1"/>
        </dgm:presLayoutVars>
      </dgm:prSet>
      <dgm:spPr/>
      <dgm:t>
        <a:bodyPr/>
        <a:lstStyle/>
        <a:p>
          <a:endParaRPr lang="en-US"/>
        </a:p>
      </dgm:t>
    </dgm:pt>
    <dgm:pt modelId="{E9910DD4-504D-4440-883F-F99B97D96EA1}" type="pres">
      <dgm:prSet presAssocID="{EC7A6F92-5161-4E02-B0A1-0D6BDE2E493C}" presName="FourNodes_2_text" presStyleLbl="node1" presStyleIdx="3" presStyleCnt="4">
        <dgm:presLayoutVars>
          <dgm:bulletEnabled val="1"/>
        </dgm:presLayoutVars>
      </dgm:prSet>
      <dgm:spPr/>
      <dgm:t>
        <a:bodyPr/>
        <a:lstStyle/>
        <a:p>
          <a:endParaRPr lang="en-US"/>
        </a:p>
      </dgm:t>
    </dgm:pt>
    <dgm:pt modelId="{700BFAC0-CEBD-4E19-98AE-2C837C274F35}" type="pres">
      <dgm:prSet presAssocID="{EC7A6F92-5161-4E02-B0A1-0D6BDE2E493C}" presName="FourNodes_3_text" presStyleLbl="node1" presStyleIdx="3" presStyleCnt="4">
        <dgm:presLayoutVars>
          <dgm:bulletEnabled val="1"/>
        </dgm:presLayoutVars>
      </dgm:prSet>
      <dgm:spPr/>
      <dgm:t>
        <a:bodyPr/>
        <a:lstStyle/>
        <a:p>
          <a:endParaRPr lang="en-US"/>
        </a:p>
      </dgm:t>
    </dgm:pt>
    <dgm:pt modelId="{76DA402D-E8B8-485F-802F-8A6F7285BF6B}" type="pres">
      <dgm:prSet presAssocID="{EC7A6F92-5161-4E02-B0A1-0D6BDE2E493C}" presName="FourNodes_4_text" presStyleLbl="node1" presStyleIdx="3" presStyleCnt="4">
        <dgm:presLayoutVars>
          <dgm:bulletEnabled val="1"/>
        </dgm:presLayoutVars>
      </dgm:prSet>
      <dgm:spPr/>
      <dgm:t>
        <a:bodyPr/>
        <a:lstStyle/>
        <a:p>
          <a:endParaRPr lang="en-US"/>
        </a:p>
      </dgm:t>
    </dgm:pt>
  </dgm:ptLst>
  <dgm:cxnLst>
    <dgm:cxn modelId="{5878A6E8-05FD-4E46-9535-5C99D392097A}" type="presOf" srcId="{120D3B2B-F782-437C-B072-CE5D6FB7A7A0}" destId="{E9910DD4-504D-4440-883F-F99B97D96EA1}" srcOrd="1" destOrd="0" presId="urn:microsoft.com/office/officeart/2005/8/layout/vProcess5"/>
    <dgm:cxn modelId="{0D63C7D1-547D-444A-AD83-58EAAB2B1948}" type="presOf" srcId="{8B56E72B-BEAC-467B-A2BB-57F8478A8F5A}" destId="{5DA08515-F200-4D56-BA92-F62B9A3EE95D}" srcOrd="0" destOrd="0" presId="urn:microsoft.com/office/officeart/2005/8/layout/vProcess5"/>
    <dgm:cxn modelId="{2F0E2412-5C82-494C-A9BE-CFF234D54AB8}" type="presOf" srcId="{90635713-9CF4-496E-A5E2-392C745131A9}" destId="{16E72248-AF46-45E8-A081-E04D64E202CA}" srcOrd="0" destOrd="0" presId="urn:microsoft.com/office/officeart/2005/8/layout/vProcess5"/>
    <dgm:cxn modelId="{2040A09A-FAED-41AD-A3CD-BEB4E47E6AE3}" srcId="{EC7A6F92-5161-4E02-B0A1-0D6BDE2E493C}" destId="{120D3B2B-F782-437C-B072-CE5D6FB7A7A0}" srcOrd="1" destOrd="0" parTransId="{D0166901-5C54-4D8D-8A4F-145A9451685D}" sibTransId="{90635713-9CF4-496E-A5E2-392C745131A9}"/>
    <dgm:cxn modelId="{D18917A7-A24A-4E59-8963-503CB9881383}" type="presOf" srcId="{342F0B02-4650-40B1-89FA-E5118418A6BC}" destId="{3235A334-F6F5-49E5-868C-1F2E72D91583}" srcOrd="0" destOrd="0" presId="urn:microsoft.com/office/officeart/2005/8/layout/vProcess5"/>
    <dgm:cxn modelId="{CE39B328-94C5-47A4-80FD-9E0995185E6B}" type="presOf" srcId="{D76D4F09-052B-4722-B57C-6CCD3DCC6066}" destId="{114B1C4A-49B3-4074-AF4B-41170B3369D8}" srcOrd="0" destOrd="0" presId="urn:microsoft.com/office/officeart/2005/8/layout/vProcess5"/>
    <dgm:cxn modelId="{EF12B547-8BCA-4507-AE30-68153A76FFF7}" type="presOf" srcId="{EC7A6F92-5161-4E02-B0A1-0D6BDE2E493C}" destId="{93404077-875A-4EC2-9832-3FE0B3323F63}" srcOrd="0" destOrd="0" presId="urn:microsoft.com/office/officeart/2005/8/layout/vProcess5"/>
    <dgm:cxn modelId="{F23AD5E1-2112-4D7A-BDB8-35AF88C75BC2}" type="presOf" srcId="{621269F9-4783-4AC4-BA85-14DFFBC65934}" destId="{700BFAC0-CEBD-4E19-98AE-2C837C274F35}" srcOrd="1" destOrd="0" presId="urn:microsoft.com/office/officeart/2005/8/layout/vProcess5"/>
    <dgm:cxn modelId="{48AA40E5-593D-4275-B022-DD64E9DE86FE}" type="presOf" srcId="{120D3B2B-F782-437C-B072-CE5D6FB7A7A0}" destId="{ABEC79B1-DFA4-4365-A602-C95925A70216}" srcOrd="0" destOrd="0" presId="urn:microsoft.com/office/officeart/2005/8/layout/vProcess5"/>
    <dgm:cxn modelId="{F25DE90C-EA7D-4C7E-88CB-C4F2D91CECD9}" srcId="{EC7A6F92-5161-4E02-B0A1-0D6BDE2E493C}" destId="{240EFD26-BF43-41AC-8F81-AC98C93F03CE}" srcOrd="0" destOrd="0" parTransId="{78F36542-9E12-4DC1-8245-97DBF2EF096D}" sibTransId="{342F0B02-4650-40B1-89FA-E5118418A6BC}"/>
    <dgm:cxn modelId="{58C98ADD-F9E8-495D-A91F-96411342D048}" srcId="{EC7A6F92-5161-4E02-B0A1-0D6BDE2E493C}" destId="{8B56E72B-BEAC-467B-A2BB-57F8478A8F5A}" srcOrd="3" destOrd="0" parTransId="{681CA410-7409-4B93-A228-B927F15273AA}" sibTransId="{8A5F8D9D-9B8A-4A05-BEAF-CF82759ECE94}"/>
    <dgm:cxn modelId="{F27F09C6-779C-44B1-B442-3BBBF3587340}" type="presOf" srcId="{240EFD26-BF43-41AC-8F81-AC98C93F03CE}" destId="{83CF27B0-3409-48EB-AFD6-512DB594A589}" srcOrd="0" destOrd="0" presId="urn:microsoft.com/office/officeart/2005/8/layout/vProcess5"/>
    <dgm:cxn modelId="{914855D1-24A7-4E5A-BBE2-F396F2A79A14}" type="presOf" srcId="{8B56E72B-BEAC-467B-A2BB-57F8478A8F5A}" destId="{76DA402D-E8B8-485F-802F-8A6F7285BF6B}" srcOrd="1" destOrd="0" presId="urn:microsoft.com/office/officeart/2005/8/layout/vProcess5"/>
    <dgm:cxn modelId="{1769AB33-148C-492D-8E47-5591C1134626}" srcId="{EC7A6F92-5161-4E02-B0A1-0D6BDE2E493C}" destId="{621269F9-4783-4AC4-BA85-14DFFBC65934}" srcOrd="2" destOrd="0" parTransId="{1AEB7BD7-9F32-4725-9C7C-1DD8D5B0D12E}" sibTransId="{D76D4F09-052B-4722-B57C-6CCD3DCC6066}"/>
    <dgm:cxn modelId="{C780F124-6C54-4513-B902-CD8DF52B23F8}" type="presOf" srcId="{621269F9-4783-4AC4-BA85-14DFFBC65934}" destId="{865E0F50-3B4F-43FC-BBBB-2D61E936F95D}" srcOrd="0" destOrd="0" presId="urn:microsoft.com/office/officeart/2005/8/layout/vProcess5"/>
    <dgm:cxn modelId="{4154F4CC-829A-4B24-BD8A-AE8C4AF8D0B6}" type="presOf" srcId="{240EFD26-BF43-41AC-8F81-AC98C93F03CE}" destId="{FCD3C93F-DEA7-4217-AE91-A21115236054}" srcOrd="1" destOrd="0" presId="urn:microsoft.com/office/officeart/2005/8/layout/vProcess5"/>
    <dgm:cxn modelId="{377191B9-9CFE-414F-AE37-E7549A57E01E}" type="presParOf" srcId="{93404077-875A-4EC2-9832-3FE0B3323F63}" destId="{4B96D0A1-FB2B-47E6-B823-A69822B97243}" srcOrd="0" destOrd="0" presId="urn:microsoft.com/office/officeart/2005/8/layout/vProcess5"/>
    <dgm:cxn modelId="{1CB49BF1-24BD-4F5C-B220-B9C7E99DAA13}" type="presParOf" srcId="{93404077-875A-4EC2-9832-3FE0B3323F63}" destId="{83CF27B0-3409-48EB-AFD6-512DB594A589}" srcOrd="1" destOrd="0" presId="urn:microsoft.com/office/officeart/2005/8/layout/vProcess5"/>
    <dgm:cxn modelId="{8CAC65A3-4360-419B-AE8D-ABA5A9DC2E48}" type="presParOf" srcId="{93404077-875A-4EC2-9832-3FE0B3323F63}" destId="{ABEC79B1-DFA4-4365-A602-C95925A70216}" srcOrd="2" destOrd="0" presId="urn:microsoft.com/office/officeart/2005/8/layout/vProcess5"/>
    <dgm:cxn modelId="{D806BF06-15F9-47AB-9EDA-924186F27A7D}" type="presParOf" srcId="{93404077-875A-4EC2-9832-3FE0B3323F63}" destId="{865E0F50-3B4F-43FC-BBBB-2D61E936F95D}" srcOrd="3" destOrd="0" presId="urn:microsoft.com/office/officeart/2005/8/layout/vProcess5"/>
    <dgm:cxn modelId="{D53A6230-D46B-4EC5-8C5D-B81757D7CA42}" type="presParOf" srcId="{93404077-875A-4EC2-9832-3FE0B3323F63}" destId="{5DA08515-F200-4D56-BA92-F62B9A3EE95D}" srcOrd="4" destOrd="0" presId="urn:microsoft.com/office/officeart/2005/8/layout/vProcess5"/>
    <dgm:cxn modelId="{B0F40300-FB47-4EEA-B6BF-F265805E07B0}" type="presParOf" srcId="{93404077-875A-4EC2-9832-3FE0B3323F63}" destId="{3235A334-F6F5-49E5-868C-1F2E72D91583}" srcOrd="5" destOrd="0" presId="urn:microsoft.com/office/officeart/2005/8/layout/vProcess5"/>
    <dgm:cxn modelId="{5D26867F-D8D1-4C94-82CD-4E6A90FED952}" type="presParOf" srcId="{93404077-875A-4EC2-9832-3FE0B3323F63}" destId="{16E72248-AF46-45E8-A081-E04D64E202CA}" srcOrd="6" destOrd="0" presId="urn:microsoft.com/office/officeart/2005/8/layout/vProcess5"/>
    <dgm:cxn modelId="{0EC1951A-1DFE-4770-BFEE-7723706881EF}" type="presParOf" srcId="{93404077-875A-4EC2-9832-3FE0B3323F63}" destId="{114B1C4A-49B3-4074-AF4B-41170B3369D8}" srcOrd="7" destOrd="0" presId="urn:microsoft.com/office/officeart/2005/8/layout/vProcess5"/>
    <dgm:cxn modelId="{A3CD0356-5F22-484F-BD2F-C63FC47239F6}" type="presParOf" srcId="{93404077-875A-4EC2-9832-3FE0B3323F63}" destId="{FCD3C93F-DEA7-4217-AE91-A21115236054}" srcOrd="8" destOrd="0" presId="urn:microsoft.com/office/officeart/2005/8/layout/vProcess5"/>
    <dgm:cxn modelId="{A3DD4EFB-7560-4E2D-823E-1CFE3F47046C}" type="presParOf" srcId="{93404077-875A-4EC2-9832-3FE0B3323F63}" destId="{E9910DD4-504D-4440-883F-F99B97D96EA1}" srcOrd="9" destOrd="0" presId="urn:microsoft.com/office/officeart/2005/8/layout/vProcess5"/>
    <dgm:cxn modelId="{E5883E27-C1CF-4437-9270-08396A55F6C5}" type="presParOf" srcId="{93404077-875A-4EC2-9832-3FE0B3323F63}" destId="{700BFAC0-CEBD-4E19-98AE-2C837C274F35}" srcOrd="10" destOrd="0" presId="urn:microsoft.com/office/officeart/2005/8/layout/vProcess5"/>
    <dgm:cxn modelId="{B06B5EEF-4B0C-4BBC-9239-4118F301D973}" type="presParOf" srcId="{93404077-875A-4EC2-9832-3FE0B3323F63}" destId="{76DA402D-E8B8-485F-802F-8A6F7285BF6B}" srcOrd="11" destOrd="0" presId="urn:microsoft.com/office/officeart/2005/8/layout/vProcess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C7A6F92-5161-4E02-B0A1-0D6BDE2E493C}" type="doc">
      <dgm:prSet loTypeId="urn:microsoft.com/office/officeart/2005/8/layout/vProcess5" loCatId="process" qsTypeId="urn:microsoft.com/office/officeart/2005/8/quickstyle/simple1" qsCatId="simple" csTypeId="urn:microsoft.com/office/officeart/2005/8/colors/accent1_1" csCatId="accent1" phldr="1"/>
      <dgm:spPr/>
      <dgm:t>
        <a:bodyPr/>
        <a:lstStyle/>
        <a:p>
          <a:endParaRPr lang="en-US"/>
        </a:p>
      </dgm:t>
    </dgm:pt>
    <dgm:pt modelId="{240EFD26-BF43-41AC-8F81-AC98C93F03CE}">
      <dgm:prSet phldrT="[Text]" custT="1"/>
      <dgm:spPr/>
      <dgm:t>
        <a:bodyPr/>
        <a:lstStyle/>
        <a:p>
          <a:r>
            <a:rPr lang="en-US" sz="1600" b="1" dirty="0">
              <a:latin typeface="Times New Roman" pitchFamily="18" charset="0"/>
              <a:cs typeface="Times New Roman" pitchFamily="18" charset="0"/>
            </a:rPr>
            <a:t>Research design</a:t>
          </a:r>
        </a:p>
      </dgm:t>
    </dgm:pt>
    <dgm:pt modelId="{78F36542-9E12-4DC1-8245-97DBF2EF096D}" type="parTrans" cxnId="{F25DE90C-EA7D-4C7E-88CB-C4F2D91CECD9}">
      <dgm:prSet/>
      <dgm:spPr/>
      <dgm:t>
        <a:bodyPr/>
        <a:lstStyle/>
        <a:p>
          <a:endParaRPr lang="en-US">
            <a:latin typeface="Times New Roman" pitchFamily="18" charset="0"/>
            <a:cs typeface="Times New Roman" pitchFamily="18" charset="0"/>
          </a:endParaRPr>
        </a:p>
      </dgm:t>
    </dgm:pt>
    <dgm:pt modelId="{342F0B02-4650-40B1-89FA-E5118418A6BC}" type="sibTrans" cxnId="{F25DE90C-EA7D-4C7E-88CB-C4F2D91CECD9}">
      <dgm:prSet/>
      <dgm:spPr/>
      <dgm:t>
        <a:bodyPr/>
        <a:lstStyle/>
        <a:p>
          <a:endParaRPr lang="en-US" dirty="0">
            <a:latin typeface="Times New Roman" pitchFamily="18" charset="0"/>
            <a:cs typeface="Times New Roman" pitchFamily="18" charset="0"/>
          </a:endParaRPr>
        </a:p>
      </dgm:t>
    </dgm:pt>
    <dgm:pt modelId="{621269F9-4783-4AC4-BA85-14DFFBC65934}">
      <dgm:prSet phldrT="[Text]" custT="1"/>
      <dgm:spPr/>
      <dgm:t>
        <a:bodyPr/>
        <a:lstStyle/>
        <a:p>
          <a:r>
            <a:rPr lang="en-US" sz="1600" b="1" dirty="0">
              <a:latin typeface="Times New Roman" pitchFamily="18" charset="0"/>
              <a:cs typeface="Times New Roman" pitchFamily="18" charset="0"/>
            </a:rPr>
            <a:t>Interpretation of result</a:t>
          </a:r>
        </a:p>
      </dgm:t>
    </dgm:pt>
    <dgm:pt modelId="{1AEB7BD7-9F32-4725-9C7C-1DD8D5B0D12E}" type="parTrans" cxnId="{1769AB33-148C-492D-8E47-5591C1134626}">
      <dgm:prSet/>
      <dgm:spPr/>
      <dgm:t>
        <a:bodyPr/>
        <a:lstStyle/>
        <a:p>
          <a:endParaRPr lang="en-US">
            <a:latin typeface="Times New Roman" pitchFamily="18" charset="0"/>
            <a:cs typeface="Times New Roman" pitchFamily="18" charset="0"/>
          </a:endParaRPr>
        </a:p>
      </dgm:t>
    </dgm:pt>
    <dgm:pt modelId="{D76D4F09-052B-4722-B57C-6CCD3DCC6066}" type="sibTrans" cxnId="{1769AB33-148C-492D-8E47-5591C1134626}">
      <dgm:prSet/>
      <dgm:spPr/>
      <dgm:t>
        <a:bodyPr/>
        <a:lstStyle/>
        <a:p>
          <a:endParaRPr lang="en-US" dirty="0">
            <a:latin typeface="Times New Roman" pitchFamily="18" charset="0"/>
            <a:cs typeface="Times New Roman" pitchFamily="18" charset="0"/>
          </a:endParaRPr>
        </a:p>
      </dgm:t>
    </dgm:pt>
    <dgm:pt modelId="{8B56E72B-BEAC-467B-A2BB-57F8478A8F5A}">
      <dgm:prSet phldrT="[Text]" custT="1"/>
      <dgm:spPr/>
      <dgm:t>
        <a:bodyPr/>
        <a:lstStyle/>
        <a:p>
          <a:r>
            <a:rPr lang="en-US" sz="1600" b="1" dirty="0">
              <a:latin typeface="Times New Roman" pitchFamily="18" charset="0"/>
              <a:cs typeface="Times New Roman" pitchFamily="18" charset="0"/>
            </a:rPr>
            <a:t>Report</a:t>
          </a:r>
        </a:p>
      </dgm:t>
    </dgm:pt>
    <dgm:pt modelId="{681CA410-7409-4B93-A228-B927F15273AA}" type="parTrans" cxnId="{58C98ADD-F9E8-495D-A91F-96411342D048}">
      <dgm:prSet/>
      <dgm:spPr/>
      <dgm:t>
        <a:bodyPr/>
        <a:lstStyle/>
        <a:p>
          <a:endParaRPr lang="en-US">
            <a:latin typeface="Times New Roman" pitchFamily="18" charset="0"/>
            <a:cs typeface="Times New Roman" pitchFamily="18" charset="0"/>
          </a:endParaRPr>
        </a:p>
      </dgm:t>
    </dgm:pt>
    <dgm:pt modelId="{8A5F8D9D-9B8A-4A05-BEAF-CF82759ECE94}" type="sibTrans" cxnId="{58C98ADD-F9E8-495D-A91F-96411342D048}">
      <dgm:prSet/>
      <dgm:spPr/>
      <dgm:t>
        <a:bodyPr/>
        <a:lstStyle/>
        <a:p>
          <a:endParaRPr lang="en-US">
            <a:latin typeface="Times New Roman" pitchFamily="18" charset="0"/>
            <a:cs typeface="Times New Roman" pitchFamily="18" charset="0"/>
          </a:endParaRPr>
        </a:p>
      </dgm:t>
    </dgm:pt>
    <dgm:pt modelId="{120D3B2B-F782-437C-B072-CE5D6FB7A7A0}">
      <dgm:prSet custT="1"/>
      <dgm:spPr/>
      <dgm:t>
        <a:bodyPr/>
        <a:lstStyle/>
        <a:p>
          <a:r>
            <a:rPr lang="en-US" sz="1600" b="1" dirty="0">
              <a:latin typeface="Times New Roman" pitchFamily="18" charset="0"/>
              <a:cs typeface="Times New Roman" pitchFamily="18" charset="0"/>
            </a:rPr>
            <a:t>Actual investigation</a:t>
          </a:r>
        </a:p>
      </dgm:t>
    </dgm:pt>
    <dgm:pt modelId="{D0166901-5C54-4D8D-8A4F-145A9451685D}" type="parTrans" cxnId="{2040A09A-FAED-41AD-A3CD-BEB4E47E6AE3}">
      <dgm:prSet/>
      <dgm:spPr/>
      <dgm:t>
        <a:bodyPr/>
        <a:lstStyle/>
        <a:p>
          <a:endParaRPr lang="en-US">
            <a:latin typeface="Times New Roman" pitchFamily="18" charset="0"/>
            <a:cs typeface="Times New Roman" pitchFamily="18" charset="0"/>
          </a:endParaRPr>
        </a:p>
      </dgm:t>
    </dgm:pt>
    <dgm:pt modelId="{90635713-9CF4-496E-A5E2-392C745131A9}" type="sibTrans" cxnId="{2040A09A-FAED-41AD-A3CD-BEB4E47E6AE3}">
      <dgm:prSet/>
      <dgm:spPr/>
      <dgm:t>
        <a:bodyPr/>
        <a:lstStyle/>
        <a:p>
          <a:endParaRPr lang="en-US" dirty="0">
            <a:latin typeface="Times New Roman" pitchFamily="18" charset="0"/>
            <a:cs typeface="Times New Roman" pitchFamily="18" charset="0"/>
          </a:endParaRPr>
        </a:p>
      </dgm:t>
    </dgm:pt>
    <dgm:pt modelId="{966DC17F-BC0C-4043-B30A-7659ABBEA7A5}">
      <dgm:prSet custT="1"/>
      <dgm:spPr/>
      <dgm:t>
        <a:bodyPr/>
        <a:lstStyle/>
        <a:p>
          <a:r>
            <a:rPr lang="en-US" sz="1600" b="1" dirty="0">
              <a:latin typeface="Times New Roman" pitchFamily="18" charset="0"/>
              <a:cs typeface="Times New Roman" pitchFamily="18" charset="0"/>
            </a:rPr>
            <a:t>Data analysis</a:t>
          </a:r>
        </a:p>
      </dgm:t>
    </dgm:pt>
    <dgm:pt modelId="{19BBF973-8BE8-4A47-A0F7-96D63B87FD06}" type="parTrans" cxnId="{AF5BD34A-8C6B-44DC-831C-8065E0D607A7}">
      <dgm:prSet/>
      <dgm:spPr/>
      <dgm:t>
        <a:bodyPr/>
        <a:lstStyle/>
        <a:p>
          <a:endParaRPr lang="en-US">
            <a:latin typeface="Times New Roman" pitchFamily="18" charset="0"/>
            <a:cs typeface="Times New Roman" pitchFamily="18" charset="0"/>
          </a:endParaRPr>
        </a:p>
      </dgm:t>
    </dgm:pt>
    <dgm:pt modelId="{176A2558-E3A2-432D-8642-46A2D17543E0}" type="sibTrans" cxnId="{AF5BD34A-8C6B-44DC-831C-8065E0D607A7}">
      <dgm:prSet/>
      <dgm:spPr/>
      <dgm:t>
        <a:bodyPr/>
        <a:lstStyle/>
        <a:p>
          <a:endParaRPr lang="en-US" dirty="0">
            <a:latin typeface="Times New Roman" pitchFamily="18" charset="0"/>
            <a:cs typeface="Times New Roman" pitchFamily="18" charset="0"/>
          </a:endParaRPr>
        </a:p>
      </dgm:t>
    </dgm:pt>
    <dgm:pt modelId="{93404077-875A-4EC2-9832-3FE0B3323F63}" type="pres">
      <dgm:prSet presAssocID="{EC7A6F92-5161-4E02-B0A1-0D6BDE2E493C}" presName="outerComposite" presStyleCnt="0">
        <dgm:presLayoutVars>
          <dgm:chMax val="5"/>
          <dgm:dir/>
          <dgm:resizeHandles val="exact"/>
        </dgm:presLayoutVars>
      </dgm:prSet>
      <dgm:spPr/>
      <dgm:t>
        <a:bodyPr/>
        <a:lstStyle/>
        <a:p>
          <a:endParaRPr lang="en-US"/>
        </a:p>
      </dgm:t>
    </dgm:pt>
    <dgm:pt modelId="{4B96D0A1-FB2B-47E6-B823-A69822B97243}" type="pres">
      <dgm:prSet presAssocID="{EC7A6F92-5161-4E02-B0A1-0D6BDE2E493C}" presName="dummyMaxCanvas" presStyleCnt="0">
        <dgm:presLayoutVars/>
      </dgm:prSet>
      <dgm:spPr/>
    </dgm:pt>
    <dgm:pt modelId="{B91C9EF4-1AF6-41C6-8B31-F2DDDF1F520A}" type="pres">
      <dgm:prSet presAssocID="{EC7A6F92-5161-4E02-B0A1-0D6BDE2E493C}" presName="FiveNodes_1" presStyleLbl="node1" presStyleIdx="0" presStyleCnt="5">
        <dgm:presLayoutVars>
          <dgm:bulletEnabled val="1"/>
        </dgm:presLayoutVars>
      </dgm:prSet>
      <dgm:spPr/>
      <dgm:t>
        <a:bodyPr/>
        <a:lstStyle/>
        <a:p>
          <a:endParaRPr lang="en-US"/>
        </a:p>
      </dgm:t>
    </dgm:pt>
    <dgm:pt modelId="{E35D7562-1658-48D6-9EC9-E6A6CBB2BD4D}" type="pres">
      <dgm:prSet presAssocID="{EC7A6F92-5161-4E02-B0A1-0D6BDE2E493C}" presName="FiveNodes_2" presStyleLbl="node1" presStyleIdx="1" presStyleCnt="5">
        <dgm:presLayoutVars>
          <dgm:bulletEnabled val="1"/>
        </dgm:presLayoutVars>
      </dgm:prSet>
      <dgm:spPr/>
      <dgm:t>
        <a:bodyPr/>
        <a:lstStyle/>
        <a:p>
          <a:endParaRPr lang="en-US"/>
        </a:p>
      </dgm:t>
    </dgm:pt>
    <dgm:pt modelId="{82AEBB32-5F2C-4C45-9D7A-EF8479B21499}" type="pres">
      <dgm:prSet presAssocID="{EC7A6F92-5161-4E02-B0A1-0D6BDE2E493C}" presName="FiveNodes_3" presStyleLbl="node1" presStyleIdx="2" presStyleCnt="5">
        <dgm:presLayoutVars>
          <dgm:bulletEnabled val="1"/>
        </dgm:presLayoutVars>
      </dgm:prSet>
      <dgm:spPr/>
      <dgm:t>
        <a:bodyPr/>
        <a:lstStyle/>
        <a:p>
          <a:endParaRPr lang="en-US"/>
        </a:p>
      </dgm:t>
    </dgm:pt>
    <dgm:pt modelId="{912A85AB-8F11-49B6-9B10-FA6ADB3F1630}" type="pres">
      <dgm:prSet presAssocID="{EC7A6F92-5161-4E02-B0A1-0D6BDE2E493C}" presName="FiveNodes_4" presStyleLbl="node1" presStyleIdx="3" presStyleCnt="5">
        <dgm:presLayoutVars>
          <dgm:bulletEnabled val="1"/>
        </dgm:presLayoutVars>
      </dgm:prSet>
      <dgm:spPr/>
      <dgm:t>
        <a:bodyPr/>
        <a:lstStyle/>
        <a:p>
          <a:endParaRPr lang="en-US"/>
        </a:p>
      </dgm:t>
    </dgm:pt>
    <dgm:pt modelId="{555DB218-B248-45E9-BB0F-DC4BA535E59E}" type="pres">
      <dgm:prSet presAssocID="{EC7A6F92-5161-4E02-B0A1-0D6BDE2E493C}" presName="FiveNodes_5" presStyleLbl="node1" presStyleIdx="4" presStyleCnt="5">
        <dgm:presLayoutVars>
          <dgm:bulletEnabled val="1"/>
        </dgm:presLayoutVars>
      </dgm:prSet>
      <dgm:spPr/>
      <dgm:t>
        <a:bodyPr/>
        <a:lstStyle/>
        <a:p>
          <a:endParaRPr lang="en-US"/>
        </a:p>
      </dgm:t>
    </dgm:pt>
    <dgm:pt modelId="{4D8DE1B2-C65E-4C85-B3F0-AFAC017AED74}" type="pres">
      <dgm:prSet presAssocID="{EC7A6F92-5161-4E02-B0A1-0D6BDE2E493C}" presName="FiveConn_1-2" presStyleLbl="fgAccFollowNode1" presStyleIdx="0" presStyleCnt="4">
        <dgm:presLayoutVars>
          <dgm:bulletEnabled val="1"/>
        </dgm:presLayoutVars>
      </dgm:prSet>
      <dgm:spPr/>
      <dgm:t>
        <a:bodyPr/>
        <a:lstStyle/>
        <a:p>
          <a:endParaRPr lang="en-US"/>
        </a:p>
      </dgm:t>
    </dgm:pt>
    <dgm:pt modelId="{872F1578-02FA-483F-94A3-035B35E69E9F}" type="pres">
      <dgm:prSet presAssocID="{EC7A6F92-5161-4E02-B0A1-0D6BDE2E493C}" presName="FiveConn_2-3" presStyleLbl="fgAccFollowNode1" presStyleIdx="1" presStyleCnt="4">
        <dgm:presLayoutVars>
          <dgm:bulletEnabled val="1"/>
        </dgm:presLayoutVars>
      </dgm:prSet>
      <dgm:spPr/>
      <dgm:t>
        <a:bodyPr/>
        <a:lstStyle/>
        <a:p>
          <a:endParaRPr lang="en-US"/>
        </a:p>
      </dgm:t>
    </dgm:pt>
    <dgm:pt modelId="{4F790A53-8CB7-4755-A0E6-621C2C429F3C}" type="pres">
      <dgm:prSet presAssocID="{EC7A6F92-5161-4E02-B0A1-0D6BDE2E493C}" presName="FiveConn_3-4" presStyleLbl="fgAccFollowNode1" presStyleIdx="2" presStyleCnt="4">
        <dgm:presLayoutVars>
          <dgm:bulletEnabled val="1"/>
        </dgm:presLayoutVars>
      </dgm:prSet>
      <dgm:spPr/>
      <dgm:t>
        <a:bodyPr/>
        <a:lstStyle/>
        <a:p>
          <a:endParaRPr lang="en-US"/>
        </a:p>
      </dgm:t>
    </dgm:pt>
    <dgm:pt modelId="{049AA53D-3E5A-40FE-8C4B-96C660E152F4}" type="pres">
      <dgm:prSet presAssocID="{EC7A6F92-5161-4E02-B0A1-0D6BDE2E493C}" presName="FiveConn_4-5" presStyleLbl="fgAccFollowNode1" presStyleIdx="3" presStyleCnt="4">
        <dgm:presLayoutVars>
          <dgm:bulletEnabled val="1"/>
        </dgm:presLayoutVars>
      </dgm:prSet>
      <dgm:spPr/>
      <dgm:t>
        <a:bodyPr/>
        <a:lstStyle/>
        <a:p>
          <a:endParaRPr lang="en-US"/>
        </a:p>
      </dgm:t>
    </dgm:pt>
    <dgm:pt modelId="{07319B2A-E708-449E-9935-D808FD13D0D8}" type="pres">
      <dgm:prSet presAssocID="{EC7A6F92-5161-4E02-B0A1-0D6BDE2E493C}" presName="FiveNodes_1_text" presStyleLbl="node1" presStyleIdx="4" presStyleCnt="5">
        <dgm:presLayoutVars>
          <dgm:bulletEnabled val="1"/>
        </dgm:presLayoutVars>
      </dgm:prSet>
      <dgm:spPr/>
      <dgm:t>
        <a:bodyPr/>
        <a:lstStyle/>
        <a:p>
          <a:endParaRPr lang="en-US"/>
        </a:p>
      </dgm:t>
    </dgm:pt>
    <dgm:pt modelId="{3DF8E5DA-9C92-41A2-93AF-AED7BCC2A61C}" type="pres">
      <dgm:prSet presAssocID="{EC7A6F92-5161-4E02-B0A1-0D6BDE2E493C}" presName="FiveNodes_2_text" presStyleLbl="node1" presStyleIdx="4" presStyleCnt="5">
        <dgm:presLayoutVars>
          <dgm:bulletEnabled val="1"/>
        </dgm:presLayoutVars>
      </dgm:prSet>
      <dgm:spPr/>
      <dgm:t>
        <a:bodyPr/>
        <a:lstStyle/>
        <a:p>
          <a:endParaRPr lang="en-US"/>
        </a:p>
      </dgm:t>
    </dgm:pt>
    <dgm:pt modelId="{76929011-D136-4E45-AC47-4F58C1F3805B}" type="pres">
      <dgm:prSet presAssocID="{EC7A6F92-5161-4E02-B0A1-0D6BDE2E493C}" presName="FiveNodes_3_text" presStyleLbl="node1" presStyleIdx="4" presStyleCnt="5">
        <dgm:presLayoutVars>
          <dgm:bulletEnabled val="1"/>
        </dgm:presLayoutVars>
      </dgm:prSet>
      <dgm:spPr/>
      <dgm:t>
        <a:bodyPr/>
        <a:lstStyle/>
        <a:p>
          <a:endParaRPr lang="en-US"/>
        </a:p>
      </dgm:t>
    </dgm:pt>
    <dgm:pt modelId="{00B73ABE-85D3-484E-8A14-0256290B0C97}" type="pres">
      <dgm:prSet presAssocID="{EC7A6F92-5161-4E02-B0A1-0D6BDE2E493C}" presName="FiveNodes_4_text" presStyleLbl="node1" presStyleIdx="4" presStyleCnt="5">
        <dgm:presLayoutVars>
          <dgm:bulletEnabled val="1"/>
        </dgm:presLayoutVars>
      </dgm:prSet>
      <dgm:spPr/>
      <dgm:t>
        <a:bodyPr/>
        <a:lstStyle/>
        <a:p>
          <a:endParaRPr lang="en-US"/>
        </a:p>
      </dgm:t>
    </dgm:pt>
    <dgm:pt modelId="{FDB33847-F7FA-45A9-A2C9-E324C09CA2DD}" type="pres">
      <dgm:prSet presAssocID="{EC7A6F92-5161-4E02-B0A1-0D6BDE2E493C}" presName="FiveNodes_5_text" presStyleLbl="node1" presStyleIdx="4" presStyleCnt="5">
        <dgm:presLayoutVars>
          <dgm:bulletEnabled val="1"/>
        </dgm:presLayoutVars>
      </dgm:prSet>
      <dgm:spPr/>
      <dgm:t>
        <a:bodyPr/>
        <a:lstStyle/>
        <a:p>
          <a:endParaRPr lang="en-US"/>
        </a:p>
      </dgm:t>
    </dgm:pt>
  </dgm:ptLst>
  <dgm:cxnLst>
    <dgm:cxn modelId="{1C12823C-9794-43FD-A8D1-419A367F1D20}" type="presOf" srcId="{240EFD26-BF43-41AC-8F81-AC98C93F03CE}" destId="{B91C9EF4-1AF6-41C6-8B31-F2DDDF1F520A}" srcOrd="0" destOrd="0" presId="urn:microsoft.com/office/officeart/2005/8/layout/vProcess5"/>
    <dgm:cxn modelId="{1769AB33-148C-492D-8E47-5591C1134626}" srcId="{EC7A6F92-5161-4E02-B0A1-0D6BDE2E493C}" destId="{621269F9-4783-4AC4-BA85-14DFFBC65934}" srcOrd="3" destOrd="0" parTransId="{1AEB7BD7-9F32-4725-9C7C-1DD8D5B0D12E}" sibTransId="{D76D4F09-052B-4722-B57C-6CCD3DCC6066}"/>
    <dgm:cxn modelId="{0555E482-3B73-4E65-9020-1D6A6935DB78}" type="presOf" srcId="{621269F9-4783-4AC4-BA85-14DFFBC65934}" destId="{00B73ABE-85D3-484E-8A14-0256290B0C97}" srcOrd="1" destOrd="0" presId="urn:microsoft.com/office/officeart/2005/8/layout/vProcess5"/>
    <dgm:cxn modelId="{EBCDECC8-DF40-47DA-B41D-9C72D1DF22DC}" type="presOf" srcId="{966DC17F-BC0C-4043-B30A-7659ABBEA7A5}" destId="{76929011-D136-4E45-AC47-4F58C1F3805B}" srcOrd="1" destOrd="0" presId="urn:microsoft.com/office/officeart/2005/8/layout/vProcess5"/>
    <dgm:cxn modelId="{1B1DB8A5-F397-4752-925B-374127513446}" type="presOf" srcId="{8B56E72B-BEAC-467B-A2BB-57F8478A8F5A}" destId="{555DB218-B248-45E9-BB0F-DC4BA535E59E}" srcOrd="0" destOrd="0" presId="urn:microsoft.com/office/officeart/2005/8/layout/vProcess5"/>
    <dgm:cxn modelId="{0F3775BF-6604-479A-9779-0BF967882B4F}" type="presOf" srcId="{120D3B2B-F782-437C-B072-CE5D6FB7A7A0}" destId="{E35D7562-1658-48D6-9EC9-E6A6CBB2BD4D}" srcOrd="0" destOrd="0" presId="urn:microsoft.com/office/officeart/2005/8/layout/vProcess5"/>
    <dgm:cxn modelId="{6AE03542-EEC1-4024-B683-1B73850F6C35}" type="presOf" srcId="{342F0B02-4650-40B1-89FA-E5118418A6BC}" destId="{4D8DE1B2-C65E-4C85-B3F0-AFAC017AED74}" srcOrd="0" destOrd="0" presId="urn:microsoft.com/office/officeart/2005/8/layout/vProcess5"/>
    <dgm:cxn modelId="{0B462B9B-71B5-4C9F-966A-D36D25973734}" type="presOf" srcId="{621269F9-4783-4AC4-BA85-14DFFBC65934}" destId="{912A85AB-8F11-49B6-9B10-FA6ADB3F1630}" srcOrd="0" destOrd="0" presId="urn:microsoft.com/office/officeart/2005/8/layout/vProcess5"/>
    <dgm:cxn modelId="{2040A09A-FAED-41AD-A3CD-BEB4E47E6AE3}" srcId="{EC7A6F92-5161-4E02-B0A1-0D6BDE2E493C}" destId="{120D3B2B-F782-437C-B072-CE5D6FB7A7A0}" srcOrd="1" destOrd="0" parTransId="{D0166901-5C54-4D8D-8A4F-145A9451685D}" sibTransId="{90635713-9CF4-496E-A5E2-392C745131A9}"/>
    <dgm:cxn modelId="{F25DE90C-EA7D-4C7E-88CB-C4F2D91CECD9}" srcId="{EC7A6F92-5161-4E02-B0A1-0D6BDE2E493C}" destId="{240EFD26-BF43-41AC-8F81-AC98C93F03CE}" srcOrd="0" destOrd="0" parTransId="{78F36542-9E12-4DC1-8245-97DBF2EF096D}" sibTransId="{342F0B02-4650-40B1-89FA-E5118418A6BC}"/>
    <dgm:cxn modelId="{D3A7D267-39E3-4B41-87C2-AC6E32886FEC}" type="presOf" srcId="{176A2558-E3A2-432D-8642-46A2D17543E0}" destId="{4F790A53-8CB7-4755-A0E6-621C2C429F3C}" srcOrd="0" destOrd="0" presId="urn:microsoft.com/office/officeart/2005/8/layout/vProcess5"/>
    <dgm:cxn modelId="{61BBC095-AC9F-4F65-B0F3-976D3B883594}" type="presOf" srcId="{EC7A6F92-5161-4E02-B0A1-0D6BDE2E493C}" destId="{93404077-875A-4EC2-9832-3FE0B3323F63}" srcOrd="0" destOrd="0" presId="urn:microsoft.com/office/officeart/2005/8/layout/vProcess5"/>
    <dgm:cxn modelId="{388C1A9B-25F9-4FF4-BFE0-118606E04A3F}" type="presOf" srcId="{120D3B2B-F782-437C-B072-CE5D6FB7A7A0}" destId="{3DF8E5DA-9C92-41A2-93AF-AED7BCC2A61C}" srcOrd="1" destOrd="0" presId="urn:microsoft.com/office/officeart/2005/8/layout/vProcess5"/>
    <dgm:cxn modelId="{AF5BD34A-8C6B-44DC-831C-8065E0D607A7}" srcId="{EC7A6F92-5161-4E02-B0A1-0D6BDE2E493C}" destId="{966DC17F-BC0C-4043-B30A-7659ABBEA7A5}" srcOrd="2" destOrd="0" parTransId="{19BBF973-8BE8-4A47-A0F7-96D63B87FD06}" sibTransId="{176A2558-E3A2-432D-8642-46A2D17543E0}"/>
    <dgm:cxn modelId="{3EFD0B42-9203-49B6-A6A9-5DF7C034B1EA}" type="presOf" srcId="{90635713-9CF4-496E-A5E2-392C745131A9}" destId="{872F1578-02FA-483F-94A3-035B35E69E9F}" srcOrd="0" destOrd="0" presId="urn:microsoft.com/office/officeart/2005/8/layout/vProcess5"/>
    <dgm:cxn modelId="{58C98ADD-F9E8-495D-A91F-96411342D048}" srcId="{EC7A6F92-5161-4E02-B0A1-0D6BDE2E493C}" destId="{8B56E72B-BEAC-467B-A2BB-57F8478A8F5A}" srcOrd="4" destOrd="0" parTransId="{681CA410-7409-4B93-A228-B927F15273AA}" sibTransId="{8A5F8D9D-9B8A-4A05-BEAF-CF82759ECE94}"/>
    <dgm:cxn modelId="{59E82889-AA39-431B-8DDC-A1DFA077C11C}" type="presOf" srcId="{240EFD26-BF43-41AC-8F81-AC98C93F03CE}" destId="{07319B2A-E708-449E-9935-D808FD13D0D8}" srcOrd="1" destOrd="0" presId="urn:microsoft.com/office/officeart/2005/8/layout/vProcess5"/>
    <dgm:cxn modelId="{26C1229E-9104-4372-8785-FBBB4AA4728F}" type="presOf" srcId="{966DC17F-BC0C-4043-B30A-7659ABBEA7A5}" destId="{82AEBB32-5F2C-4C45-9D7A-EF8479B21499}" srcOrd="0" destOrd="0" presId="urn:microsoft.com/office/officeart/2005/8/layout/vProcess5"/>
    <dgm:cxn modelId="{BE802EAC-9CF3-4773-A07C-62C03EE5A938}" type="presOf" srcId="{8B56E72B-BEAC-467B-A2BB-57F8478A8F5A}" destId="{FDB33847-F7FA-45A9-A2C9-E324C09CA2DD}" srcOrd="1" destOrd="0" presId="urn:microsoft.com/office/officeart/2005/8/layout/vProcess5"/>
    <dgm:cxn modelId="{BBA4CAC1-54F4-44A1-9E97-289FDAA961BD}" type="presOf" srcId="{D76D4F09-052B-4722-B57C-6CCD3DCC6066}" destId="{049AA53D-3E5A-40FE-8C4B-96C660E152F4}" srcOrd="0" destOrd="0" presId="urn:microsoft.com/office/officeart/2005/8/layout/vProcess5"/>
    <dgm:cxn modelId="{4C49F0E2-81B1-4864-9957-1E88755D1E16}" type="presParOf" srcId="{93404077-875A-4EC2-9832-3FE0B3323F63}" destId="{4B96D0A1-FB2B-47E6-B823-A69822B97243}" srcOrd="0" destOrd="0" presId="urn:microsoft.com/office/officeart/2005/8/layout/vProcess5"/>
    <dgm:cxn modelId="{E4213083-20DE-43DF-B505-3084C35D6DCD}" type="presParOf" srcId="{93404077-875A-4EC2-9832-3FE0B3323F63}" destId="{B91C9EF4-1AF6-41C6-8B31-F2DDDF1F520A}" srcOrd="1" destOrd="0" presId="urn:microsoft.com/office/officeart/2005/8/layout/vProcess5"/>
    <dgm:cxn modelId="{3B2D9AAE-F99A-4B43-8149-E245EA2D2BE6}" type="presParOf" srcId="{93404077-875A-4EC2-9832-3FE0B3323F63}" destId="{E35D7562-1658-48D6-9EC9-E6A6CBB2BD4D}" srcOrd="2" destOrd="0" presId="urn:microsoft.com/office/officeart/2005/8/layout/vProcess5"/>
    <dgm:cxn modelId="{8B8AF527-177F-40E5-8DDB-1519F6648FA5}" type="presParOf" srcId="{93404077-875A-4EC2-9832-3FE0B3323F63}" destId="{82AEBB32-5F2C-4C45-9D7A-EF8479B21499}" srcOrd="3" destOrd="0" presId="urn:microsoft.com/office/officeart/2005/8/layout/vProcess5"/>
    <dgm:cxn modelId="{BFC6303B-3857-43EC-BA8B-5052A2919985}" type="presParOf" srcId="{93404077-875A-4EC2-9832-3FE0B3323F63}" destId="{912A85AB-8F11-49B6-9B10-FA6ADB3F1630}" srcOrd="4" destOrd="0" presId="urn:microsoft.com/office/officeart/2005/8/layout/vProcess5"/>
    <dgm:cxn modelId="{653E5079-17AB-47CA-AF42-21CB82487EF2}" type="presParOf" srcId="{93404077-875A-4EC2-9832-3FE0B3323F63}" destId="{555DB218-B248-45E9-BB0F-DC4BA535E59E}" srcOrd="5" destOrd="0" presId="urn:microsoft.com/office/officeart/2005/8/layout/vProcess5"/>
    <dgm:cxn modelId="{793D127C-C72C-49FE-937D-15F4E4435677}" type="presParOf" srcId="{93404077-875A-4EC2-9832-3FE0B3323F63}" destId="{4D8DE1B2-C65E-4C85-B3F0-AFAC017AED74}" srcOrd="6" destOrd="0" presId="urn:microsoft.com/office/officeart/2005/8/layout/vProcess5"/>
    <dgm:cxn modelId="{8EBFE2C8-AF21-4DC4-A41B-13F3DD888575}" type="presParOf" srcId="{93404077-875A-4EC2-9832-3FE0B3323F63}" destId="{872F1578-02FA-483F-94A3-035B35E69E9F}" srcOrd="7" destOrd="0" presId="urn:microsoft.com/office/officeart/2005/8/layout/vProcess5"/>
    <dgm:cxn modelId="{CD675A5F-3146-4D30-B5EA-2847DFCDA2CE}" type="presParOf" srcId="{93404077-875A-4EC2-9832-3FE0B3323F63}" destId="{4F790A53-8CB7-4755-A0E6-621C2C429F3C}" srcOrd="8" destOrd="0" presId="urn:microsoft.com/office/officeart/2005/8/layout/vProcess5"/>
    <dgm:cxn modelId="{87A4DFD3-F777-4522-A035-3118D8765015}" type="presParOf" srcId="{93404077-875A-4EC2-9832-3FE0B3323F63}" destId="{049AA53D-3E5A-40FE-8C4B-96C660E152F4}" srcOrd="9" destOrd="0" presId="urn:microsoft.com/office/officeart/2005/8/layout/vProcess5"/>
    <dgm:cxn modelId="{8BDC72E0-0101-453D-8D65-F70DDB7B8434}" type="presParOf" srcId="{93404077-875A-4EC2-9832-3FE0B3323F63}" destId="{07319B2A-E708-449E-9935-D808FD13D0D8}" srcOrd="10" destOrd="0" presId="urn:microsoft.com/office/officeart/2005/8/layout/vProcess5"/>
    <dgm:cxn modelId="{E325B646-4B33-4338-9CE1-CE14B97545CE}" type="presParOf" srcId="{93404077-875A-4EC2-9832-3FE0B3323F63}" destId="{3DF8E5DA-9C92-41A2-93AF-AED7BCC2A61C}" srcOrd="11" destOrd="0" presId="urn:microsoft.com/office/officeart/2005/8/layout/vProcess5"/>
    <dgm:cxn modelId="{09EB4216-4BAC-4076-8DD5-510D3F623C03}" type="presParOf" srcId="{93404077-875A-4EC2-9832-3FE0B3323F63}" destId="{76929011-D136-4E45-AC47-4F58C1F3805B}" srcOrd="12" destOrd="0" presId="urn:microsoft.com/office/officeart/2005/8/layout/vProcess5"/>
    <dgm:cxn modelId="{EE998558-2E39-4C3B-B255-D7C33CF46601}" type="presParOf" srcId="{93404077-875A-4EC2-9832-3FE0B3323F63}" destId="{00B73ABE-85D3-484E-8A14-0256290B0C97}" srcOrd="13" destOrd="0" presId="urn:microsoft.com/office/officeart/2005/8/layout/vProcess5"/>
    <dgm:cxn modelId="{746D438B-22E7-4D9A-8D79-8129D2637D2F}" type="presParOf" srcId="{93404077-875A-4EC2-9832-3FE0B3323F63}" destId="{FDB33847-F7FA-45A9-A2C9-E324C09CA2DD}" srcOrd="14" destOrd="0" presId="urn:microsoft.com/office/officeart/2005/8/layout/vProcess5"/>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3CF27B0-3409-48EB-AFD6-512DB594A589}">
      <dsp:nvSpPr>
        <dsp:cNvPr id="0" name=""/>
        <dsp:cNvSpPr/>
      </dsp:nvSpPr>
      <dsp:spPr>
        <a:xfrm>
          <a:off x="40134" y="254575"/>
          <a:ext cx="4998067" cy="397501"/>
        </a:xfrm>
        <a:prstGeom prst="roundRect">
          <a:avLst>
            <a:gd name="adj" fmla="val 10000"/>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latin typeface="Times New Roman" pitchFamily="18" charset="0"/>
              <a:cs typeface="Times New Roman" pitchFamily="18" charset="0"/>
            </a:rPr>
            <a:t>Selection of the research domain</a:t>
          </a:r>
        </a:p>
      </dsp:txBody>
      <dsp:txXfrm>
        <a:off x="40134" y="254575"/>
        <a:ext cx="4426892" cy="397501"/>
      </dsp:txXfrm>
    </dsp:sp>
    <dsp:sp modelId="{ABEC79B1-DFA4-4365-A602-C95925A70216}">
      <dsp:nvSpPr>
        <dsp:cNvPr id="0" name=""/>
        <dsp:cNvSpPr/>
      </dsp:nvSpPr>
      <dsp:spPr>
        <a:xfrm>
          <a:off x="418588" y="750972"/>
          <a:ext cx="4998067" cy="434506"/>
        </a:xfrm>
        <a:prstGeom prst="roundRect">
          <a:avLst>
            <a:gd name="adj" fmla="val 10000"/>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latin typeface="Times New Roman" pitchFamily="18" charset="0"/>
              <a:cs typeface="Times New Roman" pitchFamily="18" charset="0"/>
            </a:rPr>
            <a:t>Literature survey and reference collection</a:t>
          </a:r>
        </a:p>
      </dsp:txBody>
      <dsp:txXfrm>
        <a:off x="418588" y="750972"/>
        <a:ext cx="4243493" cy="434506"/>
      </dsp:txXfrm>
    </dsp:sp>
    <dsp:sp modelId="{865E0F50-3B4F-43FC-BBBB-2D61E936F95D}">
      <dsp:nvSpPr>
        <dsp:cNvPr id="0" name=""/>
        <dsp:cNvSpPr/>
      </dsp:nvSpPr>
      <dsp:spPr>
        <a:xfrm>
          <a:off x="830928" y="1261678"/>
          <a:ext cx="4998067" cy="437070"/>
        </a:xfrm>
        <a:prstGeom prst="roundRect">
          <a:avLst>
            <a:gd name="adj" fmla="val 10000"/>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latin typeface="Times New Roman" pitchFamily="18" charset="0"/>
              <a:cs typeface="Times New Roman" pitchFamily="18" charset="0"/>
            </a:rPr>
            <a:t>Assessment of current status of the topic chosen</a:t>
          </a:r>
        </a:p>
      </dsp:txBody>
      <dsp:txXfrm>
        <a:off x="830928" y="1261678"/>
        <a:ext cx="4249741" cy="437070"/>
      </dsp:txXfrm>
    </dsp:sp>
    <dsp:sp modelId="{5DA08515-F200-4D56-BA92-F62B9A3EE95D}">
      <dsp:nvSpPr>
        <dsp:cNvPr id="0" name=""/>
        <dsp:cNvSpPr/>
      </dsp:nvSpPr>
      <dsp:spPr>
        <a:xfrm>
          <a:off x="1249516" y="1832645"/>
          <a:ext cx="4998067" cy="516900"/>
        </a:xfrm>
        <a:prstGeom prst="roundRect">
          <a:avLst>
            <a:gd name="adj" fmla="val 10000"/>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latin typeface="Times New Roman" pitchFamily="18" charset="0"/>
              <a:cs typeface="Times New Roman" pitchFamily="18" charset="0"/>
            </a:rPr>
            <a:t>Formulation of hypothesis</a:t>
          </a:r>
        </a:p>
      </dsp:txBody>
      <dsp:txXfrm>
        <a:off x="1249516" y="1832645"/>
        <a:ext cx="4243493" cy="516900"/>
      </dsp:txXfrm>
    </dsp:sp>
    <dsp:sp modelId="{3235A334-F6F5-49E5-868C-1F2E72D91583}">
      <dsp:nvSpPr>
        <dsp:cNvPr id="0" name=""/>
        <dsp:cNvSpPr/>
      </dsp:nvSpPr>
      <dsp:spPr>
        <a:xfrm>
          <a:off x="4662082" y="620894"/>
          <a:ext cx="335985" cy="335985"/>
        </a:xfrm>
        <a:prstGeom prst="downArrow">
          <a:avLst>
            <a:gd name="adj1" fmla="val 55000"/>
            <a:gd name="adj2" fmla="val 45000"/>
          </a:avLst>
        </a:prstGeom>
        <a:solidFill>
          <a:schemeClr val="lt1">
            <a:alpha val="90000"/>
            <a:tint val="40000"/>
            <a:hueOff val="0"/>
            <a:satOff val="0"/>
            <a:lumOff val="0"/>
            <a:alphaOff val="0"/>
          </a:schemeClr>
        </a:solidFill>
        <a:ln w="15875" cap="flat"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endParaRPr lang="en-US" sz="1500" kern="1200" dirty="0"/>
        </a:p>
      </dsp:txBody>
      <dsp:txXfrm>
        <a:off x="4662082" y="620894"/>
        <a:ext cx="335985" cy="335985"/>
      </dsp:txXfrm>
    </dsp:sp>
    <dsp:sp modelId="{16E72248-AF46-45E8-A081-E04D64E202CA}">
      <dsp:nvSpPr>
        <dsp:cNvPr id="0" name=""/>
        <dsp:cNvSpPr/>
      </dsp:nvSpPr>
      <dsp:spPr>
        <a:xfrm>
          <a:off x="5080670" y="1154294"/>
          <a:ext cx="335985" cy="335985"/>
        </a:xfrm>
        <a:prstGeom prst="downArrow">
          <a:avLst>
            <a:gd name="adj1" fmla="val 55000"/>
            <a:gd name="adj2" fmla="val 45000"/>
          </a:avLst>
        </a:prstGeom>
        <a:solidFill>
          <a:schemeClr val="lt1">
            <a:alpha val="90000"/>
            <a:tint val="40000"/>
            <a:hueOff val="0"/>
            <a:satOff val="0"/>
            <a:lumOff val="0"/>
            <a:alphaOff val="0"/>
          </a:schemeClr>
        </a:solidFill>
        <a:ln w="15875" cap="flat"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endParaRPr lang="en-US" sz="1500" kern="1200" dirty="0"/>
        </a:p>
      </dsp:txBody>
      <dsp:txXfrm>
        <a:off x="5080670" y="1154294"/>
        <a:ext cx="335985" cy="335985"/>
      </dsp:txXfrm>
    </dsp:sp>
    <dsp:sp modelId="{114B1C4A-49B3-4074-AF4B-41170B3369D8}">
      <dsp:nvSpPr>
        <dsp:cNvPr id="0" name=""/>
        <dsp:cNvSpPr/>
      </dsp:nvSpPr>
      <dsp:spPr>
        <a:xfrm>
          <a:off x="5493010" y="1617662"/>
          <a:ext cx="335985" cy="335985"/>
        </a:xfrm>
        <a:prstGeom prst="downArrow">
          <a:avLst>
            <a:gd name="adj1" fmla="val 55000"/>
            <a:gd name="adj2" fmla="val 45000"/>
          </a:avLst>
        </a:prstGeom>
        <a:solidFill>
          <a:schemeClr val="lt1">
            <a:alpha val="90000"/>
            <a:tint val="40000"/>
            <a:hueOff val="0"/>
            <a:satOff val="0"/>
            <a:lumOff val="0"/>
            <a:alphaOff val="0"/>
          </a:schemeClr>
        </a:solidFill>
        <a:ln w="15875" cap="flat"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endParaRPr lang="en-US" sz="1500" kern="1200" dirty="0"/>
        </a:p>
      </dsp:txBody>
      <dsp:txXfrm>
        <a:off x="5493010" y="1617662"/>
        <a:ext cx="335985" cy="335985"/>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B91C9EF4-1AF6-41C6-8B31-F2DDDF1F520A}">
      <dsp:nvSpPr>
        <dsp:cNvPr id="0" name=""/>
        <dsp:cNvSpPr/>
      </dsp:nvSpPr>
      <dsp:spPr>
        <a:xfrm>
          <a:off x="0" y="0"/>
          <a:ext cx="4517013" cy="403497"/>
        </a:xfrm>
        <a:prstGeom prst="roundRect">
          <a:avLst>
            <a:gd name="adj" fmla="val 10000"/>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latin typeface="Times New Roman" pitchFamily="18" charset="0"/>
              <a:cs typeface="Times New Roman" pitchFamily="18" charset="0"/>
            </a:rPr>
            <a:t>Research design</a:t>
          </a:r>
        </a:p>
      </dsp:txBody>
      <dsp:txXfrm>
        <a:off x="0" y="0"/>
        <a:ext cx="4058035" cy="403497"/>
      </dsp:txXfrm>
    </dsp:sp>
    <dsp:sp modelId="{E35D7562-1658-48D6-9EC9-E6A6CBB2BD4D}">
      <dsp:nvSpPr>
        <dsp:cNvPr id="0" name=""/>
        <dsp:cNvSpPr/>
      </dsp:nvSpPr>
      <dsp:spPr>
        <a:xfrm>
          <a:off x="337309" y="459538"/>
          <a:ext cx="4517013" cy="403497"/>
        </a:xfrm>
        <a:prstGeom prst="roundRect">
          <a:avLst>
            <a:gd name="adj" fmla="val 10000"/>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latin typeface="Times New Roman" pitchFamily="18" charset="0"/>
              <a:cs typeface="Times New Roman" pitchFamily="18" charset="0"/>
            </a:rPr>
            <a:t>Actual investigation</a:t>
          </a:r>
        </a:p>
      </dsp:txBody>
      <dsp:txXfrm>
        <a:off x="337309" y="459538"/>
        <a:ext cx="3917430" cy="403497"/>
      </dsp:txXfrm>
    </dsp:sp>
    <dsp:sp modelId="{82AEBB32-5F2C-4C45-9D7A-EF8479B21499}">
      <dsp:nvSpPr>
        <dsp:cNvPr id="0" name=""/>
        <dsp:cNvSpPr/>
      </dsp:nvSpPr>
      <dsp:spPr>
        <a:xfrm>
          <a:off x="674618" y="919077"/>
          <a:ext cx="4517013" cy="403497"/>
        </a:xfrm>
        <a:prstGeom prst="roundRect">
          <a:avLst>
            <a:gd name="adj" fmla="val 10000"/>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latin typeface="Times New Roman" pitchFamily="18" charset="0"/>
              <a:cs typeface="Times New Roman" pitchFamily="18" charset="0"/>
            </a:rPr>
            <a:t>Data analysis</a:t>
          </a:r>
        </a:p>
      </dsp:txBody>
      <dsp:txXfrm>
        <a:off x="674618" y="919077"/>
        <a:ext cx="3917430" cy="403497"/>
      </dsp:txXfrm>
    </dsp:sp>
    <dsp:sp modelId="{912A85AB-8F11-49B6-9B10-FA6ADB3F1630}">
      <dsp:nvSpPr>
        <dsp:cNvPr id="0" name=""/>
        <dsp:cNvSpPr/>
      </dsp:nvSpPr>
      <dsp:spPr>
        <a:xfrm>
          <a:off x="1011928" y="1378615"/>
          <a:ext cx="4517013" cy="403497"/>
        </a:xfrm>
        <a:prstGeom prst="roundRect">
          <a:avLst>
            <a:gd name="adj" fmla="val 10000"/>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latin typeface="Times New Roman" pitchFamily="18" charset="0"/>
              <a:cs typeface="Times New Roman" pitchFamily="18" charset="0"/>
            </a:rPr>
            <a:t>Interpretation of result</a:t>
          </a:r>
        </a:p>
      </dsp:txBody>
      <dsp:txXfrm>
        <a:off x="1011928" y="1378615"/>
        <a:ext cx="3917430" cy="403497"/>
      </dsp:txXfrm>
    </dsp:sp>
    <dsp:sp modelId="{555DB218-B248-45E9-BB0F-DC4BA535E59E}">
      <dsp:nvSpPr>
        <dsp:cNvPr id="0" name=""/>
        <dsp:cNvSpPr/>
      </dsp:nvSpPr>
      <dsp:spPr>
        <a:xfrm>
          <a:off x="1349237" y="1838154"/>
          <a:ext cx="4517013" cy="403497"/>
        </a:xfrm>
        <a:prstGeom prst="roundRect">
          <a:avLst>
            <a:gd name="adj" fmla="val 10000"/>
          </a:avLst>
        </a:prstGeom>
        <a:solidFill>
          <a:schemeClr val="lt1">
            <a:hueOff val="0"/>
            <a:satOff val="0"/>
            <a:lumOff val="0"/>
            <a:alphaOff val="0"/>
          </a:schemeClr>
        </a:solidFill>
        <a:ln w="15875"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a:lnSpc>
              <a:spcPct val="90000"/>
            </a:lnSpc>
            <a:spcBef>
              <a:spcPct val="0"/>
            </a:spcBef>
            <a:spcAft>
              <a:spcPct val="35000"/>
            </a:spcAft>
          </a:pPr>
          <a:r>
            <a:rPr lang="en-US" sz="1600" b="1" kern="1200" dirty="0">
              <a:latin typeface="Times New Roman" pitchFamily="18" charset="0"/>
              <a:cs typeface="Times New Roman" pitchFamily="18" charset="0"/>
            </a:rPr>
            <a:t>Report</a:t>
          </a:r>
        </a:p>
      </dsp:txBody>
      <dsp:txXfrm>
        <a:off x="1349237" y="1838154"/>
        <a:ext cx="3917430" cy="403497"/>
      </dsp:txXfrm>
    </dsp:sp>
    <dsp:sp modelId="{4D8DE1B2-C65E-4C85-B3F0-AFAC017AED74}">
      <dsp:nvSpPr>
        <dsp:cNvPr id="0" name=""/>
        <dsp:cNvSpPr/>
      </dsp:nvSpPr>
      <dsp:spPr>
        <a:xfrm>
          <a:off x="4254739" y="294777"/>
          <a:ext cx="262273" cy="262273"/>
        </a:xfrm>
        <a:prstGeom prst="downArrow">
          <a:avLst>
            <a:gd name="adj1" fmla="val 55000"/>
            <a:gd name="adj2" fmla="val 45000"/>
          </a:avLst>
        </a:prstGeom>
        <a:solidFill>
          <a:schemeClr val="lt1">
            <a:alpha val="90000"/>
            <a:tint val="40000"/>
            <a:hueOff val="0"/>
            <a:satOff val="0"/>
            <a:lumOff val="0"/>
            <a:alphaOff val="0"/>
          </a:schemeClr>
        </a:solidFill>
        <a:ln w="15875" cap="flat"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endParaRPr lang="en-US" sz="1200" kern="1200" dirty="0">
            <a:latin typeface="Times New Roman" pitchFamily="18" charset="0"/>
            <a:cs typeface="Times New Roman" pitchFamily="18" charset="0"/>
          </a:endParaRPr>
        </a:p>
      </dsp:txBody>
      <dsp:txXfrm>
        <a:off x="4254739" y="294777"/>
        <a:ext cx="262273" cy="262273"/>
      </dsp:txXfrm>
    </dsp:sp>
    <dsp:sp modelId="{872F1578-02FA-483F-94A3-035B35E69E9F}">
      <dsp:nvSpPr>
        <dsp:cNvPr id="0" name=""/>
        <dsp:cNvSpPr/>
      </dsp:nvSpPr>
      <dsp:spPr>
        <a:xfrm>
          <a:off x="4592049" y="754315"/>
          <a:ext cx="262273" cy="262273"/>
        </a:xfrm>
        <a:prstGeom prst="downArrow">
          <a:avLst>
            <a:gd name="adj1" fmla="val 55000"/>
            <a:gd name="adj2" fmla="val 45000"/>
          </a:avLst>
        </a:prstGeom>
        <a:solidFill>
          <a:schemeClr val="lt1">
            <a:alpha val="90000"/>
            <a:tint val="40000"/>
            <a:hueOff val="0"/>
            <a:satOff val="0"/>
            <a:lumOff val="0"/>
            <a:alphaOff val="0"/>
          </a:schemeClr>
        </a:solidFill>
        <a:ln w="15875" cap="flat"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endParaRPr lang="en-US" sz="1200" kern="1200" dirty="0">
            <a:latin typeface="Times New Roman" pitchFamily="18" charset="0"/>
            <a:cs typeface="Times New Roman" pitchFamily="18" charset="0"/>
          </a:endParaRPr>
        </a:p>
      </dsp:txBody>
      <dsp:txXfrm>
        <a:off x="4592049" y="754315"/>
        <a:ext cx="262273" cy="262273"/>
      </dsp:txXfrm>
    </dsp:sp>
    <dsp:sp modelId="{4F790A53-8CB7-4755-A0E6-621C2C429F3C}">
      <dsp:nvSpPr>
        <dsp:cNvPr id="0" name=""/>
        <dsp:cNvSpPr/>
      </dsp:nvSpPr>
      <dsp:spPr>
        <a:xfrm>
          <a:off x="4929358" y="1207129"/>
          <a:ext cx="262273" cy="262273"/>
        </a:xfrm>
        <a:prstGeom prst="downArrow">
          <a:avLst>
            <a:gd name="adj1" fmla="val 55000"/>
            <a:gd name="adj2" fmla="val 45000"/>
          </a:avLst>
        </a:prstGeom>
        <a:solidFill>
          <a:schemeClr val="lt1">
            <a:alpha val="90000"/>
            <a:tint val="40000"/>
            <a:hueOff val="0"/>
            <a:satOff val="0"/>
            <a:lumOff val="0"/>
            <a:alphaOff val="0"/>
          </a:schemeClr>
        </a:solidFill>
        <a:ln w="15875" cap="flat"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endParaRPr lang="en-US" sz="1200" kern="1200" dirty="0">
            <a:latin typeface="Times New Roman" pitchFamily="18" charset="0"/>
            <a:cs typeface="Times New Roman" pitchFamily="18" charset="0"/>
          </a:endParaRPr>
        </a:p>
      </dsp:txBody>
      <dsp:txXfrm>
        <a:off x="4929358" y="1207129"/>
        <a:ext cx="262273" cy="262273"/>
      </dsp:txXfrm>
    </dsp:sp>
    <dsp:sp modelId="{049AA53D-3E5A-40FE-8C4B-96C660E152F4}">
      <dsp:nvSpPr>
        <dsp:cNvPr id="0" name=""/>
        <dsp:cNvSpPr/>
      </dsp:nvSpPr>
      <dsp:spPr>
        <a:xfrm>
          <a:off x="5266668" y="1671151"/>
          <a:ext cx="262273" cy="262273"/>
        </a:xfrm>
        <a:prstGeom prst="downArrow">
          <a:avLst>
            <a:gd name="adj1" fmla="val 55000"/>
            <a:gd name="adj2" fmla="val 45000"/>
          </a:avLst>
        </a:prstGeom>
        <a:solidFill>
          <a:schemeClr val="lt1">
            <a:alpha val="90000"/>
            <a:tint val="40000"/>
            <a:hueOff val="0"/>
            <a:satOff val="0"/>
            <a:lumOff val="0"/>
            <a:alphaOff val="0"/>
          </a:schemeClr>
        </a:solidFill>
        <a:ln w="15875" cap="flat" cmpd="sng" algn="ctr">
          <a:solidFill>
            <a:schemeClr val="accent1">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endParaRPr lang="en-US" sz="1200" kern="1200" dirty="0">
            <a:latin typeface="Times New Roman" pitchFamily="18" charset="0"/>
            <a:cs typeface="Times New Roman" pitchFamily="18" charset="0"/>
          </a:endParaRPr>
        </a:p>
      </dsp:txBody>
      <dsp:txXfrm>
        <a:off x="5266668" y="1671151"/>
        <a:ext cx="262273" cy="262273"/>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image" Target="../media/image86.wmf"/><Relationship Id="rId7" Type="http://schemas.openxmlformats.org/officeDocument/2006/relationships/image" Target="../media/image90.wmf"/><Relationship Id="rId2" Type="http://schemas.openxmlformats.org/officeDocument/2006/relationships/image" Target="../media/image85.wmf"/><Relationship Id="rId1" Type="http://schemas.openxmlformats.org/officeDocument/2006/relationships/image" Target="../media/image84.wmf"/><Relationship Id="rId6" Type="http://schemas.openxmlformats.org/officeDocument/2006/relationships/image" Target="../media/image89.wmf"/><Relationship Id="rId11" Type="http://schemas.openxmlformats.org/officeDocument/2006/relationships/image" Target="../media/image94.wmf"/><Relationship Id="rId5" Type="http://schemas.openxmlformats.org/officeDocument/2006/relationships/image" Target="../media/image88.wmf"/><Relationship Id="rId10" Type="http://schemas.openxmlformats.org/officeDocument/2006/relationships/image" Target="../media/image93.wmf"/><Relationship Id="rId4" Type="http://schemas.openxmlformats.org/officeDocument/2006/relationships/image" Target="../media/image87.wmf"/><Relationship Id="rId9" Type="http://schemas.openxmlformats.org/officeDocument/2006/relationships/image" Target="../media/image9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22.wmf"/><Relationship Id="rId1" Type="http://schemas.openxmlformats.org/officeDocument/2006/relationships/image" Target="../media/image8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2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12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5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image" Target="../media/image168.wmf"/><Relationship Id="rId1" Type="http://schemas.openxmlformats.org/officeDocument/2006/relationships/image" Target="../media/image167.wmf"/><Relationship Id="rId5" Type="http://schemas.openxmlformats.org/officeDocument/2006/relationships/image" Target="../media/image171.wmf"/><Relationship Id="rId4" Type="http://schemas.openxmlformats.org/officeDocument/2006/relationships/image" Target="../media/image17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69.wmf"/><Relationship Id="rId2" Type="http://schemas.openxmlformats.org/officeDocument/2006/relationships/image" Target="../media/image176.wmf"/><Relationship Id="rId1" Type="http://schemas.openxmlformats.org/officeDocument/2006/relationships/image" Target="../media/image17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177.wmf"/><Relationship Id="rId1" Type="http://schemas.openxmlformats.org/officeDocument/2006/relationships/image" Target="../media/image16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69.wmf"/><Relationship Id="rId5" Type="http://schemas.openxmlformats.org/officeDocument/2006/relationships/image" Target="../media/image181.wmf"/><Relationship Id="rId4" Type="http://schemas.openxmlformats.org/officeDocument/2006/relationships/image" Target="../media/image18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r>
              <a:rPr lang="en-US" dirty="0"/>
              <a:t>Subhasis Chakravarthy</a:t>
            </a:r>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BE743ABB-67E4-4B86-B13A-8CB4E31898B8}" type="datetimeFigureOut">
              <a:rPr lang="en-US" smtClean="0"/>
              <a:pPr/>
              <a:t>2/28/2020</a:t>
            </a:fld>
            <a:endParaRPr lang="en-US" dirty="0"/>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D2BF8D0F-3A3A-488D-8EBF-7D4D5285637D}" type="slidenum">
              <a:rPr lang="en-US" smtClean="0"/>
              <a:pPr/>
              <a:t>‹#›</a:t>
            </a:fld>
            <a:endParaRPr lang="en-US" dirty="0"/>
          </a:p>
        </p:txBody>
      </p:sp>
    </p:spTree>
    <p:extLst>
      <p:ext uri="{BB962C8B-B14F-4D97-AF65-F5344CB8AC3E}">
        <p14:creationId xmlns:p14="http://schemas.microsoft.com/office/powerpoint/2010/main" xmlns="" val="273020727"/>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1:52.219"/>
    </inkml:context>
    <inkml:brush xml:id="br0">
      <inkml:brushProperty name="width" value="0.05" units="cm"/>
      <inkml:brushProperty name="height" value="0.05" units="cm"/>
      <inkml:brushProperty name="color" value="#FFFFFF"/>
      <inkml:brushProperty name="fitToCurve" value="1"/>
    </inkml:brush>
  </inkml:definitions>
  <inkml:trace contextRef="#ctx0" brushRef="#br0">804 134 0,'-26'0'265,"-26"0"-249,26 0-1,0 0 17,0 0-32,-26 0 15,26 0 1,0 0 0,0 0-1,-25 0 16,25 0 1,0 0-1,0 0 31,-26 0 1,52-26-47,-26 26-1,26-26 1,-26 26-16,0 0 31,-26 0-15,52-26-1,-26 26 1,1 0 15,-1 0 32,-26 0-1,26 0 48,0 0-79,0 0 16,26-52 78</inkml:trace>
  <inkml:trace contextRef="#ctx0" brushRef="#br0" timeOffset="1780">0 4 0,'26'0'406,"26"0"-375,-26 0 16,0 0 31,0 0 172,25 0-250,-25 0 32,0 0-17,0 0 16,26 0-15,-26 0 0,0 0-1,0 0 1,26 0 0,-26 26-16,-1-26 15,1 0 1,26 0-1,-26 0 1,0 0 31</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12.660"/>
    </inkml:context>
    <inkml:brush xml:id="br0">
      <inkml:brushProperty name="width" value="0.05" units="cm"/>
      <inkml:brushProperty name="height" value="0.05" units="cm"/>
      <inkml:brushProperty name="color" value="#FFFFFF"/>
      <inkml:brushProperty name="fitToCurve" value="1"/>
    </inkml:brush>
  </inkml:definitions>
  <inkml:trace contextRef="#ctx0" brushRef="#br0">0 110 0,'132'0'328,"-5"0"-313,-127 25 1,132-25-16,133 0 16,-1 0-16,-132 0 15,265 0 1,-265 0-16,260 0 15,-128-25 1,-132 25-16,265-49 16,-265 49-16,264-24 15,-264 24 1,-4 0-16,4 0 31,132 0-31,-132-25 16,0 25 15,1 0 0,131 0 32,-132 0-16,0 0 15,1 0-46,126 0 15,-127 0-31,0 0 16,0 0-16,133 0 31,-133 0-31,132 0 16,1 0-1,-138 49-15,5-49 16,0 24-16,132-24 15,-131 25 1,-1-25 15,-132 25-31,132 25 63,-132-25-16,-132-25-16,-133 0-31,265 25 16,-132-25-1,0 25-15,0 25 16,-127-26-16,126 25 15,1 51 1,132 24-16,0-25 16,0 1-1,0-51-15,0-24 16,0 25 0,0-25-1,0-50 63,-132 0-78,-132-25 16,132 1 0,-1 24-16,133 0 15,-132 0-15,-132-24 16,132-1-1,5 25-15</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17.991"/>
    </inkml:context>
    <inkml:brush xml:id="br0">
      <inkml:brushProperty name="width" value="0.05" units="cm"/>
      <inkml:brushProperty name="height" value="0.05" units="cm"/>
      <inkml:brushProperty name="color" value="#FFFFFF"/>
      <inkml:brushProperty name="fitToCurve" value="1"/>
    </inkml:brush>
  </inkml:definitions>
  <inkml:trace contextRef="#ctx0" brushRef="#br0">752 200 0,'-26'0'360,"-26"0"-360,26 0 15,-26-52 1,0 52-16,26 0 16,0 0-1,0 0 1,-25 0-1,25 0 1,0 0 15,0 0 16,-26 0 0,26 0 31,0 0 219,0 0-281,-26 0-1,26 0 1,1 0 15,-1 0 0,-26 0 32,26 0 93,26-26 79,26 26-48,0 0-124,0 0-1,0 0 1,25 0 15,-25 0 62,0 0-46,0 0-31,26-26-17,-26 26-30,0 0 0,0 0-1,26 0 1,-26 0 15,-1 0-15,1 0 15,26 0 0,-26 0-31,0 0 16,0 0-16,26 52 16,-26-52-1,0 0 1,0 26-1,25-26 1,-25 0 15,0 0 1,0 0 14,26 0-14,-26 0-32,0 26 15,0-26 1,51 0 0,-51 0 15,0 0 0,26 0 32,-26 0-1,-52 0 141,26 26-172,-26-26-15,0 0 15,0 0 1,-25 0-1,25 0 0,0 0 32,0 0 218,-26 0-234,52 52-16,-26-52-31,0 0 16,0 0 15,-26 0 0,26 0 16,1 0 15,-1 0-15,-26 0-15,26 0 30,26 25-15,-26-25 0,0 0 15,-26 0 16</inkml:trace>
  <inkml:trace contextRef="#ctx0" brushRef="#br0" timeOffset="1273">544 303 0,'26'0'422,"0"0"-407,0 26 1,26-26-1,-26 0 17,0 0-1,0 0 16,25 0 31,-25 0-31,0 0-16,0 0-15,26 0 15,-26 0 16</inkml:trace>
  <inkml:trace contextRef="#ctx0" brushRef="#br0" timeOffset="10244">1218 148 0,'-26'26'250,"-26"-26"-235,26 0-15,-25 0 16,25 0 0,0 26-1,0-26 1,-26 0 15,26 0 0,0 0 32,0 0-1,-26 0 110</inkml:trace>
  <inkml:trace contextRef="#ctx0" brushRef="#br0" timeOffset="11483">803 200 0,'26'0'422,"0"0"-406,0 0-1,26 0 17,-26 0 14,0 0 33</inkml:trace>
  <inkml:trace contextRef="#ctx0" brushRef="#br0" timeOffset="12926">985 200 0,'-52'0'281,"26"0"-265,0 0-16,0 0 31,-26 0-16,26 0 32,52 0 172,0 0-141,0 0-62,0 0-1,26 0 1,-26 0 0,0 0 31,0 0-47,26 0 15,-27 0-15,1 0 16,0 0-1,26 0 1,-26 0 0,0 0-1,0 0 17,26 0-1,-26 0 31</inkml:trace>
  <inkml:trace contextRef="#ctx0" brushRef="#br0" timeOffset="14430">1348 200 0,'-26'0'265,"-26"0"-249,26 0-16,-26 0 15,26 0 1,0 0 0,0 0-1,-25 0 1,25 0 15,0 0 16,0 0 16</inkml:trace>
  <inkml:trace contextRef="#ctx0" brushRef="#br0" timeOffset="15438">985 200 0,'26'0'266,"26"0"-250,-27 0 15,1 0-31,0 0 16,26 0 15,-26 0 16,0 0 15,0 0 63,26 0-62,-26 0-48,0 0 17,-1 0 14</inkml:trace>
  <inkml:trace contextRef="#ctx0" brushRef="#br0" timeOffset="17941">1399 200 0,'0'26'297,"-25"-26"-281,-27 0 0,26 0-1,0 0 16,0 0 1,-26 0 30,78 0 173,0 0-204,0 0-31,26 0 15,-26 0 1,0 0 15,-1 0-15,27 0 15,-26 0-15,0 0-1,0 0 1,26 52 0,-26-52-1,0 0 1,0 0 0,26 0-1,-27 0-15,1 0 31,0 0 1,26 0 15,-52 25 218,0 1-234,-26 0-15,26 52 0,0-26-16,-26 26 15,26-52-15,-26 51 16,26-51 0,0 0-16,0 0 15,0 26 1,0-26-1,0 0 17,0 0-1,0 25 31,0-76 95,0-1-142,0 0 1,0-78-16,0 26 16,0 26-1,0 27-15,0-53 16,0 52-16,0 0 15,0-26 1,0 26-16,0 0 16,0 0-1,0-25-15,0 25 16,0 0 0,0 0-16,0-26 15,0 26 1,26 26-1,-26-26-15,0 0 32,0-26-17,0 26 48,0 52 62,0 0-110,0 0 1</inkml:trace>
  <inkml:trace contextRef="#ctx0" brushRef="#br0" timeOffset="20038">1788 70 0,'-26'0'375,"-25"0"-360,25 0 16,0 0 1,0 0-1,-26 0 0,26 0-15,0 0-1,-52 0 1,52 0-16,0 0 16,1 0-1,-27 0 1,26 0 0,0 0 15,0 0 0,-26 0 32,26 0-1,52 0 422,-26-52-452,26 52-17,0 0 17,0 0-1,26 0-16,-26 0 1,0 0 31,-1 0-16,27 0 32</inkml:trace>
  <inkml:trace contextRef="#ctx0" brushRef="#br0" timeOffset="20437">1451 18 0</inkml:trace>
  <inkml:trace contextRef="#ctx0" brushRef="#br0" timeOffset="20441">1451 18 0</inkml:trace>
  <inkml:trace contextRef="#ctx0" brushRef="#br0" timeOffset="21008">1451 18 0,'26'0'390,"0"0"-390</inkml:trace>
  <inkml:trace contextRef="#ctx0" brushRef="#br0" timeOffset="21574">1503 18 0,'78'26'282,"-26"-26"-282,26 0 15,-53 0 1,1 26-1,0-26 1</inkml:trace>
  <inkml:trace contextRef="#ctx0" brushRef="#br0" timeOffset="21988">1788 70 0</inkml:trace>
  <inkml:trace contextRef="#ctx0" brushRef="#br0" timeOffset="21991">1788 70 0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43.580"/>
    </inkml:context>
    <inkml:brush xml:id="br0">
      <inkml:brushProperty name="width" value="0.05" units="cm"/>
      <inkml:brushProperty name="height" value="0.05" units="cm"/>
      <inkml:brushProperty name="color" value="#FFFFFF"/>
      <inkml:brushProperty name="fitToCurve" value="1"/>
    </inkml:brush>
  </inkml:definitions>
  <inkml:trace contextRef="#ctx0" brushRef="#br0">0 0 0,'26'0'516,"26"0"-454</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49.209"/>
    </inkml:context>
    <inkml:brush xml:id="br0">
      <inkml:brushProperty name="width" value="0.05" units="cm"/>
      <inkml:brushProperty name="height" value="0.05" units="cm"/>
      <inkml:brushProperty name="color" value="#FFFFFF"/>
      <inkml:brushProperty name="fitToCurve" value="1"/>
    </inkml:brush>
  </inkml:definitions>
  <inkml:trace contextRef="#ctx0" brushRef="#br0">156 33 0,'-26'0'593,"0"0"-530,0 0 281,-26 0-251,26 0-30,26-26 171,26 26-93,0 0-110,0 0 16,0 0 16,26 0-17,-26 0-14,0 0-32,0 0 15,26 0 1,-27 0 0,1 0-1,0 0 16,26 0 1,-26 0 30,0 0 1,0 0 62,26 0-94,-26 0 16,0 0 15,-1 0-15,27 0-16,-26 0 1,0 0 15,0 0-16,26 0 16,-26 0 0,0 0 31,0 0-47,26 0 16,-27 0 0,1 0 15,0 0-15,26 0 0,-26 0-16,0 0 0,0 0 16,26 0 0,-26 0 0,0 0-16,-26 26 16,25-26-31,27 0-1,-26 0 17,0 0-17,0 0 17,26 0-1,-26 0 0,0 0-15,0 0-1,25 0 17,-25 0 14,0 0-30,0 0 0,26 0-1,-26 0 17,0 0 14,0 0 1,26 0-15,-26 0-17,-1 0 16,1 0-15,26 0 0,-26 0 31,0 0-32,0 0 1,26 0 15,-26 0 0,0 0-15,0 0 0,25 0-1,-25 0 1,0 0-16,0 0 31,26 0-31,-26 0 16,0 0-1,0 0 1,26 0 0,-26 0 15,-1 0-16,1 0 1,52 0-16,-52 0 31,0 0-31,26 0 16,-26 0 0,0 0-1,51 0 16,-51 0 1,0 0-32,0 0 31,26 0-31,-26 0 16,0 0 15,0 0 0,26 0-15,-27 0-1,1 0 1,0 0-16,26 0 16,-26 0-16,0 0 31,0 0 0,26 0-15,-26 0 31,0 0-16,0 26-31,25-26 15,-25 0-15,0 0 16,52 0 0,-52 0-16,0 0 15,0 0 1,26 0-16,-27 0 16,1 0-1,0 0 1,26 0 15,-26 0 0,0 0-15,0 26 0,26-26-1,-26 0 1,0 0-1,-1 0 1,27 0 0,-26 0 15,0 0 16,0 0 31,-26 26-31,-26-26 265</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53.978"/>
    </inkml:context>
    <inkml:brush xml:id="br0">
      <inkml:brushProperty name="width" value="0.05" units="cm"/>
      <inkml:brushProperty name="height" value="0.05" units="cm"/>
      <inkml:brushProperty name="color" value="#FFFFFF"/>
      <inkml:brushProperty name="fitToCurve" value="1"/>
    </inkml:brush>
  </inkml:definitions>
  <inkml:trace contextRef="#ctx0" brushRef="#br0">32 0 0,'-26'78'250,"26"-27"-250,0 27 15,0-52 1,0 0-16,0 26 16,0-26-16,0 0 15,0 0 1,0 25 15,0-25-15,0 0 15,0 0 16,0 26 47,0-26-63,0 0-16,0 0 1,0 26 0,0-26-16,0-1 15,0 1 17,52 26-1,-52-26 16,0-52 62,0 0-109,0 0 16,0 0-1,0-25 17,-26 51-17,26-26-15,0 0 31,0 0 16</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10.418"/>
    </inkml:context>
    <inkml:brush xml:id="br0">
      <inkml:brushProperty name="width" value="0.05" units="cm"/>
      <inkml:brushProperty name="height" value="0.05" units="cm"/>
      <inkml:brushProperty name="color" value="#FFFFFF"/>
      <inkml:brushProperty name="fitToCurve" value="1"/>
    </inkml:brush>
  </inkml:definitions>
  <inkml:trace contextRef="#ctx0" brushRef="#br0">4791 13 0,'-25'0'344,"-27"0"-329,0 0-15,26 0 16,-26 0-16,0 0 15,26 0 1,-51 0-16,51 0 16,0 0-1,-26 0 1,26 0 0,0 0-1,0 0 16,-26 0 16,26 0-15,0 0-17,1 0 1,-27 0-1,26 0 17,0 0 15,0 0-16,-26 0 0,26 0-15,0 0 15,0 0 0,-25 0 32,25 0-1,0 0-46,0 0-1,-26 0 32,26 0-15,0 0 30,0 0 1,-26 0-1,26 0-46,1 0 15,-1 0 16,-26 0-16,26 0-15,0 0-1,0 0 1,-26 0 31,26 0-32,0 0 17,0 0-17,-25 0 17,25 0-1,0 0-16,0 0 17,-26 0 15,26 0-47,0 0 15,0 0 1,-52 0-16,53 0 15,-53 0-15,26 0 16,26 0 0,-52 0-16,26 0 15,1 0 1,-1 0-16,-26 0 16,52 0-1,-26 0-15,0 0 16,27 0-16,-1 0 15,0 0 1,-26 0-16,26 0 16,0 0-1,0 0 1,-26 0 15,26 0-31,0 0 31,0 0-31,-25 0 16,25 26 0,0-26-1,0 0 1,-26 0 0,26 0-1,0 0 16,0 0 1,-26 0-1,27 0 31,-1 0-46,0 0 0,-26 0-1,26 0 1,0 0 0,0 0-16,-26 0 31,26 0-16,0 26 1,1-26 0,-27 0-16,26 0 15,0 0 1,0 0 0,-26 0-1,26 0 1,0 0 15,-51 52-15,51-52-1,0 0-15,-52 0 16,52 0-16,0 26 16,0-26-1,-26 0 1,26 0-1,0 0 1,1 0 0,-27 0 15,26 0 0,0 0-15,0 0-1,-26 0 17,26 0-17,0 0 17,0 0-1,-25 0 31,25 0-30,0 0-1,0 0-16,-26 0 1,26 0 0,0 0-1,0 0 1,-26 0 15,26 0 16,52 0 94,0 0-126,0 0-15,0 0 16,26 26 0,0-26-16,26 0 15,-27 0 1,27 0-16,0 25 15,0-25 1,-27 0-16,53 0 16,-26 0-16,-26 52 15,26-52 1,-27 0-16,27 0 16,0 0-16,0 0 15,25 0 1,-51 0-16,26 0 15,-52 0 1,26 0-16,-1 0 16,-25 0-16,0 0 15,0 0 1,26 0 0,-26 0 15,0 0 0,0 0 0,26 0-15,-26 0 0,-1 0 15,1 0-31,26 0 15,-26 0-15,26 0 16,0 0 0,-26 0-16,26 0 15,-1 0 1,1 0-16,-26 0 16,52 0-1,-26 0-15,0 0 16,-1 0-16,-25 0 15,52 0 1,-52 0-16,0 0 16,26 0-1,-26 0-15,0 0 16,51 0 15,-51 0-15,0 0-1,0 0-15,52 0 16,-52 0-16,0 0 16,26 0-1,-27 0-15,1 0 16,0 0 0,26 0-16,-26 0 15,0 26 1,52-26-1,-52 0-15,26 0 16,25 0 0,-25 0-16,0 0 15,0 0 1,26 0-16,-53 0 16,27 0-1,0 0-15,0 0 16,-26 0-16,52 0 15,-52 0 1,-1 0-16,27 0 16,-26 0-1,0 0-15,0 0 16,26 0 0,-26 0-1,0 0 1,0 0-1,51 0 1,-51 0 0,0 0-16,26 0 15,0 0 1,-26 0-16,26 0 16,-26 0-16,0 0 15,-1 0 1,27 0-1,-26 0 1,0 0 0,0 0-16,26 0 15,-26 0 1,0 0-16,0 0 16,25 0-1,1 0-15,-26 0 16,26 0-1,-26 0-15,0 0 16,52 0-16,-27 0 16,27 0-1,-26 0-15,26 0 16,-26 0 0,-26 0-16,25 0 15,-25 0-15,0 0 16,0 0-1,26 0 1,-26 0 0,0 0-1,0 0 17,26 0-1,-26 0-31,-1 0 15,53 0 1,-52 0-16,26 0 16,0 0-16,0 0 15,-26 0 1,25 0 0,-25 0-1,0 0 1,0 0-1,26 0 1,0 0 15,-26 0-15,26 0 0,-27 0 15,1 0 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27.593"/>
    </inkml:context>
    <inkml:brush xml:id="br0">
      <inkml:brushProperty name="width" value="0.05" units="cm"/>
      <inkml:brushProperty name="height" value="0.05" units="cm"/>
      <inkml:brushProperty name="color" value="#FFFFFF"/>
      <inkml:brushProperty name="fitToCurve" value="1"/>
    </inkml:brush>
  </inkml:definitions>
  <inkml:trace contextRef="#ctx0" brushRef="#br0">2903 0 0,'-26'0'281,"0"0"-265,-25 0-16,25 0 16,0 0-1,0 0-15,-26 0 31,26 0-31,0 0 16,0 0 0,-26 0-16,1 0 15,25 0 1,-52 0-16,26 0 16,-26 0-16,26 0 15,-25 0 1,51 0-16,-52 0 15,26 0 1,26 0-16,-51 0 16,51 0-16,-52 0 15,52 0 1,-26 0-16,0 0 16,26 0-1,0 0-15,1 0 16,-27 0-1,26 0 1,0 0 0,0 0-1,-26 0 17,26 0-32,-26 0 15,0 0 1,1 0-1,-27 0-15,26 0 16,-26 0 0,26 0-16,27 0 15,-27 0 1,26 0-16,0 0 16,0 0-16,-26 0 31,26 0-31,0 0 15,0 0 1,-25 0 0,25 0-1,0 0 1,0 0 0,-26 0 15,26 0 0,0 0 32,0 0 15,-26 0-16,26 0-46,1 0-16,-1 0 31,-26 0 0,26 0-15,0 0 15,0 0-15,-26 0-1,26 0 17,0 0 15,0 0 15</inkml:trace>
  <inkml:trace contextRef="#ctx0" brushRef="#br0" timeOffset="1503">0 0 0,'26'0'344,"26"0"-328,-26 0 15,0 0-15,0 0-16,26 0 31,-26 0-16,0 0-15,0 0 32,25 0-17,-25 0 17,0 0-1,0 0-16,26 0 1,-26 0 15,0 0 1,0 0-17,26 0 16,-27 0 16,-25 52 125,-25-52-141,-1 0-15,0 0 31,0 0 0</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33.669"/>
    </inkml:context>
    <inkml:brush xml:id="br0">
      <inkml:brushProperty name="width" value="0.05" units="cm"/>
      <inkml:brushProperty name="height" value="0.05" units="cm"/>
      <inkml:brushProperty name="color" value="#FFFFFF"/>
      <inkml:brushProperty name="fitToCurve" value="1"/>
    </inkml:brush>
  </inkml:definitions>
  <inkml:trace contextRef="#ctx0" brushRef="#br0">933 10 0,'-78'0'235,"26"0"-235,-26 0 15,27 0-15,-27 0 16,26 0 0,-26 0-16,26 26 15,1-26 1,25 0-16,0 0 31,0 0-31,-26 0 31,26 0-31,0 0 16,0 0 0,-26 0-1,26 0-15,1 0 31,-1 0 1,-26 0 15,78 0 140,0 0-171,0 0 15,25 0-15,-25 0-1,0 0 1,52 0-1,-52 0 1,26 0-16,25 0 16,-51 0-1,52 0-15,-52 0 16,0 0 0,0 0-16,26 0 15,-26 0 1,0 0-1,0 0-15,25 0 16,-25 0 0,0 0-16,0 0 15,26 0 1,-26 0 0,0 0 15,0 0-16,26 0 17,-27 0 30,1 0 16,0 0-15,26 0-16,-26 0-32,0 0 1,0 0-16,26-26 16,-26 26-16,25 0 15,27 0 1,-26 0-16,0 0 15,-26 0 1,0 0-16,0 0 16,25 0-16,-25 0 15,0 0 17,0 0-17,26 0 16,-26 0 32,-52 0 281,0 0-329,0 0 1,0 0 0,-26 0-16,27 0 15,-1 0 1,0 0-1,-26 0 1,26 0 0,0 0-1,0 0-15,-52 0 16,52 0 0,1 0-16,-27 0 15,26 0-15,0 0 16,0 0-1,-26 0 1,26 0 0,0 0 15,0 0 0,-25 0 16,25 0 16,0 0-1,0 0 94,52 0-62,26 0-78,-27 0-1,1 0 1,0 0-16,52 0 16,-52 26-1,52-26-15,-26 0 16,25 0-1,-25 26-15,-26-26 16,52 0-16,-26 0 16,-1 0-1,-25 0-15,0 0 16,0 0 0,26 0-16,-26 0 15,0 0-15,0 0 16,26 0-1,-26 0-15,0 0 16,-1 0 0,27 0-16,-26 0 15,0 0 17,0 0-32,26 26 15,-26-26 1,0 0-1,0 0 1,25 0 0,-25 0-1,0 0 1,0 0 15,26 0 0,-26 0 16,0 0-15,0 0-1,26 0-16,-26 0 17,-1 0 46,-25 52 0,-51-52-62,25 0-1,0 0 16,0 0-15,-26 0 0,26 0 15,0 0-15,0 0 15,-26 0-16,27 0 1,-1 0 0,0 0-16,-26 0 31,26 0-31,0 0 16,0 0-1,-26 0 1,26 0-1,0 0 1,1 0 31,-27 0-16,26 0 32,0 0-48,0 0 1,26 25 0,-52-25-16,26 0 15,0 0 1,0 0-16,-26 0 31,27 0-15,-1 0 15,0 0 31</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40.180"/>
    </inkml:context>
    <inkml:brush xml:id="br0">
      <inkml:brushProperty name="width" value="0.05" units="cm"/>
      <inkml:brushProperty name="height" value="0.05" units="cm"/>
      <inkml:brushProperty name="color" value="#FFFFFF"/>
      <inkml:brushProperty name="fitToCurve" value="1"/>
    </inkml:brush>
  </inkml:definitions>
  <inkml:trace contextRef="#ctx0" brushRef="#br0">1762 0 0,'-78'0'282,"52"0"-267,1 0-15,-53 0 16,52 0-16,0 0 15,0 0 1,-26 0 0,26 0-1,0 0 1,0 0 0,-25 0 15,25 0-16,0 0-15,-52 0 16,52 0 0,0 0-16,0 0 31,-26 0-31,26 0 16,1 0 15,-1 0 0,-26 0 0,26 0 1,0 0-17,-52 0-15,52 0 16,0 0-1,-51 0-15,51 0 16,0 0-16,0 0 16,-26 0-1,26 0-15,0 0 32,0 0-17,-26 0 1,27 0 31,-1 0-32,0 0 17,-26 0-17,26 0 16,0 0 16,0 0 31,-26 0 172</inkml:trace>
  <inkml:trace contextRef="#ctx0" brushRef="#br0" timeOffset="1245">129 0 0,'26'0'297,"0"0"-297,0 0 16,26 0-16,-26 0 15,0 0 1,0 0 0,25 0 15,-25 0 0,0 0 0,0 0-15,26 0 15,-26 0-15,0 0-1,0 0 1,-26 52 0,52-52 15,-26 0 31</inkml:trace>
  <inkml:trace contextRef="#ctx0" brushRef="#br0" timeOffset="3559">674 52 0,'-52'0'281,"26"0"-265,0 0-16,-26 0 16,26 0-1,0 0 1,0 0 0,-26 0-1,27 0 16,-1 0 1,0 0-1,-26 0 0,26 0 0,0 0 16,0 0 0,-26 0 16,26 0-32,0 0 16,1 0 0,-27 0 15,78 0 110,0 0-156,-1 0-16,27 0 15,-26 0 1,26 0-16,26 0 16,-26 0-1,-1 26-15,-25-26 16,26 0-16,0 0 15,-26 0 1,26 26 0,0-26-1,-26 0-15,-1 0 16,1 0 0,26 0-16,-26 0 15,0 0-15,0 0 31,26 0-31,-26 0 16,26 0 15,-1 0 1,-25 0-17,0 0 1,0 0-1,26 0 17,-26 0-17,0 0 1,0 0 15,26 0 16,-26 0 31,-52 0 141</inkml:trace>
  <inkml:trace contextRef="#ctx0" brushRef="#br0" timeOffset="5966">1296 104 0,'-26'0'375,"-26"0"-375,-26 0 16,52 0-16,-52 0 15,27 0-15,25 0 16,-26 0 0,26 0-1,0 0-15,0 0 16,-26 0 0,26 0-1,0 0 1,0 0 15,-25 0 0,25 0 1,0 0-17,0 0 1,-26 0 15,26 0 0,0 0 32,78 0 140,-26 0-172,0 0 0,0 0 16,26 0 16,-26 0 15,-1 0-16,1 0 17,26 0-17,-26 0 16,0 0 32,-26 26-95</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50.084"/>
    </inkml:context>
    <inkml:brush xml:id="br0">
      <inkml:brushProperty name="width" value="0.05" units="cm"/>
      <inkml:brushProperty name="height" value="0.05" units="cm"/>
      <inkml:brushProperty name="color" value="#FFFFFF"/>
      <inkml:brushProperty name="fitToCurve" value="1"/>
    </inkml:brush>
  </inkml:definitions>
  <inkml:trace contextRef="#ctx0" brushRef="#br0">311 0 0,'-52'0'297,"26"0"-297,0 0 31,0 0-31,-25 0 31,25 0-15,0 0 15,0 0 32,-26 0-1,78 0 188,0 0-234,0 0 15,26 0-15,-26 0 15,-1 0-15,1 0-1,26 0 1,-26 0 31,0 0 15,0 0-46,26 0 15,-26 0-31,0 0 16,0 0-1,51 0 1,-51 0 15,0 0-15,26 0 0,-26 0 46,0 0 1</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06.577"/>
    </inkml:context>
    <inkml:brush xml:id="br0">
      <inkml:brushProperty name="width" value="0.05" units="cm"/>
      <inkml:brushProperty name="height" value="0.05" units="cm"/>
      <inkml:brushProperty name="color" value="#FFFFFF"/>
      <inkml:brushProperty name="fitToCurve" value="1"/>
    </inkml:brush>
  </inkml:definitions>
  <inkml:trace contextRef="#ctx0" brushRef="#br0">3317 106 0,'-78'-26'266,"27"26"-266,25 0 15,-52 0-15,52 0 16,0 0-1,-26 0-15,26 0 16,0 0 0,0 0-1,-25 0 1,25 0 0,0 0 30,0 0-30,-26 0 15,26 0-31,-26 0 16,0 0-16,27-26 16,-27 26-1,0 0-15,26 0 16,0 0-1,0 0-15,-26 0 16,26 0 0,0 0-1,1 0 17,-27 0 14,26 0 1,0 0 31,0 0-31,-52 0-31,52 0 0,-51 0-16,25 0 15,26 0-15,-26 0 16,0 0-1,26 0 1,-26 0 0,26 0-1,0 0 1,1 0 15,-27 0 0,26 0 1,0 0-1,0 0-15,-26 0-1,26 0-15,0 0 16,0 0-1,-25 0 1,25 0-16,0 0 31,0 0-15,-26 0 15,26 0 16,0 0 16,0 0-48,-26 0 32,26 0-31,1 0 15,-1 0-15,-26 0-1,26 0 1,0 0-1,0 0-15,-26 0 16,26 0 0,0 0-1,0 0 17,-25 0-1,25 0 16,0 0 31,0 26-47,-26-26 0,26 0-15,0 0 15,0 0 0,-26 0 32,26 0-1,1 0-30,-1 0-1,-26 0-15,26 0-1,0 0 1,0 0 15,-26 0 0,26 0 47,0 0 63,78 0 375,-26 0-454,0 0 1,0 0 15,-52 0 312,-26 0-311,26 0 358</inkml:trace>
  <inkml:trace contextRef="#ctx0" brushRef="#br0" timeOffset="2631">103 80 0,'-26'0'468,"0"0"-405,26 52 140,0-26-172,0 0 1,26-26-1,-26 26-16,52-26 48,-52 52-47,0-78 218,0 0-125,-26 26-46,0 0-16,0 0 15,-25 0 1,77 0 124,-26 52-171,25-52 15,-25 25 0,26-25 1,-26 26-1,52-26 16,-52 26-32,0 26 110</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53.310"/>
    </inkml:context>
    <inkml:brush xml:id="br0">
      <inkml:brushProperty name="width" value="0.05" units="cm"/>
      <inkml:brushProperty name="height" value="0.05" units="cm"/>
      <inkml:brushProperty name="color" value="#FFFFFF"/>
      <inkml:brushProperty name="fitToCurve" value="1"/>
    </inkml:brush>
  </inkml:definitions>
  <inkml:trace contextRef="#ctx0" brushRef="#br0">622 0 0,'-52'0'406,"26"0"-406,-26 0 16,0 0-1,1 0-15,25 0 16,-26 0 0,26 0-16,0 0 15,0 0-15,-26 0 31,26 0-15,0 0 0,0 0-1,-25 0 32,25 0-31,0 0 62,78 0 141,-26 0-188,-1 0 0,1 0 0,26 0-15,-26 0 15,0 0-15,0 0 31,26 0 0,-26 0 0,0 0 15,0 26-15,25-26-31,-25 0 15,0 0 0,0 0 0,26 0 1,-26 0-1,-26 26-16,26-26-15,0 0 32,26 0-17,-26 0 1,-1 0 0,1 0-1,26 0 16,-26 0 1,-26 52-17,26-52 1,0 0 15,26 0 32,-78 0 155,0 0-202,26-26 15,-26 26 1,26-26 14,-52 26-14,52-26-1,-26 26 125</inkml:trace>
  <inkml:trace contextRef="#ctx0" brushRef="#br0" timeOffset="1790">803 26 0,'-52'0'297,"1"0"-282,25 0-15,0 0 16,0 0 0,-26 0-1,26 0 1,0 0 15,0 0 16,-26 0-31,26 0-1,1 0 1,-1 0 15,-26 0 0,26 0 1,0 0 30,0 0 16,-26 0 94,26 0-125,0 0 15</inkml:trace>
  <inkml:trace contextRef="#ctx0" brushRef="#br0" timeOffset="2945">129 26 0,'52'0'297,"-26"0"-297,0 0 31,0 0-31,26 0 15,-26 0 17,0 0-1,0 0-15,25 0 15,-25 0 16,0 0 31,0 0 31,26 0-78,-26 0 1,0 0-17,0 0 32</inkml:trace>
  <inkml:trace contextRef="#ctx0" brushRef="#br0" timeOffset="4254">648 26 0,'-26'0'375,"-26"0"-359,26 0 15,0 0 0,0 0-15,-26 0 0,26 0 15,1 0 0,-1 26 0,-26-26 16,26 0-16,26 52-31,-26-52 16,0 0 15,-26 0-15,26 0 15,0 0 32</inkml:trace>
  <inkml:trace contextRef="#ctx0" brushRef="#br0" timeOffset="23685">829 0 0,'-26'0'266,"0"0"-266,0 0 31,-25 0-31,25 0 31,0 0-31,0 0 16,-26 0-1,0 0 1,26 0-16,-52 0 16,53 0-1,-1 0-15,-26 0 16,26 0-1,0 0-15,0 0 32,-26 0-17,26 0 17,0 0-1,0 0 31,52 0 470,26 0-486,-26 0 17,-52 0 421,0 0-406,0 0-15</inkml:trace>
  <inkml:trace contextRef="#ctx0" brushRef="#br0" timeOffset="26159">129 0 0,'52'0'531,"-26"0"-499,0 0-1,0 0 0,26 0 32,-26 0-1,-52 0 297,0 0-312,0 0 0,0 0 31,-26 0 204</inkml:trace>
  <inkml:trace contextRef="#ctx0" brushRef="#br0" timeOffset="27366">181 0 0,'26'0'375,"0"26"-360,0-26 17,26 0-17,-26 0 1,0 0 15,0 0 16,25 0-16,-25 0 16,0 0 0,0 0-16,26 0 32,-52 26-32</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26.591"/>
    </inkml:context>
    <inkml:brush xml:id="br0">
      <inkml:brushProperty name="width" value="0.05" units="cm"/>
      <inkml:brushProperty name="height" value="0.05" units="cm"/>
      <inkml:brushProperty name="color" value="#FFFFFF"/>
      <inkml:brushProperty name="fitToCurve" value="1"/>
    </inkml:brush>
  </inkml:definitions>
  <inkml:trace contextRef="#ctx0" brushRef="#br0">622 1 0,'-52'0'359,"26"0"-343,0 0-1,0 0 1,-26 0 0,26 0 30,1 0-30,-1 0 47,-26 0-1,26 0 1,0 0 15,0 0-16,-26 0 219,26 0-249,0 0-1,0 0-15,26 26-1,-51-26-15,25 0 47,0 0 16,78 0 187,-26 0-235,-1 0 16,1 0-31,26 0 32,-26 0-32,0 0 31,0 0-15,26 0 15,-26 0-31,0 0 15,0 0 1,25 0-16,-25 0 16,0 0-1,0 0 1,26 0 15,-26 0-15,0 0-1,0 0 1,26 0 31,-26 0 0,-1 0-32,1 0 17,26 0-17,-26 0 48,0 0 15,0 0-47,26 0 0,-26 0-15,0 0 31,0 0 15,25 0-30,-25 0-1,0 0 0,-78 0 172,26 0-125,1 0 16</inkml:trace>
  <inkml:trace contextRef="#ctx0" brushRef="#br0" timeOffset="2594">1037 27 0,'-26'0'328,"-26"0"-296,26 0-32,0 0 15,0 0 16,-26 0-15,26 0 0,0 0 15,0 0-15,-25 0 15,25 0 0,0 0-31,0 0 16,-26 0-1,26 0 1,0 0-16,0 0 31,-26 0-15,26 0-1,1 0 17,-1 0-17,-26 26 1,26-26 15,0 0 16,0 0-31,-26 0 15,26 0 16,0 0-16,0 0 32,52 0 249,26 0-249,-26 0-32,0 0 16,0 0-16,26 0 0,-26 0 0,0 0 1,0 0-1,25 0 16,-25 0 31,-26 26 0,-26-26-15,0 0-48,1 0 1,-1 0 15,-26 0 16,26 0-16,0 0 32,26 52-16</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33.854"/>
    </inkml:context>
    <inkml:brush xml:id="br0">
      <inkml:brushProperty name="width" value="0.05" units="cm"/>
      <inkml:brushProperty name="height" value="0.05" units="cm"/>
      <inkml:brushProperty name="color" value="#FFFFFF"/>
      <inkml:brushProperty name="fitToCurve" value="1"/>
    </inkml:brush>
  </inkml:definitions>
  <inkml:trace contextRef="#ctx0" brushRef="#br0">1399 18 0,'-25'0'266,"-1"0"-250,0 0-16,0 0 15,-26 0 1,26 0-1,0 0 1,0 0 0,-26 0-1,1 0 1,25 0-16,-26 0 16,26 0-1,0 0-15,0 0 16,-26 0-16,26 0 31,0 0-31,0 0 31,-25 0-15,25 0 15,0 0 32,0 0-32,-26 0-31,26 0 16,0 26-16,0-26 15,-26 0 1,26 0-1,1 0-15,-1 0 32,-26 0-1,26 0-15,0 0 46,0 0 360,-26 0-391,26 0 0,26 52 16,-26-52-31,0 0 15,-25 0-15,25 0 15,0 0 0,0 0 16</inkml:trace>
</inkml:ink>
</file>

<file path=ppt/ink/ink1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42.097"/>
    </inkml:context>
    <inkml:brush xml:id="br0">
      <inkml:brushProperty name="width" value="0.05" units="cm"/>
      <inkml:brushProperty name="height" value="0.05" units="cm"/>
      <inkml:brushProperty name="color" value="#FFFFFF"/>
      <inkml:brushProperty name="fitToCurve" value="1"/>
    </inkml:brush>
  </inkml:definitions>
  <inkml:trace contextRef="#ctx0" brushRef="#br0">135 30 0,'-26'0'329,"0"0"-298,0 0 0,-25 0 0,25 0 47,52 0 219,25-26-265,-25 26-17,52 0-15,-52 0 16,52 0-1,-26 0-15,-26 0 16,25 0 0,-25 0-16,0 0 15,0 0 17,26 0-17,-26 0 16,0 0 32,0 0 109,26 0-78,-26 0-32,-1 0-31,1 0 16,26 0-16,-26 0 1,0 0 15,0 0-1,-26 26-30,52-26 0,-26 0 15,0 0 0,0 0 47,25 0 63,-25 0-110,0 0 0,0 0 1,26 0 30,-26 0-31,0 0 1,-26 26-17,26-26 17,26 0 30,-27 0-46,1 0-16,0 0 31,26 0-31,-26 0 16,0 0-1,0 0 16,26 0 1,-26 0 30,0 0 1,-1 0-48,27 0 17,-26 0-17,0 0 1,0 0 31,-52 0 312,-26 0-312,26 0 0,0 0-16,1 0-15,-27 0 31,26 0-16,0 0 0,26 26-15,-26-26 15,-26 0 0,26 0 0,0 0-15,0 0 15,-25 0 1,25 0 30,52 0 219</inkml:trace>
  <inkml:trace contextRef="#ctx0" brushRef="#br0" timeOffset="2750">1042 108 0,'26'0'328,"0"0"-328,0 0 31,26 0-15,-26 0-1,0 0 32,0 0 16,26 0-16,-27 0-16,1 0-15,0 0 15,26 0-16,-26 0 32,0 0 0,0 0-31,26 0 15,-26 0 0,0 0 16,-26 52 47</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59.467"/>
    </inkml:context>
    <inkml:brush xml:id="br0">
      <inkml:brushProperty name="width" value="0.05" units="cm"/>
      <inkml:brushProperty name="height" value="0.05" units="cm"/>
      <inkml:brushProperty name="color" value="#FFFFFF"/>
      <inkml:brushProperty name="fitToCurve" value="1"/>
    </inkml:brush>
  </inkml:definitions>
  <inkml:trace contextRef="#ctx0" brushRef="#br0">1114 134 0,'-51'0'297,"25"0"-281,0 0-1,-26 0 1,26 0-1,0 0 32,0 0-31,-26 0 0,26 0-1,0 0 1,1 0-1,-27 0 17,26 0-17,0-52 17,0 52-17,-26 0 16,26 0-15,0 0 15,0 0 1,-25 0 46,25 0-31,0 0-32,0 0 1,-26 0-1,26 0 1,0 0 0,0 0 15,-26 0 16,26 0 0,1 0 15,-1 0-46,-26 0 15,26 0 0,0 0 32,26-26 77,52 26-93,-26 0 0,0 0-31,0 0-1,25 0 1,-25 0-16,0 0 31,0 0-15,52 0 0,-52 0-16,0 0 15,26 0 1,-27 0-16,1 0 15,0 0-15,26 0 16,-26 0 0,26 0-1,0 0 17,-26 0-17,0 0 16,-1 0 1,27 0 46,-26 0-47,0 0 0,0 0 32,-26 26-32,52-26-15,-26 0 46,0 0-46,0 0 15,26 0-31,-27 0 16,1 0-1,0 0 17,26 0-17,-26 0 1,0 0-1,0 0-15,26 0 16,-26 0 0,0 0-16,-1 0 15,27 0 1,-26 0 0,0 0-1,0 0 16,26 0-15,-26 0-16,0 0 16,0 0-1,25 0 1,-25 0 15,0 0-15,0 0-16,52 0 15,-52 0 1,0 0-16,26 0 16,-26 0-1,-1 0-15,1 0 32,26 0-17,-26 0-15,0 0 31,0 0 1,26 0-17,-26 0 1,0 0 0,0 0-16,25 0 31,-25 0-31,0 0 31,0 0-15,26 0 46,-26 0-46,0 0-16,0 0 15,26 0 1,-26 0-16,-1 0 16,1 0-1,26 0-15,-26 0 16,0 0 0,0 0 15,26 0 0,-26 0 16,0 0-31,0 0-16,25 0 15,1 0 1,-26 0-1,26 0 1,-26 0 0,0 0-1,0 0 17,26 0-17,-27 0 1,1 0-1,0 0 1,26 0-16,-26 0 31,0 0-31,0 0 16,26 0 0,-26 0-1,0 0 1,0 0-16,25 0 31,-25 0-31,0 0 16,0 0-1,26 0 1,-26 0 15,0 0 0,0 0-15,26 0 0,-27 0-1,1 0 1,0 0 0,26 0-1,-26 0 16,0 0 1,0 0-32,26 0 15,-26 0 1,0 0-16,-1 0 16,27 0-16,-26 0 31,0 0-16,0 0 1,26 0 15,-26 0 16,0 0-31,0 0-16,25 0 31,-25 0-31,0 0 31,0 0-15,26 0 0,-26 0-16,26 0 15,0 0 16,-26 0-31,0 0 32,-1 0-17,27 0 17,-26 0-17,0 0 1,0 0 15,26 0-31,-26 0 16,0 0 15,0 0-31,25 0 16,-25 0-1,0 0 1,0 0-1,26 0-15,-26 0 16,0 0-16,0 0 16,26 0-1,-26 0-15,-1 0 32,1 0-17,26 0 1,-26 0-1,0 0 1,0 0 0,26 0-1,-26 0 17,0 0-17,0 0 1,25 0-1,-25 0 1,0 0-16,0 0 16,26 0-16,-26 0 15,0 0 1,0 0 0,26 0-1,-26 0 1,-1 0-1,1 0-15,26 0 16,-26 0 0,0 0-16,0 0 15,26 0-15,-26 0 16,0 0 0,0 0-16,25 0 15,1 0 1,-26 0 15,52 0-31,-52 0 16,0 0-16,26 0 15,-27 0-15,1 0 16,52 0 0,-52 0-16,0 0 15,0 0 1,26 0-16,-26 0 15,0 0 1,-1 0-16,27 0 16,-26 0-16,0 0 15,0 0 1,26 0 0,-26 0-16,26 0 15,0 0-15,-27 0 16,1 0-1,0 0 1,26 0-16,-26 0 16,0 0-1,0 0-15,26 0 16,-26 0 0,0 0-1,-1 0 1,27 0-16,0 0 15,-26 0 1,26 0-16,-26 0 16,0 0-16,0 0 15,25 0 1,-25 0 0,0 0-1,0 0 16,26 0-15,-26 0 47,0 0-32,0 0 0,26 0 0,-26 0 32,-1 0-32,1 0-15,26 0-1,-26 0 1,0 0 0,0 0-1,26 0 1,-26 0-16,-26-26 15,26 26 1,0 0-16,25 0 31,-25 0-31,0-26 16,0 26 15,26 0 0,-26 0-15,0 0 0,0 0-1,26 0 1,-26-26 15,-1 26-15,1 0-1,26 0 1,-26 0-16,0 0 16,0 0-1,26 0 1,-26 0 0,0 0-1,0 0 16,25 0-31,-25 0 16,0 0 0,0 0-16,26 0 15,-26 0-15,0 0 16,0 26 0,26-26-16,-27 0 15,1 0 16,0 52-15,26-52 15</inkml:trace>
</inkml:ink>
</file>

<file path=ppt/ink/ink1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02.878"/>
    </inkml:context>
    <inkml:brush xml:id="br0">
      <inkml:brushProperty name="width" value="0.05" units="cm"/>
      <inkml:brushProperty name="height" value="0.05" units="cm"/>
      <inkml:brushProperty name="color" value="#FFFFFF"/>
      <inkml:brushProperty name="fitToCurve" value="1"/>
    </inkml:brush>
  </inkml:definitions>
  <inkml:trace contextRef="#ctx0" brushRef="#br0">0 11 0,'26'0'281,"0"0"-281,0 0 16,26 0-1,-26 0-15,0 0 16,0 0 15,26 0 0,-26 0-15,-1 0 31,1 26-31,26-26-1,0 0-15,-26 0 16,78 0-1,-27 0-15,-25 0 16,26 0 0,-26-26-16,26 26 15,-27 0-15,27 0 16,-52 0 0,26 0-16,0 0 15,-26 0 1,0 0-16,0 0 15,25 0 1,-25 0 0,0 0 15,0 0 0,26 0 32,-26 0 234</inkml:trace>
  <inkml:trace contextRef="#ctx0" brushRef="#br0" timeOffset="2426">1452 11 0,'104'0'250,"-53"26"-250,27-26 16,-26 0-1,-26 0-15,26 0 16,-26 0-16,0 0 16,-1 0-1,27 0 17,-26 0-17,0 0 1,0 0 31,26 0-16,-26 0-15,0 0-1,0 0 16,25 0 1,-25 0 30,0 0-31,0 0-31,26 0 16,-26 0-16,0 0 16,0 0-1,52 0-15,-27 0 16,27 0 0,-26 0-16,26 0 15,-26 0-15,25 0 16,-25 0-1,26 0-15,-52 0 16,52 0 0,-52 0-16,25 0 15,1 0 1,-26 0-16,26 0 16,0 0-16,0 0 15,51 0 1,-51 0-1,26 0-15,-26 0 16,26 0-16,-53 0 16,53 0-1,-52 0-15,0 0 16,0 0 0,26 0-16,-26 0 15,0 0 1,0 0-1,25 0 1,-25 0-16,0 0 16,0 0-1,26 0-15,-26 0 16,0 0 0,0 0-16,26 0 31,-27 0-16,1 0 32,0 0 31,26 0-62,-26 0-16,0 0 16,0 0-1,26-26-15,-26 26 16,0 0 0,-1 0-1,27 0 16,-26 0 32,0 0-16,0 0-32,26 0 1,-26 0 0,0 0 15,0 0 0,26 0 16,-27 0 16,-50 0 374</inkml:trace>
  <inkml:trace contextRef="#ctx0" brushRef="#br0" timeOffset="4829">5055 11 0,'0'26'344,"-26"-26"-344,0 0 15,0 0 1,-26 0 15,26 0-15,0 0 0,0 0-1,-26 0 16,26 0-31,0 0 16,1 0-16,-27 0 16,0 0-1,26 26-15,-52-26 16,26 0 0,1 0-16,25 0 15,0 0 1,0 0-16,-26 0 31,26 0-31,0 0 16,0 0 15,-26 0 0,26 0 0,26 26-15,-25-26 15,-1 0-15,-26 52 15,26-52-15,0 0 15,0 0 0,-26 0 32,78 0 46,0 0-93,52 0-1,-52 0-15,26 0 16,25-26 0,-51 26-16,52 0 15,-52 0-15,0 0 16,0 0 0,26 0-16,-27 0 31,1 0-16,0 0 17,26 0-1,-26 0 16,0 0 0,0 0-16,26 0 16,-26 0 15,0 0 1,-1 0-48,27 0 17,-26 0-17,0 0 17,0 0 30,26 0 1,-26 0-17,0 0-14</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24.450"/>
    </inkml:context>
    <inkml:brush xml:id="br0">
      <inkml:brushProperty name="width" value="0.05" units="cm"/>
      <inkml:brushProperty name="height" value="0.05" units="cm"/>
      <inkml:brushProperty name="color" value="#FFFFFF"/>
      <inkml:brushProperty name="fitToCurve" value="1"/>
    </inkml:brush>
  </inkml:definitions>
  <inkml:trace contextRef="#ctx0" brushRef="#br0">907 64 0,'26'0'312,"26"0"-296,-26 0 0,0 0-1,0 0 17,26 0-1,-26 0-31,26 0 15,25 0 1,-51 0 0,0 0-1,26 0 1,-26 0 0,0 0-1,0 0 16,26 0 16,-27 0 31,1 0 79,0 0-126,26 0 0,-26 0 16,0 0 31,-78 0 407,26 0-454,0 26-16,0-26 1,-25 0 0,25 0-16,0 0 15,0 0 1,-26 0-16,26 0 16,0 26-16,0-26 15,-26 0 1,26 0-1,1 0-15,-1 0 16,-26 0 0,26 0-1,0 0 17,0 0-17,-26 0-15,0 0 16,26 0-1,-51 0-15,51 0 16,-52 0-16,52 0 16,-26 0-1,0 0 1,26 0 0,1 0-16,-1 0 31,-26 0-16,26 0 17,0 0-1,0 0 0,-26 0 32,26 0-48,0 0 1,-51 0-16,51 0 16,0 0-1,0 0 1,-26 0-1,26 0 1,0 0 15,0 0 16,26 26 63,26-26-95,26 0 16,-26 0 16,0 0 31,-26-26 204,0-26-251,0 26 31,0 0 1,0 0 15,0 52 328,0 26-343</inkml:trace>
</inkml:ink>
</file>

<file path=ppt/ink/ink2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27.975"/>
    </inkml:context>
    <inkml:brush xml:id="br0">
      <inkml:brushProperty name="width" value="0.05" units="cm"/>
      <inkml:brushProperty name="height" value="0.05" units="cm"/>
      <inkml:brushProperty name="color" value="#FFFFFF"/>
      <inkml:brushProperty name="fitToCurve" value="1"/>
    </inkml:brush>
  </inkml:definitions>
  <inkml:trace contextRef="#ctx0" brushRef="#br0">247 55 0,'26'0'313,"26"0"-313,-1 0 15,-25 0 1,26 0-1,-26 0-15,0 0 16,0 0-16,26 0 31,-26 0-31,0 0 32,0 0-17,25 0 16,-25 0 1,0 0 46,0 0 31,26 0-62,-26 0-16,0 0 1,0 0 14,26 0 33,-26 0-17,-1 0 16,-76 0 391,25 26-438,0-26-31,0 0 16,-26 0-1,0 0 1,-26 0 0,52 0-1,1 0 1,-1 0 0,-26 0-1,26 0 1,0 0-1,0 0 1,-26 0 15,26 0-15,0 0 0,0 0-1,-25 0 1,25 0-16,0 0 15,0 0 1,-26 0-16,26 0 16,0 0 15,0 0-15,-26 0 15,27 0 16,-1 0 31,77 0 344,-25 0-407,0 0 32,0 0-31,26 0-1,-26 0 17,0 0 15,0 0 15,26 0 1</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31.366"/>
    </inkml:context>
    <inkml:brush xml:id="br0">
      <inkml:brushProperty name="width" value="0.05" units="cm"/>
      <inkml:brushProperty name="height" value="0.05" units="cm"/>
      <inkml:brushProperty name="color" value="#FFFFFF"/>
      <inkml:brushProperty name="fitToCurve" value="1"/>
    </inkml:brush>
  </inkml:definitions>
  <inkml:trace contextRef="#ctx0" brushRef="#br0">1763 36 0,'26'0'719,"-1"0"-672,1 0-16,26 0 0,-26 0 0,0 0 1,0 0 46,26 0-63,-26 0 1,0-26 0,0 26-1,25 0 1,-25 0 0,0 0 30,0 0 1,26 0 235,-26 0-220,0 0-46,0 0-1,26 0 1,-26 0-16,-1 0 31,1 0-15,26 0 46,-26 0 1,-52 0 124,0 0-155,0 0-17,0 0 1,-25 0-1,25 0 1,0 0-16,-52 0 16,52 0-1,-26 0-15,0 26 16,1-26 0,-27 0-16,52 0 15,-26 0-15,0 0 16,0 0-1,26 26 1,-25-26-16,-1 0 16,26 0-16,-26 0 15,0 0 1,26 26-16,-26-26 31,27 0-31,-1 0 16,0 0-1,-26 0 1,26 0 15,0 0-15,0 52 0,-26-52-1,26 0-15,0 0 16,1 0-1,-27 0 1,26 0-16,0 0 31,0 0-15,-26 0 0,26 0 15,0 0 16,0 0 31,-26 0-16,27 25-30,-27-25-17,0 0 1,26 0-1,0 0-15,0 0 16,-26 0 0,26 0-1,0 0 1,1 0 0,-27 0 15,26 0 0,0 0-15,0 0-1,-52 0 1,52 0-16,0 0 16,-51 0-1,51 0 1,0 0-16,-26 0 15,26 0 1,0 0 15,0 0 16</inkml:trace>
</inkml:ink>
</file>

<file path=ppt/ink/ink2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11.418"/>
    </inkml:context>
    <inkml:brush xml:id="br0">
      <inkml:brushProperty name="width" value="0.05" units="cm"/>
      <inkml:brushProperty name="height" value="0.05" units="cm"/>
      <inkml:brushProperty name="color" value="#FFFFFF"/>
      <inkml:brushProperty name="fitToCurve" value="1"/>
    </inkml:brush>
  </inkml:definitions>
  <inkml:trace contextRef="#ctx0" brushRef="#br0">3162 24 0,'-103'0'250,"25"26"-235,0-26-15,26 0 16,0 0 0,26 0-16,1 0 15,-1 0 1,-26 0 0,26 0-1,0 0 1,0 0-1,-26 0 17,26 0-32,0 0 15,0 0 1,-25 0-16,25 0 16,0 0-1,0 0 1,-26 0-1,26 0 17,0 0-1,0 0 0,-26 0 0,26 0-15,1 0-16,-1 0 16,-52 0-16,52 0 15,-52 0 1,52 0-16,0 0 16,0 0-1,-25 0 1,25 0-16,0 0 31,0 0-15,-26 0 31,26 0-32,0 0 16,0 0-31,-26 0 16,27 0 0,-27 0-16,0 0 15,26 0-15,-26 0 16,0 0 0,26 0-1,0 0 1,0 0-1,-25 0 1,25 0 15,0 0 1,0 0-1,-26 0-16,26 0 1,0 0 0,0 0-1,-26 0 1,27 0 0,-1 0-1,0 0 16,-26 0 1,26 0-17,-26 0 1,0 0-16,26 0 16,-25 0-16,-1 0 15,26 0 1,0 0-1,0 0-15,-26 0 32,26 0-17,0 0 17,0 0-1,26 26-31,-51-26 15,25 0 1,0 0 15,0 0-15,-26 0 31,26 0 0,0 0 15,78 0 454,-26 0-454,0 0-30,0 0 30,26 0 1,-27 0 15,1 0-16,-26 26 188,-51-26-94,25 0-124,0 0-1,0 0 0,-26 0 32,26 0-1,52 0 157,0 0-203,0 0 30,0 0-30,26 0 15,-27 0 16,1 0 16,-26 52-63</inkml:trace>
  <inkml:trace contextRef="#ctx0" brushRef="#br0" timeOffset="2275">0 231 0,'26'0'297,"26"0"-297,0 0 16,26 0-1,-53 0-15,1 0 16,0 0-16,26 0 16,-26 0-1,0 0 1,0 0-1,26 0 17,-26 0-1,0 0 16,-1 0 31</inkml:trace>
</inkml:ink>
</file>

<file path=ppt/ink/ink2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18.017"/>
    </inkml:context>
    <inkml:brush xml:id="br0">
      <inkml:brushProperty name="width" value="0.05" units="cm"/>
      <inkml:brushProperty name="height" value="0.05" units="cm"/>
      <inkml:brushProperty name="color" value="#FFFFFF"/>
      <inkml:brushProperty name="fitToCurve" value="1"/>
    </inkml:brush>
  </inkml:definitions>
  <inkml:trace contextRef="#ctx0" brushRef="#br0">1209 0 0,'-52'0'282,"-51"26"-267,25-26-15,-52 0 16,1 0-1,25 0-15,0 26 16,53-26 0,-27 0-16,52 0 15,0 0-15,-26 0 16,26 0 0,0 0-1,0 0 1,-25 0 31,25 0-16,0 0 31,0 0 126,26 26-157,-52-26 0,26 0 16,52 0 78,0 0-93,0 0-17,0 0 1,26 0-1,-27 0 1,1 0 0,0 0-16,26 0 15,-26 0 1,0 0 0,0 0-1,26 0 16,-26 0 16,0 0 16,-1 0-1,-25 52 141,-25-52-156,25 26-47,-52-26 32,26 0-17,0 0 16,0 0 1,-26 0-1,26 0 31,0 0 1</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28.506"/>
    </inkml:context>
    <inkml:brush xml:id="br0">
      <inkml:brushProperty name="width" value="0.05" units="cm"/>
      <inkml:brushProperty name="height" value="0.05" units="cm"/>
      <inkml:brushProperty name="color" value="#FFFFFF"/>
      <inkml:brushProperty name="fitToCurve" value="1"/>
    </inkml:brush>
  </inkml:definitions>
  <inkml:trace contextRef="#ctx0" brushRef="#br0">261 0 0,'-77'0'375,"51"0"-360,0 0 1,0 0-1,-26 0 17,26 0-17,0 0 32,0 0 16,52 0 249,26 0-281,-26 0 1,0 0-1,0 0 0,26 0 0,-27 0 16,1 0-15,0 0 46,26 0 0,-78 0 312,0 0-343,0 0-31,-25 0 15,25 0 32,0 0 15</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36.067"/>
    </inkml:context>
    <inkml:brush xml:id="br0">
      <inkml:brushProperty name="width" value="0.05" units="cm"/>
      <inkml:brushProperty name="height" value="0.05" units="cm"/>
      <inkml:brushProperty name="color" value="#FFFFFF"/>
      <inkml:brushProperty name="fitToCurve" value="1"/>
    </inkml:brush>
  </inkml:definitions>
  <inkml:trace contextRef="#ctx0" brushRef="#br0">185 0 0,'25'0'328,"1"0"-312,0 0-1,26 0-15,-26 0 32,0 0-1,0 0 0,26 0-15,-26 0 15,0 0 16,-1 0 15,-50 0 220,-27 0-267,26 0 16,0 0-15,0 0 0,-26 0-1,26 0 17,0 26-32,0-26 15,-25 0 1,25 0-1,0 0-15,0 0 32,-26 0-17,26 0 1,0 0 31,0 0-16,52 0 375,26 0-390,-26 0 46,0 0-15,0 0 16,26 0 31,-27 0 312,1 0-344,0 0 1,26 0 15,-78 0 547,0 0-578,0 0 31,-25 0-31,25 0 15</inkml:trace>
</inkml:ink>
</file>

<file path=ppt/ink/ink2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46.255"/>
    </inkml:context>
    <inkml:brush xml:id="br0">
      <inkml:brushProperty name="width" value="0.05" units="cm"/>
      <inkml:brushProperty name="height" value="0.05" units="cm"/>
      <inkml:brushProperty name="color" value="#FFFFFF"/>
      <inkml:brushProperty name="fitToCurve" value="1"/>
    </inkml:brush>
  </inkml:definitions>
  <inkml:trace contextRef="#ctx0" brushRef="#br0">518 0 0,'-103'0'282,"51"0"-282,-26 0 15,52 0 1,0 0-16,-26 0 15,26 0-15,0 0 16,1 0 0,-27 0-1,26 0 17,0 0 30,78 52 188,0-52-234,-27 0-16,53 0 15,-52 0 1,52 0-16,-52 26 16,0-26-1,0 0-15,26 0 16,-27 0 15,1 0-15,0 0 15,26 0 31,-26 0 251,0 0-235,0 0-62,26 0 15,-26 0-15,0 0 15,-1 0-16,27 0 17,-26 0-32,26 0 31,0 0-31,-26 0 16,26 0-1,-1 0-15,-25 26 16,0-26-1,0 0-15,26 0 16,-26 0 0,0 0-1,0 0-15,26 0 16,-26 0-16,-1 0 31,1 0-31,26 0 31,-26 0 1,0 0-17,52 0 17,-52 0-1,0 0-16,0 0 1,25 0 31,-25 0-16,0 0 0,0 0-31,26 0 32,-26 0-32,0 0 31,0 0-15,26 0 46,-52 26 141,-26-26-172,0 52 1,0-52 15,-26 0-16,26 0 0,0 0 78,78 0 360,-26 0-391,0 0-15,0 0 15,26 0 141,-52-26-204</inkml:trace>
</inkml:ink>
</file>

<file path=ppt/ink/ink2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10.467"/>
    </inkml:context>
    <inkml:brush xml:id="br0">
      <inkml:brushProperty name="width" value="0.05" units="cm"/>
      <inkml:brushProperty name="height" value="0.05" units="cm"/>
      <inkml:brushProperty name="color" value="#FFFFFF"/>
      <inkml:brushProperty name="fitToCurve" value="1"/>
    </inkml:brush>
  </inkml:definitions>
  <inkml:trace contextRef="#ctx0" brushRef="#br0">1726 0 0,'-78'0'422,"52"0"-422,-26 0 16,-51 26-16,25-26 15,26 0 1,-26 0-16,52 0 16,0 0-16,1 0 15,-27 0 1,26 0 0,0 0-1,0 0 1,-26 0 15,26 0 0,0 0 32,0 0 109,-25 0-110,25 0-46,0 0-1,0 0 1,-26 0 0,26 0-1,0 0 1,0 0 0,-26 0-1,26 0 1,1 26-1,-1-26 17,-26 0-1,26 0-15,0 0 15,0 0 0,-26 0 0,26 0-31,0 0 16,0 0 0,-25 0-16,25 0 31,0 0-31,0 0 15,-26 0 17,26 0-1,0 0 16,0 0 31,52 0 281,26 0-343,-26 0 0,0 0-1,0 0 16,26 0 1,-26 0 15,-1 0 15,1 0 16,26 0-15,-78 0 140,0 0-172,0 0 0,-25 0 1,25 0-1,0 0 16,0 0 15,52 0 188,26 0-203,-26 0 0,-1 0 15,-76 0 79,25 0-125,0 0-1,0 0 1,-26 0 0,26 0 15,0 0 16,78 0 62,-26 0-78,0 0-15,0 0 15,26 0 0,-52-52 1,26 52-17,-1 0 17,-76 0 202,25 0-203,0 0 47</inkml:trace>
</inkml:ink>
</file>

<file path=ppt/ink/ink2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13.978"/>
    </inkml:context>
    <inkml:brush xml:id="br0">
      <inkml:brushProperty name="width" value="0.05" units="cm"/>
      <inkml:brushProperty name="height" value="0.05" units="cm"/>
      <inkml:brushProperty name="color" value="#FFFFFF"/>
      <inkml:brushProperty name="fitToCurve" value="1"/>
    </inkml:brush>
  </inkml:definitions>
  <inkml:trace contextRef="#ctx0" brushRef="#br0">226 55 0,'52'0'406,"-26"0"-390,-1 0 15,1 0-15,26 0 46,-78 0 126,0 0-1,0 0-156,-25 0-15,25 0 0,0 0 15,0 0 0,-26 0 0,26 0 16,26 26-15,-26-26-1,0 0 0,-26 0 32,26 0-1,52 0 126,0 0-173,0-26 16,0 26-31,26 0 16,-26 0 0,26 0-1,0-26-15,-1 26 16,27 0 0,-52 0-16,26 0 15,0 0 1,-26 0-16,0 0 15,0 0-15,25 0 16,-25 0 0,0 0-16,0 0 15,26 0 1,-26 0-16,0 0 16,0 0-16,26 0 15,-27 0 1,1 0 15,0 0 0,26 0-15,-26 0 15,0 0 0,0 0 1,26 0-17,-26 0 32,0 0 0,-1 0-47,27 0 16,-26 0-16,0 0 31,0 0-31,26 0 16,-26 0 15,0 0-16,0 0 17,26 0 15,-78 0 140,0 0-156,0 0 16,-26 0 0,26 0 16,0 0 15,0 0 0</inkml:trace>
  <inkml:trace contextRef="#ctx0" brushRef="#br0" timeOffset="1337">1366 29 0,'-78'0'313,"52"0"-298,1 0-15,-27 0 32,26 0-32,0 0 31,0 0-15,-26 0 15,26 0 31,0 0 1,78 0 218,-26 0-265,0 0 15,0 0-15,26 0-1,-26 0 16,0 0 1,-1 0 30</inkml:trace>
  <inkml:trace contextRef="#ctx0" brushRef="#br0" timeOffset="2573">1262 29 0,'-77'0'297,"51"0"-297,0 0 16,0 0-1,-26 0 1,26 0 0,0 0 15,0 0 0,26-26 16,26 26 109,26 0-124,-26 0-32,0 0 15,0 0 1,26 0-16,0 0 15,-27 0-15,27 0 16,-26 0 0,0 0-16,0 0 15,26 0 17,-26 0-1,0 0 16</inkml:trace>
</inkml:ink>
</file>

<file path=ppt/ink/ink2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20.818"/>
    </inkml:context>
    <inkml:brush xml:id="br0">
      <inkml:brushProperty name="width" value="0.05" units="cm"/>
      <inkml:brushProperty name="height" value="0.05" units="cm"/>
      <inkml:brushProperty name="color" value="#FFFFFF"/>
      <inkml:brushProperty name="fitToCurve" value="1"/>
    </inkml:brush>
  </inkml:definitions>
  <inkml:trace contextRef="#ctx0" brushRef="#br0">830 129 0,'-52'0'312,"26"0"-296,0 0 0,0 0-1,-26 0-15,26 0 32,0 0-1,1 0 0,-27 0 16,26 0 78,26-26 266,26 26-376,-26-52 48,26 52-63,0 0 78,-26-26 0,25 26-16,27 0 32,-26 0 0,-26 26 15,0 0-31,0 0-31,0 0 31,0 26-15,0-26 15,0 0-15,0 0-17,0 26 17,0-26 93,-26-26 79,26-26-220,-26 0 1,26 0-1,0 0 1,0-26 0,0 26 15,0 0 0,0 0-15,0-26 31,-26 52 0,26-26-32,0 52 188,0-52 188,0 1-141,-25 25-78</inkml:trace>
  <inkml:trace contextRef="#ctx0" brushRef="#br0" timeOffset="1405">571 0 0,'-78'0'235,"26"0"-220,-26 0-15,26 0 16,1 0 0,25 0-16,0 0 15,0 0 1,-26 0 0,26 0-1,0 0 1,0 0 31,-26 0 0,78 0 156,0 0-172,0 0-15,26 0-1,-26 0 1,0 0-1,52 0 1,-53 0-16,27 0 16,0 0-16,-26 0 15,0 0 1,0 0-16,26 0 16,-26 0-1,25 0 1,1 0-16,-26 0 15,0 0 1,52 0 0,-52 0-16,26 0 15,25 0-15,-25 0 16,26 0-16,-52 0 16,52 0-1,-52 0-15,0 0 16,-1 0-1,27 0-15,-26 0 32,0 0-1,0 0-15,26 0 15</inkml:trace>
</inkml:ink>
</file>

<file path=ppt/ink/ink3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29.869"/>
    </inkml:context>
    <inkml:brush xml:id="br0">
      <inkml:brushProperty name="width" value="0.05" units="cm"/>
      <inkml:brushProperty name="height" value="0.05" units="cm"/>
      <inkml:brushProperty name="color" value="#FFFFFF"/>
      <inkml:brushProperty name="fitToCurve" value="1"/>
    </inkml:brush>
  </inkml:definitions>
  <inkml:trace contextRef="#ctx0" brushRef="#br0">4017 60 0,'-77'0'219,"-1"0"-219,-26 0 15,1 0 1,51 0-16,-26 0 16,26 0-1,0 0-15,1 0 16,25 0 0,-26 0-1,26 0 1,0 0-1,0 0 1,-26 0 15,26 0 1,0 0-17,0 0 1,-25 0 15,25 0-15,0 0 15,-52 0 0,52 0-31,-26 0 16,0 0-16,26 0 15,1 0 1,-1 0-16,-26 0 16,26 0-1,0 0 1,0 0-16,-52 0 16,52 0-1,-51 0-15,25 0 16,-26 0-1,52 0-15,0 0 16,0 0 0,-26 0-16,27 0 15,-1 0 1,0 0-16,-26 0 16,26 0 15,0 0-16,0 0 17,-26 0-1,26 0-15,0 0-1,0 0-15,-25 0 16,25 0-16,0 0 15,0 0 1,-26 0-16,26 0 16,0 0-1,0 0 1,-26 0 15,27 0-15,-1 0-1,-52 0 17,52 0-32,-26 0 15,0 0-15,0 0 16,27 0 0,-27 0-16,26 0 15,0 0 1,0 0-1,-26 0 1,26 0 15,0 0 1,0 0 14,-25 0-14,25 0-17,0 0-15,-52 0 16,52 0 0,0 0-16,-52 0 15,52 0-15,0 0 31,1 0-31,-27 0 32,26 0-17,0 0 17,0 0-1,-26 0 31,26 0-15,0-26-31,0 26-1,-25 0-15,25 0 16,0 0 0,0 0-1,-26 0 17,26 0-1,0 0 31,78 0 173,-26 0-220,0 0 1,0 0 0,26-26 15,-27 26-31,27 0 15,0 0 1,-26 0-16,26 0 16,0 0-16,-26 0 15,0 0 1,-1 0-16,27 0 16,-26 0 15,0 0-16,0 0 1,26 0 47,-78 0 233,0 0-264,0 0-17,-26 0 1,26 0 31,0 0-32,1 0 17,-27 0 30</inkml:trace>
</inkml:ink>
</file>

<file path=ppt/ink/ink3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51.620"/>
    </inkml:context>
    <inkml:brush xml:id="br0">
      <inkml:brushProperty name="width" value="0.05" units="cm"/>
      <inkml:brushProperty name="height" value="0.05" units="cm"/>
      <inkml:brushProperty name="color" value="#FFFFFF"/>
      <inkml:brushProperty name="fitToCurve" value="1"/>
    </inkml:brush>
  </inkml:definitions>
  <inkml:trace contextRef="#ctx0" brushRef="#br0">4561 211 0,'-233'0'266,"-78"0"-266,52 0 15,77-26 1,53 26-16,51 0 15,26 0-15,26 0 16,-26 0 0,26 0-1,1 0 1,-1 0 15,-26 0-15,52-26-1,-26 26 1,0 0 0,0-26-1,-26 26 1,26 0 15,0 0 0,0 0-31,-25-52 16,-1 52 0,-26 0-16,26 0 15,-26-26-15,27 26 16,25 0 0,-26 0-16,26 0 15,0 0 1,0 0-16,-26 0 15,26 0 1,-26-25 0,1 25-1,-1 0-15,26 0 16,-52 0-16,26 0 16,0 0-1,1 0-15,-27 0 16,52 0-1,0 0-15,0 0 16,-26 0 0,26 0-1,0 0 1,1 0 15,-27 0 0,26 0 1,0 0-32,0 0 15,-26 0 1,0 0-16,26 0 16,-25 0-16,-1 0 15,26 0 1,-26 0-1,26 0 1,0 0 0,0 0-16,-52 0 15,52 0 1,1 0 0,-53 0-16,26 0 15,-26 0-15,26 0 16,1 0-16,-1 0 15,26 0 1,-26 0-16,0 0 16,26 0-1,-26 0-15,1 0 16,25 0 0,-26 0-16,26 0 15,0 0 1,0 0-1,-26 0 1,26 0 0,0 0 31,0 0-16,-25 0 31</inkml:trace>
</inkml:ink>
</file>

<file path=ppt/ink/ink3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58.360"/>
    </inkml:context>
    <inkml:brush xml:id="br0">
      <inkml:brushProperty name="width" value="0.05" units="cm"/>
      <inkml:brushProperty name="height" value="0.05" units="cm"/>
      <inkml:brushProperty name="color" value="#FFFFFF"/>
      <inkml:brushProperty name="fitToCurve" value="1"/>
    </inkml:brush>
  </inkml:definitions>
  <inkml:trace contextRef="#ctx0" brushRef="#br0">648 64 0,'-78'0'250,"53"0"-234,-1 0-16,0 0 15,-26 0 1,26 0-1,0 0-15,0 0 16,-26-26 0,26 26-1,0 0 1,1 0 0,-27 0-1,26 0 16,0 0 1,0 0 15,-26 0 31,78 0 219,0 0-282,0 0 1,26 0 15,-26 0 0,0 0 1,-1 0-1,27 0 31,-26 0 16,0 0-15,0 0 15,-26-26-47,52 26-15,-26 0 15,0 0 47,-78 0 125,26 0-171,0 0-1,0 0 16,-26 0-16,26 0 32</inkml:trace>
  <inkml:trace contextRef="#ctx0" brushRef="#br0" timeOffset="2007">285 12 0,'-26'0'297,"1"0"-282,-27 0 17,26 0 15,52 0 124,0 0-139,0 0 15,-1 0-16,27 0 0,-26 0-15,0 0-1,0 0 17,26 0 30,-78 0 141,0 0-140,0 0-1,-26 0 548</inkml:trace>
  <inkml:trace contextRef="#ctx0" brushRef="#br0" timeOffset="4057">311 12 0,'-26'0'282,"0"0"-267,1 0 1,-27 0-1,26 0 1,0 0 0,0 0-1,-26 0 1,26 0 0,0 0 30,0 0-14,52 0 108,26 0-140,-26 0 16,0 0 0,0 0-16,26 0 15,-26 0 16,0 0-15,-1 0 0,27 0 15,-26 0 0,0 0-15,0 0-1,26 0-15,-26 0 16,0 0 0,0 0 15,25 0-15,-25 0 46,0 0 126,0 0-63,26 0-32,-26 0-15,-26 52 1</inkml:trace>
  <inkml:trace contextRef="#ctx0" brushRef="#br0" timeOffset="6165">726 64 0,'26'0'360,"0"0"-345,26 0 1,-26 0 47,-26 26-48,-26-26 126,0 0-110,0 0 0,0 0-15,-26 26 46,26-26 17,0 0-17,26 26-46,-26-26 15,-26 0 47,27 0 0,25 52-15,-26-52-48,0 0 32,-26 0-31,26 0 31,26 26-47,-26-26 31,0 0 0,-26 25-15,26-25 15,0 0 0,1 0 47,50 0 110,27 0-172,-26 0-1,26 0 1,0 0-1,-26 0 1,0 0-16,0 0 31,25 0-15,-25 0 31</inkml:trace>
</inkml:ink>
</file>

<file path=ppt/ink/ink3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02.046"/>
    </inkml:context>
    <inkml:brush xml:id="br0">
      <inkml:brushProperty name="width" value="0.05" units="cm"/>
      <inkml:brushProperty name="height" value="0.05" units="cm"/>
      <inkml:brushProperty name="color" value="#FFFFFF"/>
      <inkml:brushProperty name="fitToCurve" value="1"/>
    </inkml:brush>
  </inkml:definitions>
  <inkml:trace contextRef="#ctx0" brushRef="#br0">803 0 0,'0'52'250,"0"-26"-250,0 0 15,0 26-15,0-27 16,0 1 0,0 0 15,0 26-15,0-26 30,-26 0 1,1-26-31,-79 26-16,-26-26 16,27 0-1,-27 52-15,78-52 16,-26 0-1,27 0-15,25 0 32,-26 0-17,26 0 17,52 0-1,103-52-16,79-26-15,103 26 16,-156-25 0,-51 77-16,-52-26 15,26 26 1,-53 0 0,1 0 15,0 0 31</inkml:trace>
</inkml:ink>
</file>

<file path=ppt/ink/ink3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09.268"/>
    </inkml:context>
    <inkml:brush xml:id="br0">
      <inkml:brushProperty name="width" value="0.05" units="cm"/>
      <inkml:brushProperty name="height" value="0.05" units="cm"/>
      <inkml:brushProperty name="color" value="#FFFFFF"/>
      <inkml:brushProperty name="fitToCurve" value="1"/>
    </inkml:brush>
  </inkml:definitions>
  <inkml:trace contextRef="#ctx0" brushRef="#br0">573 441 0,'-78'0'234,"27"0"-218,-27 26-1,52-26-15,0 0 16,-26 0 0,26 0-16,0 26 31,0-26-31,-25 0 16,25 0 15,26 26-31,-26-26 31,0 0-15,26 52 15,-52-52 0,52 26 0,0 0-15,26-1-16,-26 27 16,26 0-1,0-26-15,-26 26 16,52-26 0,-27 0-1,-25 0 1,26 25-1,-26-25 17,26-26-17,26 0 17,-26-26-1,-26 1-31,26-1 15,-26-78 1,26 0-16,26-51 16,-26 25-1,-26 1-15,26 25 16,-26 52-16,26 26 16,-26-26-1,0 26-15,0 0 16,51 26 46,-25 52-62,26 130 16,78 77 0,-27-26-16,-25-77 15,-52-53 1,0-51-16,-26 0 15,0-26 1,0 0 15,26-26-15,-26-52 93,0 26-93,0 0 15,0 0-15,0-26-1,-26 27 1,26-1 0,0 0-16,-52-26 15,52 26 1,-26 0 15,26 0-15,0-26 31,-26 52-47,26-26 62,-26 26-46,26-26 31,-51 1-32,51-27-15,-26 26 32,26 0-17,-26 26 1,26-26-16,-26-26 47,26 26 0,-52 26-32,26 0 126,26 26-126,0 0 1,0 0-16,0 0 31,0 26-15,0-26 0,26-26-1,-26 26-15,0-1 31,0 27-15,0-26 15,0 0 1,26 0-1,-26 26 0,0-78 110,0 0-141,0 0 15,0-26 1,0 26 0,0 0-16,0 1 31,0-27-16,0 26 1,0 0 0,0 0-1,0-26 1,-26 52-16,26-26 31,0 0 16,0 78 156,0-26-187,0 0-1,0 0-15,0 26 16,0-26 0,0 0-1,0-1 1,0 27 15,0-26-15,0 0 15,0 0 0,0 26 32</inkml:trace>
  <inkml:trace contextRef="#ctx0" brushRef="#br0" timeOffset="2325">651 830 0,'-26'-78'344,"26"0"-344,0-25 15,0 51 1,0-26-16,0 52 15,0 0 1,0 0-16,0-25 16,0 25-16,0 0 31,0 0 0,-26 26 16,26 26 0,0 51-47,0-51 16,0 0-1,0 52 1,0-52-16,0 0 15,0 26 1,0-26 15,0 0-15,0 51 0,0-51-16,0 0 15,0 52 1,0-52-16,0 0 15,0 0-15,0 25 16,0-25 0,0 0-1,0 0 1,0 26-16,0-26 16,0 0-1,0 0-15,0 26 16,0-26-1,0-1 17,0 1-17,0 26 17,0-26 14,-26-26 48,26-26-63,0 0-15,0 0 0,0 0-1,0-25-15,0 25 16,0 0-16,0-52 16,0 52-1,0-26-15,0 0 16,0 1-1,0 25-15,0-26 16,0 26-16,0 0 16,0 0-1,0-26 17,0 26-1,0 0 16,-52 26-32,26 0 48,1 52-63,-1 0 15,26 26 1,-52 0-16,52-1 16,-26-25-1,26 26-15,0-52 16,0 0-16,-26-26 16,26 52-1,0-26-15,0-1 31,0 1-15,0 26 31,0-78 15,0 0-46,0 0 0,0-51-1,0 51-15,0 0 16,0-52-16,0 52 16,0 0-1,0-26-15,0 27 16,0-1-1,0 0 1,0-26 15,-26 52-15,26-26 31</inkml:trace>
</inkml:ink>
</file>

<file path=ppt/ink/ink3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37.210"/>
    </inkml:context>
    <inkml:brush xml:id="br0">
      <inkml:brushProperty name="width" value="0.05" units="cm"/>
      <inkml:brushProperty name="height" value="0.05" units="cm"/>
      <inkml:brushProperty name="color" value="#FFFFFF"/>
      <inkml:brushProperty name="fitToCurve" value="1"/>
    </inkml:brush>
  </inkml:definitions>
  <inkml:trace contextRef="#ctx0" brushRef="#br0">173 0 0,'26'52'375,"25"-52"-375,1 0 15,-26 0 1,26 0-16,0 0 16,-26 0-16,26 0 15,-1 0 1,-25 0 0,0 0-16,0 0 15,52 0-15,-52 0 31,0 0-31,26 0 32,-26 0-17,-1 0 17,-25 26 14,-51 0 17,-1-26-63,26 0 16,-26 25-1,0-25-15,-26 52 16,53-52-16,-27 0 15,0 26 1,0-26-16,-26 26 16,52-26-1,-25 26-15,-1-26 16,26 0 0,0 52-16,0-52 15,-26 0 16,52 26-15,-26-26 0,0 0 46,78 0 32,-26 0-78,0 0-1,52 0-15,-26 0 16,-27-26-16,53 26 15,-26 0 1,0 0 0,-26 0-16,0 0 15,51 0-15,-25 0 16,26 0 0,-26 0-16,26 0 15,-1 0-15,-25 0 16,0 0-1,-26 0-15,26 26 16,-26-26 0,0 0-1,0 0-15,25 26 47,-25-26-16,-26 26-15,0 25 15,0-25-15,-26 26 0,26 0-1,-25-26-15,-1 26 16,0 0-1,-26-26 1,52-1-16,-26 1 31,0 26 1,0-26-1,-26-26 0,52 26-15,-26-26 15,0 0 16,0 0-32,-25 0 1,-1 0-16,26 0 16,-26 0-16,26 0 31,0 0-15,0 0-1,-26 0 1,27 0 31,-1 0 31</inkml:trace>
</inkml:ink>
</file>

<file path=ppt/ink/ink3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41.253"/>
    </inkml:context>
    <inkml:brush xml:id="br0">
      <inkml:brushProperty name="width" value="0.05" units="cm"/>
      <inkml:brushProperty name="height" value="0.05" units="cm"/>
      <inkml:brushProperty name="color" value="#FFFFFF"/>
      <inkml:brushProperty name="fitToCurve" value="1"/>
    </inkml:brush>
  </inkml:definitions>
  <inkml:trace contextRef="#ctx0" brushRef="#br0">0 235 0,'26'0'328,"0"0"-328,26 0 16,-27 0-16,1 0 15,0 0 1,26 0 0,-26 0-1,0 0 1,0 0 0,26 0-1,-26 0-15,0 0 16,-1 0-1,27 0 1,0 0 0,-26 0-16,52 0 15,-26 0-15,51 0 16,-25-26 0,-26 26-16,-26 0 15,52 0 1,-53 0-16,1-52 15,26 52-15,-26 0 16,0 0 0,0 0-1,26 0 17,-26 0-17,0 0 32,-26-26-31,26 26 31,-52-26 109,-52 26-141,26 0-15,-26 0 16,26 0 0,-25 0-16,-27 0 15,78 0 1,0 0-16,0 0 16,-26 0-16,27 0 15,-1 0 1,0 0-1,-26 0 17,78 0 61,0 0-93,51 0 16,-25 0-16,26 0 16,-52 0-1,26 0-15,0-26 32,-26 26-17</inkml:trace>
  <inkml:trace contextRef="#ctx0" brushRef="#br0" timeOffset="934">1037 79 0,'285'-52'219,"52"52"-204,-52-26-15,-104 26 16,-51 0-16,-53 0 16,-51 0-16,0 0 15,26 0 1,-26 0-1,0 0 32,0 0 16,-104 0 46,0 0-93,-129 0-16,-78 0 15,0 26 1,78-26-16,77 26 16,78-26-1,-26 0-15,52 0 16,0 0-16,-25 0 31,25 0 32</inkml:trace>
</inkml:ink>
</file>

<file path=ppt/ink/ink3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59.104"/>
    </inkml:context>
    <inkml:brush xml:id="br0">
      <inkml:brushProperty name="width" value="0.05" units="cm"/>
      <inkml:brushProperty name="height" value="0.05" units="cm"/>
      <inkml:brushProperty name="color" value="#FFFFFF"/>
      <inkml:brushProperty name="fitToCurve" value="1"/>
    </inkml:brush>
  </inkml:definitions>
  <inkml:trace contextRef="#ctx0" brushRef="#br0">0 0 0,'156'0'203,"51"0"-187,-77 0-16,-27 0 15,-51 0 1,26 0-16,-52 26 15,0-26-15,0 0 16,26 0 15,-27 0-15,1 0-16,0 0 16,26 51-1,-26-51-15,0 0 16,0 0-16,26 0 15,-26 26 1,0-26-16,51 0 16,-51 0-1,0 0-15,52 0 16,-52 0 0,0 0-16,51 0 15,-51 0-15,0 0 16,0 0-1,26 0-15,-26 0 16,0 0 0,0 0-16,26 0 31,-26 0-15,-1 0-16,1 0 15,26 0-15,0 0 16,-26 0-1,52 0 1,-26 0-16,25 0 16,-51 0-16,52 0 15,-52 0 1,0 0-16,0 0 16,26 0-1,-26 0-15,-1 0 16,1 0-1,26 0 1,-26 0 15,0 0 1,0 0 14,26 0-30,-26 0 0,0 0-1,0 0 1,25 0-16,-25 0 31,0 0-15,0 0 15,26-26 16,-52 1 15,0-1 1,-26 26-47,0 0 93</inkml:trace>
</inkml:ink>
</file>

<file path=ppt/ink/ink3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40:07.344"/>
    </inkml:context>
    <inkml:brush xml:id="br0">
      <inkml:brushProperty name="width" value="0.05" units="cm"/>
      <inkml:brushProperty name="height" value="0.05" units="cm"/>
      <inkml:brushProperty name="color" value="#FFFFFF"/>
      <inkml:brushProperty name="fitToCurve" value="1"/>
    </inkml:brush>
  </inkml:definitions>
  <inkml:trace contextRef="#ctx0" brushRef="#br0">0 6039 0,'0'285'234,"0"-78"-218,0-77-1,0-78-15,0 0 16,0-26 0,0-1-16,0 1 31,0-52 47,0-181-78,0-104 16,0-181-16,26 103 15,-26 130 1,0 103-1,0 78-15,0 27 16,0-1-16,0 26 31,0 78 79,0 0-110,0 51 15,0 130 1,-26 260-16,26 51 16,0-233-1,0-129-15,0-131 16,0 27-16,0-52 31,0 0-15,0-104 46,0-207-46,337-1374-1,103-284-15,-206 1009 16,-131 649 0,-77 182-16,-26 25 15,0 52-15,0 78 94,0 0-78,0 181-16,-26 259 15,0 338 1,1-130-16,-1-260 16,26-207-16,0-103 15,0-78 1,0 0-1,0-26-15,-52-26 16,52 26-16,0 0 47,0-52 15,0-52-46,0-26 0,26-77-16,77-53 15,27-77-15,-52 52 16,25 52 0,-25 103-16,-52 52 15,0 26-15,0-25 16,26 25-1,-26 26 1,0 52 0,0 103-1,103 130-15,-25 208 16,-1 25-16,-51-129 16,0-156-1,-52-103-15,0-79 16,0 1-1,0-26-15,-26-26 79,0-26-79,26-26 15,-77-25-15,51-1 16,-26 0-1,0-25-15,26 51 16,0 26 0,0-52-16,-26 52 15,52 0-15,-26 26 16,26-52 0,-25 26-16,-1 1 15,-26-1 1,0-26-16,26 52 15,-52-26 1,52 0-16,0 26 16,-25-26-1,25 26-15,26-52 16,-26 52 0,0 0-1,-26 0 16,52 26-31,-26 0 16,26 52 0,-26 0-16,0 51 15,26 53-15,-52-105 16,52 27 0,0-26-16,0-52 15,0 0-15,0-1 16,-26-102 46,26-364-62,26-1710 16,52 181 0,-26 1322-1,-52 493-15,0 77 16,0 52-16,0 78 62,-26 0-46,26 155 0,-52 311-16,-207 1089 15,52-181-15,155-934 16,52-259-1,-52-129-15,52-52 16,0-26 0,0 26-1,-26-52 1,0-26 62,26 0-62,0-52-1,0 130 79,-26-26-78,26 52-1,-52-52-15,52 51 16,-25-51 0,25 26-16,0 0 15,-26-26 1,26 0-1,-26 0 1,26 26-16,-52-1 16,52-25-1,-26 52 1,0-26-16,0 26 16,26-27-16,-52 27 15,26-52 1,26 0-16,0 26 15,-26-52 1,26 26-16,0 0 16</inkml:trace>
</inkml:ink>
</file>

<file path=ppt/ink/ink3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1:52.219"/>
    </inkml:context>
    <inkml:brush xml:id="br0">
      <inkml:brushProperty name="width" value="0.05" units="cm"/>
      <inkml:brushProperty name="height" value="0.05" units="cm"/>
      <inkml:brushProperty name="color" value="#FFFFFF"/>
      <inkml:brushProperty name="fitToCurve" value="1"/>
    </inkml:brush>
  </inkml:definitions>
  <inkml:trace contextRef="#ctx0" brushRef="#br0">804 134 0,'-26'0'265,"-26"0"-249,26 0-1,0 0 17,0 0-32,-26 0 15,26 0 1,0 0 0,0 0-1,-25 0 16,25 0 1,0 0-1,0 0 31,-26 0 1,52-26-47,-26 26-1,26-26 1,-26 26-16,0 0 31,-26 0-15,52-26-1,-26 26 1,1 0 15,-1 0 32,-26 0-1,26 0 48,0 0-79,0 0 16,26-52 78</inkml:trace>
  <inkml:trace contextRef="#ctx0" brushRef="#br0" timeOffset="1780">0 4 0,'26'0'406,"26"0"-375,-26 0 16,0 0 31,0 0 172,25 0-250,-25 0 32,0 0-17,0 0 16,26 0-15,-26 0 0,0 0-1,0 0 1,26 0 0,-26 26-16,-1-26 15,1 0 1,26 0-1,-26 0 1,0 0 31</inkml:trace>
</inkml:ink>
</file>

<file path=ppt/ink/ink4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12.660"/>
    </inkml:context>
    <inkml:brush xml:id="br0">
      <inkml:brushProperty name="width" value="0.05" units="cm"/>
      <inkml:brushProperty name="height" value="0.05" units="cm"/>
      <inkml:brushProperty name="color" value="#FFFFFF"/>
      <inkml:brushProperty name="fitToCurve" value="1"/>
    </inkml:brush>
  </inkml:definitions>
  <inkml:trace contextRef="#ctx0" brushRef="#br0">0 110 0,'132'0'328,"-5"0"-313,-127 25 1,132-25-16,133 0 16,-1 0-16,-132 0 15,265 0 1,-265 0-16,260 0 15,-128-25 1,-132 25-16,265-49 16,-265 49-16,264-24 15,-264 24 1,-4 0-16,4 0 31,132 0-31,-132-25 16,0 25 15,1 0 0,131 0 32,-132 0-16,0 0 15,1 0-46,126 0 15,-127 0-31,0 0 16,0 0-16,133 0 31,-133 0-31,132 0 16,1 0-1,-138 49-15,5-49 16,0 24-16,132-24 15,-131 25 1,-1-25 15,-132 25-31,132 25 63,-132-25-16,-132-25-16,-133 0-31,265 25 16,-132-25-1,0 25-15,0 25 16,-127-26-16,126 25 15,1 51 1,132 24-16,0-25 16,0 1-1,0-51-15,0-24 16,0 25 0,0-25-1,0-50 63,-132 0-78,-132-25 16,132 1 0,-1 24-16,133 0 15,-132 0-15,-132-24 16,132-1-1,5 25-15</inkml:trace>
</inkml:ink>
</file>

<file path=ppt/ink/ink4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17.991"/>
    </inkml:context>
    <inkml:brush xml:id="br0">
      <inkml:brushProperty name="width" value="0.05" units="cm"/>
      <inkml:brushProperty name="height" value="0.05" units="cm"/>
      <inkml:brushProperty name="color" value="#FFFFFF"/>
      <inkml:brushProperty name="fitToCurve" value="1"/>
    </inkml:brush>
  </inkml:definitions>
  <inkml:trace contextRef="#ctx0" brushRef="#br0">752 200 0,'-26'0'360,"-26"0"-360,26 0 15,-26-52 1,0 52-16,26 0 16,0 0-1,0 0 1,-25 0-1,25 0 1,0 0 15,0 0 16,-26 0 0,26 0 31,0 0 219,0 0-281,-26 0-1,26 0 1,1 0 15,-1 0 0,-26 0 32,26 0 93,26-26 79,26 26-48,0 0-124,0 0-1,0 0 1,25 0 15,-25 0 62,0 0-46,0 0-31,26-26-17,-26 26-30,0 0 0,0 0-1,26 0 1,-26 0 15,-1 0-15,1 0 15,26 0 0,-26 0-31,0 0 16,0 0-16,26 52 16,-26-52-1,0 0 1,0 26-1,25-26 1,-25 0 15,0 0 1,0 0 14,26 0-14,-26 0-32,0 26 15,0-26 1,51 0 0,-51 0 15,0 0 0,26 0 32,-26 0-1,-52 0 141,26 26-172,-26-26-15,0 0 15,0 0 1,-25 0-1,25 0 0,0 0 32,0 0 218,-26 0-234,52 52-16,-26-52-31,0 0 16,0 0 15,-26 0 0,26 0 16,1 0 15,-1 0-15,-26 0-15,26 0 30,26 25-15,-26-25 0,0 0 15,-26 0 16</inkml:trace>
  <inkml:trace contextRef="#ctx0" brushRef="#br0" timeOffset="1273">544 303 0,'26'0'422,"0"0"-407,0 26 1,26-26-1,-26 0 17,0 0-1,0 0 16,25 0 31,-25 0-31,0 0-16,0 0-15,26 0 15,-26 0 16</inkml:trace>
  <inkml:trace contextRef="#ctx0" brushRef="#br0" timeOffset="10244">1218 148 0,'-26'26'250,"-26"-26"-235,26 0-15,-25 0 16,25 0 0,0 26-1,0-26 1,-26 0 15,26 0 0,0 0 32,0 0-1,-26 0 110</inkml:trace>
  <inkml:trace contextRef="#ctx0" brushRef="#br0" timeOffset="11483">803 200 0,'26'0'422,"0"0"-406,0 0-1,26 0 17,-26 0 14,0 0 33</inkml:trace>
  <inkml:trace contextRef="#ctx0" brushRef="#br0" timeOffset="12926">985 200 0,'-52'0'281,"26"0"-265,0 0-16,0 0 31,-26 0-16,26 0 32,52 0 172,0 0-141,0 0-62,0 0-1,26 0 1,-26 0 0,0 0 31,0 0-47,26 0 15,-27 0-15,1 0 16,0 0-1,26 0 1,-26 0 0,0 0-1,0 0 17,26 0-1,-26 0 31</inkml:trace>
  <inkml:trace contextRef="#ctx0" brushRef="#br0" timeOffset="14430">1348 200 0,'-26'0'265,"-26"0"-249,26 0-16,-26 0 15,26 0 1,0 0 0,0 0-1,-25 0 1,25 0 15,0 0 16,0 0 16</inkml:trace>
  <inkml:trace contextRef="#ctx0" brushRef="#br0" timeOffset="15438">985 200 0,'26'0'266,"26"0"-250,-27 0 15,1 0-31,0 0 16,26 0 15,-26 0 16,0 0 15,0 0 63,26 0-62,-26 0-48,0 0 17,-1 0 14</inkml:trace>
  <inkml:trace contextRef="#ctx0" brushRef="#br0" timeOffset="17941">1399 200 0,'0'26'297,"-25"-26"-281,-27 0 0,26 0-1,0 0 16,0 0 1,-26 0 30,78 0 173,0 0-204,0 0-31,26 0 15,-26 0 1,0 0 15,-1 0-15,27 0 15,-26 0-15,0 0-1,0 0 1,26 52 0,-26-52-1,0 0 1,0 0 0,26 0-1,-27 0-15,1 0 31,0 0 1,26 0 15,-52 25 218,0 1-234,-26 0-15,26 52 0,0-26-16,-26 26 15,26-52-15,-26 51 16,26-51 0,0 0-16,0 0 15,0 26 1,0-26-1,0 0 17,0 0-1,0 25 31,0-76 95,0-1-142,0 0 1,0-78-16,0 26 16,0 26-1,0 27-15,0-53 16,0 52-16,0 0 15,0-26 1,0 26-16,0 0 16,0 0-1,0-25-15,0 25 16,0 0 0,0 0-16,0-26 15,0 26 1,26 26-1,-26-26-15,0 0 32,0-26-17,0 26 48,0 52 62,0 0-110,0 0 1</inkml:trace>
  <inkml:trace contextRef="#ctx0" brushRef="#br0" timeOffset="20038">1788 70 0,'-26'0'375,"-25"0"-360,25 0 16,0 0 1,0 0-1,-26 0 0,26 0-15,0 0-1,-52 0 1,52 0-16,0 0 16,1 0-1,-27 0 1,26 0 0,0 0 15,0 0 0,-26 0 32,26 0-1,52 0 422,-26-52-452,26 52-17,0 0 17,0 0-1,26 0-16,-26 0 1,0 0 31,-1 0-16,27 0 32</inkml:trace>
  <inkml:trace contextRef="#ctx0" brushRef="#br0" timeOffset="20437">1451 18 0</inkml:trace>
  <inkml:trace contextRef="#ctx0" brushRef="#br0" timeOffset="20441">1451 18 0</inkml:trace>
  <inkml:trace contextRef="#ctx0" brushRef="#br0" timeOffset="21008">1451 18 0,'26'0'390,"0"0"-390</inkml:trace>
  <inkml:trace contextRef="#ctx0" brushRef="#br0" timeOffset="21574">1503 18 0,'78'26'282,"-26"-26"-282,26 0 15,-53 0 1,1 26-1,0-26 1</inkml:trace>
  <inkml:trace contextRef="#ctx0" brushRef="#br0" timeOffset="21988">1788 70 0</inkml:trace>
  <inkml:trace contextRef="#ctx0" brushRef="#br0" timeOffset="21991">1788 70 0</inkml:trace>
</inkml:ink>
</file>

<file path=ppt/ink/ink4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43.580"/>
    </inkml:context>
    <inkml:brush xml:id="br0">
      <inkml:brushProperty name="width" value="0.05" units="cm"/>
      <inkml:brushProperty name="height" value="0.05" units="cm"/>
      <inkml:brushProperty name="color" value="#FFFFFF"/>
      <inkml:brushProperty name="fitToCurve" value="1"/>
    </inkml:brush>
  </inkml:definitions>
  <inkml:trace contextRef="#ctx0" brushRef="#br0">0 0 0,'26'0'516,"26"0"-454</inkml:trace>
</inkml:ink>
</file>

<file path=ppt/ink/ink4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49.209"/>
    </inkml:context>
    <inkml:brush xml:id="br0">
      <inkml:brushProperty name="width" value="0.05" units="cm"/>
      <inkml:brushProperty name="height" value="0.05" units="cm"/>
      <inkml:brushProperty name="color" value="#FFFFFF"/>
      <inkml:brushProperty name="fitToCurve" value="1"/>
    </inkml:brush>
  </inkml:definitions>
  <inkml:trace contextRef="#ctx0" brushRef="#br0">156 33 0,'-26'0'593,"0"0"-530,0 0 281,-26 0-251,26 0-30,26-26 171,26 26-93,0 0-110,0 0 16,0 0 16,26 0-17,-26 0-14,0 0-32,0 0 15,26 0 1,-27 0 0,1 0-1,0 0 16,26 0 1,-26 0 30,0 0 1,0 0 62,26 0-94,-26 0 16,0 0 15,-1 0-15,27 0-16,-26 0 1,0 0 15,0 0-16,26 0 16,-26 0 0,0 0 31,0 0-47,26 0 16,-27 0 0,1 0 15,0 0-15,26 0 0,-26 0-16,0 0 0,0 0 16,26 0 0,-26 0 0,0 0-16,-26 26 16,25-26-31,27 0-1,-26 0 17,0 0-17,0 0 17,26 0-1,-26 0 0,0 0-15,0 0-1,25 0 17,-25 0 14,0 0-30,0 0 0,26 0-1,-26 0 17,0 0 14,0 0 1,26 0-15,-26 0-17,-1 0 16,1 0-15,26 0 0,-26 0 31,0 0-32,0 0 1,26 0 15,-26 0 0,0 0-15,0 0 0,25 0-1,-25 0 1,0 0-16,0 0 31,26 0-31,-26 0 16,0 0-1,0 0 1,26 0 0,-26 0 15,-1 0-16,1 0 1,52 0-16,-52 0 31,0 0-31,26 0 16,-26 0 0,0 0-1,51 0 16,-51 0 1,0 0-32,0 0 31,26 0-31,-26 0 16,0 0 15,0 0 0,26 0-15,-27 0-1,1 0 1,0 0-16,26 0 16,-26 0-16,0 0 31,0 0 0,26 0-15,-26 0 31,0 0-16,0 26-31,25-26 15,-25 0-15,0 0 16,52 0 0,-52 0-16,0 0 15,0 0 1,26 0-16,-27 0 16,1 0-1,0 0 1,26 0 15,-26 0 0,0 0-15,0 26 0,26-26-1,-26 0 1,0 0-1,-1 0 1,27 0 0,-26 0 15,0 0 16,0 0 31,-26 26-31,-26-26 265</inkml:trace>
</inkml:ink>
</file>

<file path=ppt/ink/ink4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53.978"/>
    </inkml:context>
    <inkml:brush xml:id="br0">
      <inkml:brushProperty name="width" value="0.05" units="cm"/>
      <inkml:brushProperty name="height" value="0.05" units="cm"/>
      <inkml:brushProperty name="color" value="#FFFFFF"/>
      <inkml:brushProperty name="fitToCurve" value="1"/>
    </inkml:brush>
  </inkml:definitions>
  <inkml:trace contextRef="#ctx0" brushRef="#br0">32 0 0,'-26'78'250,"26"-27"-250,0 27 15,0-52 1,0 0-16,0 26 16,0-26-16,0 0 15,0 0 1,0 25 15,0-25-15,0 0 15,0 0 16,0 26 47,0-26-63,0 0-16,0 0 1,0 26 0,0-26-16,0-1 15,0 1 17,52 26-1,-52-26 16,0-52 62,0 0-109,0 0 16,0 0-1,0-25 17,-26 51-17,26-26-15,0 0 31,0 0 16</inkml:trace>
</inkml:ink>
</file>

<file path=ppt/ink/ink4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10.418"/>
    </inkml:context>
    <inkml:brush xml:id="br0">
      <inkml:brushProperty name="width" value="0.05" units="cm"/>
      <inkml:brushProperty name="height" value="0.05" units="cm"/>
      <inkml:brushProperty name="color" value="#FFFFFF"/>
      <inkml:brushProperty name="fitToCurve" value="1"/>
    </inkml:brush>
  </inkml:definitions>
  <inkml:trace contextRef="#ctx0" brushRef="#br0">4791 13 0,'-25'0'344,"-27"0"-329,0 0-15,26 0 16,-26 0-16,0 0 15,26 0 1,-51 0-16,51 0 16,0 0-1,-26 0 1,26 0 0,0 0-1,0 0 16,-26 0 16,26 0-15,0 0-17,1 0 1,-27 0-1,26 0 17,0 0 15,0 0-16,-26 0 0,26 0-15,0 0 15,0 0 0,-25 0 32,25 0-1,0 0-46,0 0-1,-26 0 32,26 0-15,0 0 30,0 0 1,-26 0-1,26 0-46,1 0 15,-1 0 16,-26 0-16,26 0-15,0 0-1,0 0 1,-26 0 31,26 0-32,0 0 17,0 0-17,-25 0 17,25 0-1,0 0-16,0 0 17,-26 0 15,26 0-47,0 0 15,0 0 1,-52 0-16,53 0 15,-53 0-15,26 0 16,26 0 0,-52 0-16,26 0 15,1 0 1,-1 0-16,-26 0 16,52 0-1,-26 0-15,0 0 16,27 0-16,-1 0 15,0 0 1,-26 0-16,26 0 16,0 0-1,0 0 1,-26 0 15,26 0-31,0 0 31,0 0-31,-25 0 16,25 26 0,0-26-1,0 0 1,-26 0 0,26 0-1,0 0 16,0 0 1,-26 0-1,27 0 31,-1 0-46,0 0 0,-26 0-1,26 0 1,0 0 0,0 0-16,-26 0 31,26 0-16,0 26 1,1-26 0,-27 0-16,26 0 15,0 0 1,0 0 0,-26 0-1,26 0 1,0 0 15,-51 52-15,51-52-1,0 0-15,-52 0 16,52 0-16,0 26 16,0-26-1,-26 0 1,26 0-1,0 0 1,1 0 0,-27 0 15,26 0 0,0 0-15,0 0-1,-26 0 17,26 0-17,0 0 17,0 0-1,-25 0 31,25 0-30,0 0-1,0 0-16,-26 0 1,26 0 0,0 0-1,0 0 1,-26 0 15,26 0 16,52 0 94,0 0-126,0 0-15,0 0 16,26 26 0,0-26-16,26 0 15,-27 0 1,27 0-16,0 25 15,0-25 1,-27 0-16,53 0 16,-26 0-16,-26 52 15,26-52 1,-27 0-16,27 0 16,0 0-16,0 0 15,25 0 1,-51 0-16,26 0 15,-52 0 1,26 0-16,-1 0 16,-25 0-16,0 0 15,0 0 1,26 0 0,-26 0 15,0 0 0,0 0 0,26 0-15,-26 0 0,-1 0 15,1 0-31,26 0 15,-26 0-15,26 0 16,0 0 0,-26 0-16,26 0 15,-1 0 1,1 0-16,-26 0 16,52 0-1,-26 0-15,0 0 16,-1 0-16,-25 0 15,52 0 1,-52 0-16,0 0 16,26 0-1,-26 0-15,0 0 16,51 0 15,-51 0-15,0 0-1,0 0-15,52 0 16,-52 0-16,0 0 16,26 0-1,-27 0-15,1 0 16,0 0 0,26 0-16,-26 0 15,0 26 1,52-26-1,-52 0-15,26 0 16,25 0 0,-25 0-16,0 0 15,0 0 1,26 0-16,-53 0 16,27 0-1,0 0-15,0 0 16,-26 0-16,52 0 15,-52 0 1,-1 0-16,27 0 16,-26 0-1,0 0-15,0 0 16,26 0 0,-26 0-1,0 0 1,0 0-1,51 0 1,-51 0 0,0 0-16,26 0 15,0 0 1,-26 0-16,26 0 16,-26 0-16,0 0 15,-1 0 1,27 0-1,-26 0 1,0 0 0,0 0-16,26 0 15,-26 0 1,0 0-16,0 0 16,25 0-1,1 0-15,-26 0 16,26 0-1,-26 0-15,0 0 16,52 0-16,-27 0 16,27 0-1,-26 0-15,26 0 16,-26 0 0,-26 0-16,25 0 15,-25 0-15,0 0 16,0 0-1,26 0 1,-26 0 0,0 0-1,0 0 17,26 0-1,-26 0-31,-1 0 15,53 0 1,-52 0-16,26 0 16,0 0-16,0 0 15,-26 0 1,25 0 0,-25 0-1,0 0 1,0 0-1,26 0 1,0 0 15,-26 0-15,26 0 0,-27 0 15,1 0 0</inkml:trace>
</inkml:ink>
</file>

<file path=ppt/ink/ink4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27.593"/>
    </inkml:context>
    <inkml:brush xml:id="br0">
      <inkml:brushProperty name="width" value="0.05" units="cm"/>
      <inkml:brushProperty name="height" value="0.05" units="cm"/>
      <inkml:brushProperty name="color" value="#FFFFFF"/>
      <inkml:brushProperty name="fitToCurve" value="1"/>
    </inkml:brush>
  </inkml:definitions>
  <inkml:trace contextRef="#ctx0" brushRef="#br0">2903 0 0,'-26'0'281,"0"0"-265,-25 0-16,25 0 16,0 0-1,0 0-15,-26 0 31,26 0-31,0 0 16,0 0 0,-26 0-16,1 0 15,25 0 1,-52 0-16,26 0 16,-26 0-16,26 0 15,-25 0 1,51 0-16,-52 0 15,26 0 1,26 0-16,-51 0 16,51 0-16,-52 0 15,52 0 1,-26 0-16,0 0 16,26 0-1,0 0-15,1 0 16,-27 0-1,26 0 1,0 0 0,0 0-1,-26 0 17,26 0-32,-26 0 15,0 0 1,1 0-1,-27 0-15,26 0 16,-26 0 0,26 0-16,27 0 15,-27 0 1,26 0-16,0 0 16,0 0-16,-26 0 31,26 0-31,0 0 15,0 0 1,-25 0 0,25 0-1,0 0 1,0 0 0,-26 0 15,26 0 0,0 0 32,0 0 15,-26 0-16,26 0-46,1 0-16,-1 0 31,-26 0 0,26 0-15,0 0 15,0 0-15,-26 0-1,26 0 17,0 0 15,0 0 15</inkml:trace>
  <inkml:trace contextRef="#ctx0" brushRef="#br0" timeOffset="1503">0 0 0,'26'0'344,"26"0"-328,-26 0 15,0 0-15,0 0-16,26 0 31,-26 0-16,0 0-15,0 0 32,25 0-17,-25 0 17,0 0-1,0 0-16,26 0 1,-26 0 15,0 0 1,0 0-17,26 0 16,-27 0 16,-25 52 125,-25-52-141,-1 0-15,0 0 31,0 0 0</inkml:trace>
</inkml:ink>
</file>

<file path=ppt/ink/ink4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33.669"/>
    </inkml:context>
    <inkml:brush xml:id="br0">
      <inkml:brushProperty name="width" value="0.05" units="cm"/>
      <inkml:brushProperty name="height" value="0.05" units="cm"/>
      <inkml:brushProperty name="color" value="#FFFFFF"/>
      <inkml:brushProperty name="fitToCurve" value="1"/>
    </inkml:brush>
  </inkml:definitions>
  <inkml:trace contextRef="#ctx0" brushRef="#br0">933 10 0,'-78'0'235,"26"0"-235,-26 0 15,27 0-15,-27 0 16,26 0 0,-26 0-16,26 26 15,1-26 1,25 0-16,0 0 31,0 0-31,-26 0 31,26 0-31,0 0 16,0 0 0,-26 0-1,26 0-15,1 0 31,-1 0 1,-26 0 15,78 0 140,0 0-171,0 0 15,25 0-15,-25 0-1,0 0 1,52 0-1,-52 0 1,26 0-16,25 0 16,-51 0-1,52 0-15,-52 0 16,0 0 0,0 0-16,26 0 15,-26 0 1,0 0-1,0 0-15,25 0 16,-25 0 0,0 0-16,0 0 15,26 0 1,-26 0 0,0 0 15,0 0-16,26 0 17,-27 0 30,1 0 16,0 0-15,26 0-16,-26 0-32,0 0 1,0 0-16,26-26 16,-26 26-16,25 0 15,27 0 1,-26 0-16,0 0 15,-26 0 1,0 0-16,0 0 16,25 0-16,-25 0 15,0 0 17,0 0-17,26 0 16,-26 0 32,-52 0 281,0 0-329,0 0 1,0 0 0,-26 0-16,27 0 15,-1 0 1,0 0-1,-26 0 1,26 0 0,0 0-1,0 0-15,-52 0 16,52 0 0,1 0-16,-27 0 15,26 0-15,0 0 16,0 0-1,-26 0 1,26 0 0,0 0 15,0 0 0,-25 0 16,25 0 16,0 0-1,0 0 94,52 0-62,26 0-78,-27 0-1,1 0 1,0 0-16,52 0 16,-52 26-1,52-26-15,-26 0 16,25 0-1,-25 26-15,-26-26 16,52 0-16,-26 0 16,-1 0-1,-25 0-15,0 0 16,0 0 0,26 0-16,-26 0 15,0 0-15,0 0 16,26 0-1,-26 0-15,0 0 16,-1 0 0,27 0-16,-26 0 15,0 0 17,0 0-32,26 26 15,-26-26 1,0 0-1,0 0 1,25 0 0,-25 0-1,0 0 1,0 0 15,26 0 0,-26 0 16,0 0-15,0 0-1,26 0-16,-26 0 17,-1 0 46,-25 52 0,-51-52-62,25 0-1,0 0 16,0 0-15,-26 0 0,26 0 15,0 0-15,0 0 15,-26 0-16,27 0 1,-1 0 0,0 0-16,-26 0 31,26 0-31,0 0 16,0 0-1,-26 0 1,26 0-1,0 0 1,1 0 31,-27 0-16,26 0 32,0 0-48,0 0 1,26 25 0,-52-25-16,26 0 15,0 0 1,0 0-16,-26 0 31,27 0-15,-1 0 15,0 0 31</inkml:trace>
</inkml:ink>
</file>

<file path=ppt/ink/ink4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40.180"/>
    </inkml:context>
    <inkml:brush xml:id="br0">
      <inkml:brushProperty name="width" value="0.05" units="cm"/>
      <inkml:brushProperty name="height" value="0.05" units="cm"/>
      <inkml:brushProperty name="color" value="#FFFFFF"/>
      <inkml:brushProperty name="fitToCurve" value="1"/>
    </inkml:brush>
  </inkml:definitions>
  <inkml:trace contextRef="#ctx0" brushRef="#br0">1762 0 0,'-78'0'282,"52"0"-267,1 0-15,-53 0 16,52 0-16,0 0 15,0 0 1,-26 0 0,26 0-1,0 0 1,0 0 0,-25 0 15,25 0-16,0 0-15,-52 0 16,52 0 0,0 0-16,0 0 31,-26 0-31,26 0 16,1 0 15,-1 0 0,-26 0 0,26 0 1,0 0-17,-52 0-15,52 0 16,0 0-1,-51 0-15,51 0 16,0 0-16,0 0 16,-26 0-1,26 0-15,0 0 32,0 0-17,-26 0 1,27 0 31,-1 0-32,0 0 17,-26 0-17,26 0 16,0 0 16,0 0 31,-26 0 172</inkml:trace>
  <inkml:trace contextRef="#ctx0" brushRef="#br0" timeOffset="1245">129 0 0,'26'0'297,"0"0"-297,0 0 16,26 0-16,-26 0 15,0 0 1,0 0 0,25 0 15,-25 0 0,0 0 0,0 0-15,26 0 15,-26 0-15,0 0-1,0 0 1,-26 52 0,52-52 15,-26 0 31</inkml:trace>
  <inkml:trace contextRef="#ctx0" brushRef="#br0" timeOffset="3559">674 52 0,'-52'0'281,"26"0"-265,0 0-16,-26 0 16,26 0-1,0 0 1,0 0 0,-26 0-1,27 0 16,-1 0 1,0 0-1,-26 0 0,26 0 0,0 0 16,0 0 0,-26 0 16,26 0-32,0 0 16,1 0 0,-27 0 15,78 0 110,0 0-156,-1 0-16,27 0 15,-26 0 1,26 0-16,26 0 16,-26 0-1,-1 26-15,-25-26 16,26 0-16,0 0 15,-26 0 1,26 26 0,0-26-1,-26 0-15,-1 0 16,1 0 0,26 0-16,-26 0 15,0 0-15,0 0 31,26 0-31,-26 0 16,26 0 15,-1 0 1,-25 0-17,0 0 1,0 0-1,26 0 17,-26 0-17,0 0 1,0 0 15,26 0 16,-26 0 31,-52 0 141</inkml:trace>
  <inkml:trace contextRef="#ctx0" brushRef="#br0" timeOffset="5966">1296 104 0,'-26'0'375,"-26"0"-375,-26 0 16,52 0-16,-52 0 15,27 0-15,25 0 16,-26 0 0,26 0-1,0 0-15,0 0 16,-26 0 0,26 0-1,0 0 1,0 0 15,-25 0 0,25 0 1,0 0-17,0 0 1,-26 0 15,26 0 0,0 0 32,78 0 140,-26 0-172,0 0 0,0 0 16,26 0 16,-26 0 15,-1 0-16,1 0 17,26 0-17,-26 0 16,0 0 32,-26 26-95</inkml:trace>
</inkml:ink>
</file>

<file path=ppt/ink/ink4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50.084"/>
    </inkml:context>
    <inkml:brush xml:id="br0">
      <inkml:brushProperty name="width" value="0.05" units="cm"/>
      <inkml:brushProperty name="height" value="0.05" units="cm"/>
      <inkml:brushProperty name="color" value="#FFFFFF"/>
      <inkml:brushProperty name="fitToCurve" value="1"/>
    </inkml:brush>
  </inkml:definitions>
  <inkml:trace contextRef="#ctx0" brushRef="#br0">311 0 0,'-52'0'297,"26"0"-297,0 0 31,0 0-31,-25 0 31,25 0-15,0 0 15,0 0 32,-26 0-1,78 0 188,0 0-234,0 0 15,26 0-15,-26 0 15,-1 0-15,1 0-1,26 0 1,-26 0 31,0 0 15,0 0-46,26 0 15,-26 0-31,0 0 16,0 0-1,51 0 1,-51 0 15,0 0-15,26 0 0,-26 0 46,0 0 1</inkml:trace>
</inkml:ink>
</file>

<file path=ppt/ink/ink5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06.577"/>
    </inkml:context>
    <inkml:brush xml:id="br0">
      <inkml:brushProperty name="width" value="0.05" units="cm"/>
      <inkml:brushProperty name="height" value="0.05" units="cm"/>
      <inkml:brushProperty name="color" value="#FFFFFF"/>
      <inkml:brushProperty name="fitToCurve" value="1"/>
    </inkml:brush>
  </inkml:definitions>
  <inkml:trace contextRef="#ctx0" brushRef="#br0">3317 106 0,'-78'-26'266,"27"26"-266,25 0 15,-52 0-15,52 0 16,0 0-1,-26 0-15,26 0 16,0 0 0,0 0-1,-25 0 1,25 0 0,0 0 30,0 0-30,-26 0 15,26 0-31,-26 0 16,0 0-16,27-26 16,-27 26-1,0 0-15,26 0 16,0 0-1,0 0-15,-26 0 16,26 0 0,0 0-1,1 0 17,-27 0 14,26 0 1,0 0 31,0 0-31,-52 0-31,52 0 0,-51 0-16,25 0 15,26 0-15,-26 0 16,0 0-1,26 0 1,-26 0 0,26 0-1,0 0 1,1 0 15,-27 0 0,26 0 1,0 0-1,0 0-15,-26 0-1,26 0-15,0 0 16,0 0-1,-25 0 1,25 0-16,0 0 31,0 0-15,-26 0 15,26 0 16,0 0 16,0 0-48,-26 0 32,26 0-31,1 0 15,-1 0-15,-26 0-1,26 0 1,0 0-1,0 0-15,-26 0 16,26 0 0,0 0-1,0 0 17,-25 0-1,25 0 16,0 0 31,0 26-47,-26-26 0,26 0-15,0 0 15,0 0 0,-26 0 32,26 0-1,1 0-30,-1 0-1,-26 0-15,26 0-1,0 0 1,0 0 15,-26 0 0,26 0 47,0 0 63,78 0 375,-26 0-454,0 0 1,0 0 15,-52 0 312,-26 0-311,26 0 358</inkml:trace>
  <inkml:trace contextRef="#ctx0" brushRef="#br0" timeOffset="2631">103 80 0,'-26'0'468,"0"0"-405,26 52 140,0-26-172,0 0 1,26-26-1,-26 26-16,52-26 48,-52 52-47,0-78 218,0 0-125,-26 26-46,0 0-16,0 0 15,-25 0 1,77 0 124,-26 52-171,25-52 15,-25 25 0,26-25 1,-26 26-1,52-26 16,-52 26-32,0 26 110</inkml:trace>
</inkml:ink>
</file>

<file path=ppt/ink/ink5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53.310"/>
    </inkml:context>
    <inkml:brush xml:id="br0">
      <inkml:brushProperty name="width" value="0.05" units="cm"/>
      <inkml:brushProperty name="height" value="0.05" units="cm"/>
      <inkml:brushProperty name="color" value="#FFFFFF"/>
      <inkml:brushProperty name="fitToCurve" value="1"/>
    </inkml:brush>
  </inkml:definitions>
  <inkml:trace contextRef="#ctx0" brushRef="#br0">622 0 0,'-52'0'406,"26"0"-406,-26 0 16,0 0-1,1 0-15,25 0 16,-26 0 0,26 0-16,0 0 15,0 0-15,-26 0 31,26 0-15,0 0 0,0 0-1,-25 0 32,25 0-31,0 0 62,78 0 141,-26 0-188,-1 0 0,1 0 0,26 0-15,-26 0 15,0 0-15,0 0 31,26 0 0,-26 0 0,0 0 15,0 26-15,25-26-31,-25 0 15,0 0 0,0 0 0,26 0 1,-26 0-1,-26 26-16,26-26-15,0 0 32,26 0-17,-26 0 1,-1 0 0,1 0-1,26 0 16,-26 0 1,-26 52-17,26-52 1,0 0 15,26 0 32,-78 0 155,0 0-202,26-26 15,-26 26 1,26-26 14,-52 26-14,52-26-1,-26 26 125</inkml:trace>
  <inkml:trace contextRef="#ctx0" brushRef="#br0" timeOffset="1790">803 26 0,'-52'0'297,"1"0"-282,25 0-15,0 0 16,0 0 0,-26 0-1,26 0 1,0 0 15,0 0 16,-26 0-31,26 0-1,1 0 1,-1 0 15,-26 0 0,26 0 1,0 0 30,0 0 16,-26 0 94,26 0-125,0 0 15</inkml:trace>
  <inkml:trace contextRef="#ctx0" brushRef="#br0" timeOffset="2945">129 26 0,'52'0'297,"-26"0"-297,0 0 31,0 0-31,26 0 15,-26 0 17,0 0-1,0 0-15,25 0 15,-25 0 16,0 0 31,0 0 31,26 0-78,-26 0 1,0 0-17,0 0 32</inkml:trace>
  <inkml:trace contextRef="#ctx0" brushRef="#br0" timeOffset="4254">648 26 0,'-26'0'375,"-26"0"-359,26 0 15,0 0 0,0 0-15,-26 0 0,26 0 15,1 0 0,-1 26 0,-26-26 16,26 0-16,26 52-31,-26-52 16,0 0 15,-26 0-15,26 0 15,0 0 32</inkml:trace>
  <inkml:trace contextRef="#ctx0" brushRef="#br0" timeOffset="23685">829 0 0,'-26'0'266,"0"0"-266,0 0 31,-25 0-31,25 0 31,0 0-31,0 0 16,-26 0-1,0 0 1,26 0-16,-52 0 16,53 0-1,-1 0-15,-26 0 16,26 0-1,0 0-15,0 0 32,-26 0-17,26 0 17,0 0-1,0 0 31,52 0 470,26 0-486,-26 0 17,-52 0 421,0 0-406,0 0-15</inkml:trace>
  <inkml:trace contextRef="#ctx0" brushRef="#br0" timeOffset="26159">129 0 0,'52'0'531,"-26"0"-499,0 0-1,0 0 0,26 0 32,-26 0-1,-52 0 297,0 0-312,0 0 0,0 0 31,-26 0 204</inkml:trace>
  <inkml:trace contextRef="#ctx0" brushRef="#br0" timeOffset="27366">181 0 0,'26'0'375,"0"26"-360,0-26 17,26 0-17,-26 0 1,0 0 15,0 0 16,25 0-16,-25 0 16,0 0 0,0 0-16,26 0 32,-52 26-32</inkml:trace>
</inkml:ink>
</file>

<file path=ppt/ink/ink5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26.591"/>
    </inkml:context>
    <inkml:brush xml:id="br0">
      <inkml:brushProperty name="width" value="0.05" units="cm"/>
      <inkml:brushProperty name="height" value="0.05" units="cm"/>
      <inkml:brushProperty name="color" value="#FFFFFF"/>
      <inkml:brushProperty name="fitToCurve" value="1"/>
    </inkml:brush>
  </inkml:definitions>
  <inkml:trace contextRef="#ctx0" brushRef="#br0">622 1 0,'-52'0'359,"26"0"-343,0 0-1,0 0 1,-26 0 0,26 0 30,1 0-30,-1 0 47,-26 0-1,26 0 1,0 0 15,0 0-16,-26 0 219,26 0-249,0 0-1,0 0-15,26 26-1,-51-26-15,25 0 47,0 0 16,78 0 187,-26 0-235,-1 0 16,1 0-31,26 0 32,-26 0-32,0 0 31,0 0-15,26 0 15,-26 0-31,0 0 15,0 0 1,25 0-16,-25 0 16,0 0-1,0 0 1,26 0 15,-26 0-15,0 0-1,0 0 1,26 0 31,-26 0 0,-1 0-32,1 0 17,26 0-17,-26 0 48,0 0 15,0 0-47,26 0 0,-26 0-15,0 0 31,0 0 15,25 0-30,-25 0-1,0 0 0,-78 0 172,26 0-125,1 0 16</inkml:trace>
  <inkml:trace contextRef="#ctx0" brushRef="#br0" timeOffset="2594">1037 27 0,'-26'0'328,"-26"0"-296,26 0-32,0 0 15,0 0 16,-26 0-15,26 0 0,0 0 15,0 0-15,-25 0 15,25 0 0,0 0-31,0 0 16,-26 0-1,26 0 1,0 0-16,0 0 31,-26 0-15,26 0-1,1 0 17,-1 0-17,-26 26 1,26-26 15,0 0 16,0 0-31,-26 0 15,26 0 16,0 0-16,0 0 32,52 0 249,26 0-249,-26 0-32,0 0 16,0 0-16,26 0 0,-26 0 0,0 0 1,0 0-1,25 0 16,-25 0 31,-26 26 0,-26-26-15,0 0-48,1 0 1,-1 0 15,-26 0 16,26 0-16,0 0 32,26 52-16</inkml:trace>
</inkml:ink>
</file>

<file path=ppt/ink/ink5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33.854"/>
    </inkml:context>
    <inkml:brush xml:id="br0">
      <inkml:brushProperty name="width" value="0.05" units="cm"/>
      <inkml:brushProperty name="height" value="0.05" units="cm"/>
      <inkml:brushProperty name="color" value="#FFFFFF"/>
      <inkml:brushProperty name="fitToCurve" value="1"/>
    </inkml:brush>
  </inkml:definitions>
  <inkml:trace contextRef="#ctx0" brushRef="#br0">1399 18 0,'-25'0'266,"-1"0"-250,0 0-16,0 0 15,-26 0 1,26 0-1,0 0 1,0 0 0,-26 0-1,1 0 1,25 0-16,-26 0 16,26 0-1,0 0-15,0 0 16,-26 0-16,26 0 31,0 0-31,0 0 31,-25 0-15,25 0 15,0 0 32,0 0-32,-26 0-31,26 0 16,0 26-16,0-26 15,-26 0 1,26 0-1,1 0-15,-1 0 32,-26 0-1,26 0-15,0 0 46,0 0 360,-26 0-391,26 0 0,26 52 16,-26-52-31,0 0 15,-25 0-15,25 0 15,0 0 0,0 0 16</inkml:trace>
</inkml:ink>
</file>

<file path=ppt/ink/ink5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42.097"/>
    </inkml:context>
    <inkml:brush xml:id="br0">
      <inkml:brushProperty name="width" value="0.05" units="cm"/>
      <inkml:brushProperty name="height" value="0.05" units="cm"/>
      <inkml:brushProperty name="color" value="#FFFFFF"/>
      <inkml:brushProperty name="fitToCurve" value="1"/>
    </inkml:brush>
  </inkml:definitions>
  <inkml:trace contextRef="#ctx0" brushRef="#br0">135 30 0,'-26'0'329,"0"0"-298,0 0 0,-25 0 0,25 0 47,52 0 219,25-26-265,-25 26-17,52 0-15,-52 0 16,52 0-1,-26 0-15,-26 0 16,25 0 0,-25 0-16,0 0 15,0 0 17,26 0-17,-26 0 16,0 0 32,0 0 109,26 0-78,-26 0-32,-1 0-31,1 0 16,26 0-16,-26 0 1,0 0 15,0 0-1,-26 26-30,52-26 0,-26 0 15,0 0 0,0 0 47,25 0 63,-25 0-110,0 0 0,0 0 1,26 0 30,-26 0-31,0 0 1,-26 26-17,26-26 17,26 0 30,-27 0-46,1 0-16,0 0 31,26 0-31,-26 0 16,0 0-1,0 0 16,26 0 1,-26 0 30,0 0 1,-1 0-48,27 0 17,-26 0-17,0 0 1,0 0 31,-52 0 312,-26 0-312,26 0 0,0 0-16,1 0-15,-27 0 31,26 0-16,0 0 0,26 26-15,-26-26 15,-26 0 0,26 0 0,0 0-15,0 0 15,-25 0 1,25 0 30,52 0 219</inkml:trace>
  <inkml:trace contextRef="#ctx0" brushRef="#br0" timeOffset="2750">1042 108 0,'26'0'328,"0"0"-328,0 0 31,26 0-15,-26 0-1,0 0 32,0 0 16,26 0-16,-27 0-16,1 0-15,0 0 15,26 0-16,-26 0 32,0 0 0,0 0-31,26 0 15,-26 0 0,0 0 16,-26 52 47</inkml:trace>
</inkml:ink>
</file>

<file path=ppt/ink/ink5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59.467"/>
    </inkml:context>
    <inkml:brush xml:id="br0">
      <inkml:brushProperty name="width" value="0.05" units="cm"/>
      <inkml:brushProperty name="height" value="0.05" units="cm"/>
      <inkml:brushProperty name="color" value="#FFFFFF"/>
      <inkml:brushProperty name="fitToCurve" value="1"/>
    </inkml:brush>
  </inkml:definitions>
  <inkml:trace contextRef="#ctx0" brushRef="#br0">1114 134 0,'-51'0'297,"25"0"-281,0 0-1,-26 0 1,26 0-1,0 0 32,0 0-31,-26 0 0,26 0-1,0 0 1,1 0-1,-27 0 17,26 0-17,0-52 17,0 52-17,-26 0 16,26 0-15,0 0 15,0 0 1,-25 0 46,25 0-31,0 0-32,0 0 1,-26 0-1,26 0 1,0 0 0,0 0 15,-26 0 16,26 0 0,1 0 15,-1 0-46,-26 0 15,26 0 0,0 0 32,26-26 77,52 26-93,-26 0 0,0 0-31,0 0-1,25 0 1,-25 0-16,0 0 31,0 0-15,52 0 0,-52 0-16,0 0 15,26 0 1,-27 0-16,1 0 15,0 0-15,26 0 16,-26 0 0,26 0-1,0 0 17,-26 0-17,0 0 16,-1 0 1,27 0 46,-26 0-47,0 0 0,0 0 32,-26 26-32,52-26-15,-26 0 46,0 0-46,0 0 15,26 0-31,-27 0 16,1 0-1,0 0 17,26 0-17,-26 0 1,0 0-1,0 0-15,26 0 16,-26 0 0,0 0-16,-1 0 15,27 0 1,-26 0 0,0 0-1,0 0 16,26 0-15,-26 0-16,0 0 16,0 0-1,25 0 1,-25 0 15,0 0-15,0 0-16,52 0 15,-52 0 1,0 0-16,26 0 16,-26 0-1,-1 0-15,1 0 32,26 0-17,-26 0-15,0 0 31,0 0 1,26 0-17,-26 0 1,0 0 0,0 0-16,25 0 31,-25 0-31,0 0 31,0 0-15,26 0 46,-26 0-46,0 0-16,0 0 15,26 0 1,-26 0-16,-1 0 16,1 0-1,26 0-15,-26 0 16,0 0 0,0 0 15,26 0 0,-26 0 16,0 0-31,0 0-16,25 0 15,1 0 1,-26 0-1,26 0 1,-26 0 0,0 0-1,0 0 17,26 0-17,-27 0 1,1 0-1,0 0 1,26 0-16,-26 0 31,0 0-31,0 0 16,26 0 0,-26 0-1,0 0 1,0 0-16,25 0 31,-25 0-31,0 0 16,0 0-1,26 0 1,-26 0 15,0 0 0,0 0-15,26 0 0,-27 0-1,1 0 1,0 0 0,26 0-1,-26 0 16,0 0 1,0 0-32,26 0 15,-26 0 1,0 0-16,-1 0 16,27 0-16,-26 0 31,0 0-16,0 0 1,26 0 15,-26 0 16,0 0-31,0 0-16,25 0 31,-25 0-31,0 0 31,0 0-15,26 0 0,-26 0-16,26 0 15,0 0 16,-26 0-31,0 0 32,-1 0-17,27 0 17,-26 0-17,0 0 1,0 0 15,26 0-31,-26 0 16,0 0 15,0 0-31,25 0 16,-25 0-1,0 0 1,0 0-1,26 0-15,-26 0 16,0 0-16,0 0 16,26 0-1,-26 0-15,-1 0 32,1 0-17,26 0 1,-26 0-1,0 0 1,0 0 0,26 0-1,-26 0 17,0 0-17,0 0 1,25 0-1,-25 0 1,0 0-16,0 0 16,26 0-16,-26 0 15,0 0 1,0 0 0,26 0-1,-26 0 1,-1 0-1,1 0-15,26 0 16,-26 0 0,0 0-16,0 0 15,26 0-15,-26 0 16,0 0 0,0 0-16,25 0 15,1 0 1,-26 0 15,52 0-31,-52 0 16,0 0-16,26 0 15,-27 0-15,1 0 16,52 0 0,-52 0-16,0 0 15,0 0 1,26 0-16,-26 0 15,0 0 1,-1 0-16,27 0 16,-26 0-16,0 0 15,0 0 1,26 0 0,-26 0-16,26 0 15,0 0-15,-27 0 16,1 0-1,0 0 1,26 0-16,-26 0 16,0 0-1,0 0-15,26 0 16,-26 0 0,0 0-1,-1 0 1,27 0-16,0 0 15,-26 0 1,26 0-16,-26 0 16,0 0-16,0 0 15,25 0 1,-25 0 0,0 0-1,0 0 16,26 0-15,-26 0 47,0 0-32,0 0 0,26 0 0,-26 0 32,-1 0-32,1 0-15,26 0-1,-26 0 1,0 0 0,0 0-1,26 0 1,-26 0-16,-26-26 15,26 26 1,0 0-16,25 0 31,-25 0-31,0-26 16,0 26 15,26 0 0,-26 0-15,0 0 0,0 0-1,26 0 1,-26-26 15,-1 26-15,1 0-1,26 0 1,-26 0-16,0 0 16,0 0-1,26 0 1,-26 0 0,0 0-1,0 0 16,25 0-31,-25 0 16,0 0 0,0 0-16,26 0 15,-26 0-15,0 0 16,0 26 0,26-26-16,-27 0 15,1 0 16,0 52-15,26-52 15</inkml:trace>
</inkml:ink>
</file>

<file path=ppt/ink/ink5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02.878"/>
    </inkml:context>
    <inkml:brush xml:id="br0">
      <inkml:brushProperty name="width" value="0.05" units="cm"/>
      <inkml:brushProperty name="height" value="0.05" units="cm"/>
      <inkml:brushProperty name="color" value="#FFFFFF"/>
      <inkml:brushProperty name="fitToCurve" value="1"/>
    </inkml:brush>
  </inkml:definitions>
  <inkml:trace contextRef="#ctx0" brushRef="#br0">0 11 0,'26'0'281,"0"0"-281,0 0 16,26 0-1,-26 0-15,0 0 16,0 0 15,26 0 0,-26 0-15,-1 0 31,1 26-31,26-26-1,0 0-15,-26 0 16,78 0-1,-27 0-15,-25 0 16,26 0 0,-26-26-16,26 26 15,-27 0-15,27 0 16,-52 0 0,26 0-16,0 0 15,-26 0 1,0 0-16,0 0 15,25 0 1,-25 0 0,0 0 15,0 0 0,26 0 32,-26 0 234</inkml:trace>
  <inkml:trace contextRef="#ctx0" brushRef="#br0" timeOffset="2426">1452 11 0,'104'0'250,"-53"26"-250,27-26 16,-26 0-1,-26 0-15,26 0 16,-26 0-16,0 0 16,-1 0-1,27 0 17,-26 0-17,0 0 1,0 0 31,26 0-16,-26 0-15,0 0-1,0 0 16,25 0 1,-25 0 30,0 0-31,0 0-31,26 0 16,-26 0-16,0 0 16,0 0-1,52 0-15,-27 0 16,27 0 0,-26 0-16,26 0 15,-26 0-15,25 0 16,-25 0-1,26 0-15,-52 0 16,52 0 0,-52 0-16,25 0 15,1 0 1,-26 0-16,26 0 16,0 0-16,0 0 15,51 0 1,-51 0-1,26 0-15,-26 0 16,26 0-16,-53 0 16,53 0-1,-52 0-15,0 0 16,0 0 0,26 0-16,-26 0 15,0 0 1,0 0-1,25 0 1,-25 0-16,0 0 16,0 0-1,26 0-15,-26 0 16,0 0 0,0 0-16,26 0 31,-27 0-16,1 0 32,0 0 31,26 0-62,-26 0-16,0 0 16,0 0-1,26-26-15,-26 26 16,0 0 0,-1 0-1,27 0 16,-26 0 32,0 0-16,0 0-32,26 0 1,-26 0 0,0 0 15,0 0 0,26 0 16,-27 0 16,-50 0 374</inkml:trace>
  <inkml:trace contextRef="#ctx0" brushRef="#br0" timeOffset="4829">5055 11 0,'0'26'344,"-26"-26"-344,0 0 15,0 0 1,-26 0 15,26 0-15,0 0 0,0 0-1,-26 0 16,26 0-31,0 0 16,1 0-16,-27 0 16,0 0-1,26 26-15,-52-26 16,26 0 0,1 0-16,25 0 15,0 0 1,0 0-16,-26 0 31,26 0-31,0 0 16,0 0 15,-26 0 0,26 0 0,26 26-15,-25-26 15,-1 0-15,-26 52 15,26-52-15,0 0 15,0 0 0,-26 0 32,78 0 46,0 0-93,52 0-1,-52 0-15,26 0 16,25-26 0,-51 26-16,52 0 15,-52 0-15,0 0 16,0 0 0,26 0-16,-27 0 31,1 0-16,0 0 17,26 0-1,-26 0 16,0 0 0,0 0-16,26 0 16,-26 0 15,0 0 1,-1 0-48,27 0 17,-26 0-17,0 0 17,0 0 30,26 0 1,-26 0-17,0 0-14</inkml:trace>
</inkml:ink>
</file>

<file path=ppt/ink/ink5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24.450"/>
    </inkml:context>
    <inkml:brush xml:id="br0">
      <inkml:brushProperty name="width" value="0.05" units="cm"/>
      <inkml:brushProperty name="height" value="0.05" units="cm"/>
      <inkml:brushProperty name="color" value="#FFFFFF"/>
      <inkml:brushProperty name="fitToCurve" value="1"/>
    </inkml:brush>
  </inkml:definitions>
  <inkml:trace contextRef="#ctx0" brushRef="#br0">907 64 0,'26'0'312,"26"0"-296,-26 0 0,0 0-1,0 0 17,26 0-1,-26 0-31,26 0 15,25 0 1,-51 0 0,0 0-1,26 0 1,-26 0 0,0 0-1,0 0 16,26 0 16,-27 0 31,1 0 79,0 0-126,26 0 0,-26 0 16,0 0 31,-78 0 407,26 0-454,0 26-16,0-26 1,-25 0 0,25 0-16,0 0 15,0 0 1,-26 0-16,26 0 16,0 26-16,0-26 15,-26 0 1,26 0-1,1 0-15,-1 0 16,-26 0 0,26 0-1,0 0 17,0 0-17,-26 0-15,0 0 16,26 0-1,-51 0-15,51 0 16,-52 0-16,52 0 16,-26 0-1,0 0 1,26 0 0,1 0-16,-1 0 31,-26 0-16,26 0 17,0 0-1,0 0 0,-26 0 32,26 0-48,0 0 1,-51 0-16,51 0 16,0 0-1,0 0 1,-26 0-1,26 0 1,0 0 15,0 0 16,26 26 63,26-26-95,26 0 16,-26 0 16,0 0 31,-26-26 204,0-26-251,0 26 31,0 0 1,0 0 15,0 52 328,0 26-343</inkml:trace>
</inkml:ink>
</file>

<file path=ppt/ink/ink5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27.975"/>
    </inkml:context>
    <inkml:brush xml:id="br0">
      <inkml:brushProperty name="width" value="0.05" units="cm"/>
      <inkml:brushProperty name="height" value="0.05" units="cm"/>
      <inkml:brushProperty name="color" value="#FFFFFF"/>
      <inkml:brushProperty name="fitToCurve" value="1"/>
    </inkml:brush>
  </inkml:definitions>
  <inkml:trace contextRef="#ctx0" brushRef="#br0">247 55 0,'26'0'313,"26"0"-313,-1 0 15,-25 0 1,26 0-1,-26 0-15,0 0 16,0 0-16,26 0 31,-26 0-31,0 0 32,0 0-17,25 0 16,-25 0 1,0 0 46,0 0 31,26 0-62,-26 0-16,0 0 1,0 0 14,26 0 33,-26 0-17,-1 0 16,-76 0 391,25 26-438,0-26-31,0 0 16,-26 0-1,0 0 1,-26 0 0,52 0-1,1 0 1,-1 0 0,-26 0-1,26 0 1,0 0-1,0 0 1,-26 0 15,26 0-15,0 0 0,0 0-1,-25 0 1,25 0-16,0 0 15,0 0 1,-26 0-16,26 0 16,0 0 15,0 0-15,-26 0 15,27 0 16,-1 0 31,77 0 344,-25 0-407,0 0 32,0 0-31,26 0-1,-26 0 17,0 0 15,0 0 15,26 0 1</inkml:trace>
</inkml:ink>
</file>

<file path=ppt/ink/ink5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31.366"/>
    </inkml:context>
    <inkml:brush xml:id="br0">
      <inkml:brushProperty name="width" value="0.05" units="cm"/>
      <inkml:brushProperty name="height" value="0.05" units="cm"/>
      <inkml:brushProperty name="color" value="#FFFFFF"/>
      <inkml:brushProperty name="fitToCurve" value="1"/>
    </inkml:brush>
  </inkml:definitions>
  <inkml:trace contextRef="#ctx0" brushRef="#br0">1763 36 0,'26'0'719,"-1"0"-672,1 0-16,26 0 0,-26 0 0,0 0 1,0 0 46,26 0-63,-26 0 1,0-26 0,0 26-1,25 0 1,-25 0 0,0 0 30,0 0 1,26 0 235,-26 0-220,0 0-46,0 0-1,26 0 1,-26 0-16,-1 0 31,1 0-15,26 0 46,-26 0 1,-52 0 124,0 0-155,0 0-17,0 0 1,-25 0-1,25 0 1,0 0-16,-52 0 16,52 0-1,-26 0-15,0 26 16,1-26 0,-27 0-16,52 0 15,-26 0-15,0 0 16,0 0-1,26 26 1,-25-26-16,-1 0 16,26 0-16,-26 0 15,0 0 1,26 26-16,-26-26 31,27 0-31,-1 0 16,0 0-1,-26 0 1,26 0 15,0 0-15,0 52 0,-26-52-1,26 0-15,0 0 16,1 0-1,-27 0 1,26 0-16,0 0 31,0 0-15,-26 0 0,26 0 15,0 0 16,0 0 31,-26 0-16,27 25-30,-27-25-17,0 0 1,26 0-1,0 0-15,0 0 16,-26 0 0,26 0-1,0 0 1,1 0 0,-27 0 15,26 0 0,0 0-15,0 0-1,-52 0 1,52 0-16,0 0 16,-51 0-1,51 0 1,0 0-16,-26 0 15,26 0 1,0 0 15,0 0 16</inkml:trace>
</inkml:ink>
</file>

<file path=ppt/ink/ink6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11.418"/>
    </inkml:context>
    <inkml:brush xml:id="br0">
      <inkml:brushProperty name="width" value="0.05" units="cm"/>
      <inkml:brushProperty name="height" value="0.05" units="cm"/>
      <inkml:brushProperty name="color" value="#FFFFFF"/>
      <inkml:brushProperty name="fitToCurve" value="1"/>
    </inkml:brush>
  </inkml:definitions>
  <inkml:trace contextRef="#ctx0" brushRef="#br0">3162 24 0,'-103'0'250,"25"26"-235,0-26-15,26 0 16,0 0 0,26 0-16,1 0 15,-1 0 1,-26 0 0,26 0-1,0 0 1,0 0-1,-26 0 17,26 0-32,0 0 15,0 0 1,-25 0-16,25 0 16,0 0-1,0 0 1,-26 0-1,26 0 17,0 0-1,0 0 0,-26 0 0,26 0-15,1 0-16,-1 0 16,-52 0-16,52 0 15,-52 0 1,52 0-16,0 0 16,0 0-1,-25 0 1,25 0-16,0 0 31,0 0-15,-26 0 31,26 0-32,0 0 16,0 0-31,-26 0 16,27 0 0,-27 0-16,0 0 15,26 0-15,-26 0 16,0 0 0,26 0-1,0 0 1,0 0-1,-25 0 1,25 0 15,0 0 1,0 0-1,-26 0-16,26 0 1,0 0 0,0 0-1,-26 0 1,27 0 0,-1 0-1,0 0 16,-26 0 1,26 0-17,-26 0 1,0 0-16,26 0 16,-25 0-16,-1 0 15,26 0 1,0 0-1,0 0-15,-26 0 32,26 0-17,0 0 17,0 0-1,26 26-31,-51-26 15,25 0 1,0 0 15,0 0-15,-26 0 31,26 0 0,0 0 15,78 0 454,-26 0-454,0 0-30,0 0 30,26 0 1,-27 0 15,1 0-16,-26 26 188,-51-26-94,25 0-124,0 0-1,0 0 0,-26 0 32,26 0-1,52 0 157,0 0-203,0 0 30,0 0-30,26 0 15,-27 0 16,1 0 16,-26 52-63</inkml:trace>
  <inkml:trace contextRef="#ctx0" brushRef="#br0" timeOffset="2275">0 231 0,'26'0'297,"26"0"-297,0 0 16,26 0-1,-53 0-15,1 0 16,0 0-16,26 0 16,-26 0-1,0 0 1,0 0-1,26 0 17,-26 0-1,0 0 16,-1 0 31</inkml:trace>
</inkml:ink>
</file>

<file path=ppt/ink/ink6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18.017"/>
    </inkml:context>
    <inkml:brush xml:id="br0">
      <inkml:brushProperty name="width" value="0.05" units="cm"/>
      <inkml:brushProperty name="height" value="0.05" units="cm"/>
      <inkml:brushProperty name="color" value="#FFFFFF"/>
      <inkml:brushProperty name="fitToCurve" value="1"/>
    </inkml:brush>
  </inkml:definitions>
  <inkml:trace contextRef="#ctx0" brushRef="#br0">1209 0 0,'-52'0'282,"-51"26"-267,25-26-15,-52 0 16,1 0-1,25 0-15,0 26 16,53-26 0,-27 0-16,52 0 15,0 0-15,-26 0 16,26 0 0,0 0-1,0 0 1,-25 0 31,25 0-16,0 0 31,0 0 126,26 26-157,-52-26 0,26 0 16,52 0 78,0 0-93,0 0-17,0 0 1,26 0-1,-27 0 1,1 0 0,0 0-16,26 0 15,-26 0 1,0 0 0,0 0-1,26 0 16,-26 0 16,0 0 16,-1 0-1,-25 52 141,-25-52-156,25 26-47,-52-26 32,26 0-17,0 0 16,0 0 1,-26 0-1,26 0 31,0 0 1</inkml:trace>
</inkml:ink>
</file>

<file path=ppt/ink/ink6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28.506"/>
    </inkml:context>
    <inkml:brush xml:id="br0">
      <inkml:brushProperty name="width" value="0.05" units="cm"/>
      <inkml:brushProperty name="height" value="0.05" units="cm"/>
      <inkml:brushProperty name="color" value="#FFFFFF"/>
      <inkml:brushProperty name="fitToCurve" value="1"/>
    </inkml:brush>
  </inkml:definitions>
  <inkml:trace contextRef="#ctx0" brushRef="#br0">261 0 0,'-77'0'375,"51"0"-360,0 0 1,0 0-1,-26 0 17,26 0-17,0 0 32,0 0 16,52 0 249,26 0-281,-26 0 1,0 0-1,0 0 0,26 0 0,-27 0 16,1 0-15,0 0 46,26 0 0,-78 0 312,0 0-343,0 0-31,-25 0 15,25 0 32,0 0 15</inkml:trace>
</inkml:ink>
</file>

<file path=ppt/ink/ink6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36.067"/>
    </inkml:context>
    <inkml:brush xml:id="br0">
      <inkml:brushProperty name="width" value="0.05" units="cm"/>
      <inkml:brushProperty name="height" value="0.05" units="cm"/>
      <inkml:brushProperty name="color" value="#FFFFFF"/>
      <inkml:brushProperty name="fitToCurve" value="1"/>
    </inkml:brush>
  </inkml:definitions>
  <inkml:trace contextRef="#ctx0" brushRef="#br0">185 0 0,'25'0'328,"1"0"-312,0 0-1,26 0-15,-26 0 32,0 0-1,0 0 0,26 0-15,-26 0 15,0 0 16,-1 0 15,-50 0 220,-27 0-267,26 0 16,0 0-15,0 0 0,-26 0-1,26 0 17,0 26-32,0-26 15,-25 0 1,25 0-1,0 0-15,0 0 32,-26 0-17,26 0 1,0 0 31,0 0-16,52 0 375,26 0-390,-26 0 46,0 0-15,0 0 16,26 0 31,-27 0 312,1 0-344,0 0 1,26 0 15,-78 0 547,0 0-578,0 0 31,-25 0-31,25 0 15</inkml:trace>
</inkml:ink>
</file>

<file path=ppt/ink/ink6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46.255"/>
    </inkml:context>
    <inkml:brush xml:id="br0">
      <inkml:brushProperty name="width" value="0.05" units="cm"/>
      <inkml:brushProperty name="height" value="0.05" units="cm"/>
      <inkml:brushProperty name="color" value="#FFFFFF"/>
      <inkml:brushProperty name="fitToCurve" value="1"/>
    </inkml:brush>
  </inkml:definitions>
  <inkml:trace contextRef="#ctx0" brushRef="#br0">518 0 0,'-103'0'282,"51"0"-282,-26 0 15,52 0 1,0 0-16,-26 0 15,26 0-15,0 0 16,1 0 0,-27 0-1,26 0 17,0 0 30,78 52 188,0-52-234,-27 0-16,53 0 15,-52 0 1,52 0-16,-52 26 16,0-26-1,0 0-15,26 0 16,-27 0 15,1 0-15,0 0 15,26 0 31,-26 0 251,0 0-235,0 0-62,26 0 15,-26 0-15,0 0 15,-1 0-16,27 0 17,-26 0-32,26 0 31,0 0-31,-26 0 16,26 0-1,-1 0-15,-25 26 16,0-26-1,0 0-15,26 0 16,-26 0 0,0 0-1,0 0-15,26 0 16,-26 0-16,-1 0 31,1 0-31,26 0 31,-26 0 1,0 0-17,52 0 17,-52 0-1,0 0-16,0 0 1,25 0 31,-25 0-16,0 0 0,0 0-31,26 0 32,-26 0-32,0 0 31,0 0-15,26 0 46,-52 26 141,-26-26-172,0 52 1,0-52 15,-26 0-16,26 0 0,0 0 78,78 0 360,-26 0-391,0 0-15,0 0 15,26 0 141,-52-26-204</inkml:trace>
</inkml:ink>
</file>

<file path=ppt/ink/ink6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10.467"/>
    </inkml:context>
    <inkml:brush xml:id="br0">
      <inkml:brushProperty name="width" value="0.05" units="cm"/>
      <inkml:brushProperty name="height" value="0.05" units="cm"/>
      <inkml:brushProperty name="color" value="#FFFFFF"/>
      <inkml:brushProperty name="fitToCurve" value="1"/>
    </inkml:brush>
  </inkml:definitions>
  <inkml:trace contextRef="#ctx0" brushRef="#br0">1726 0 0,'-78'0'422,"52"0"-422,-26 0 16,-51 26-16,25-26 15,26 0 1,-26 0-16,52 0 16,0 0-16,1 0 15,-27 0 1,26 0 0,0 0-1,0 0 1,-26 0 15,26 0 0,0 0 32,0 0 109,-25 0-110,25 0-46,0 0-1,0 0 1,-26 0 0,26 0-1,0 0 1,0 0 0,-26 0-1,26 0 1,1 26-1,-1-26 17,-26 0-1,26 0-15,0 0 15,0 0 0,-26 0 0,26 0-31,0 0 16,0 0 0,-25 0-16,25 0 31,0 0-31,0 0 15,-26 0 17,26 0-1,0 0 16,0 0 31,52 0 281,26 0-343,-26 0 0,0 0-1,0 0 16,26 0 1,-26 0 15,-1 0 15,1 0 16,26 0-15,-78 0 140,0 0-172,0 0 0,-25 0 1,25 0-1,0 0 16,0 0 15,52 0 188,26 0-203,-26 0 0,-1 0 15,-76 0 79,25 0-125,0 0-1,0 0 1,-26 0 0,26 0 15,0 0 16,78 0 62,-26 0-78,0 0-15,0 0 15,26 0 0,-52-52 1,26 52-17,-1 0 17,-76 0 202,25 0-203,0 0 47</inkml:trace>
</inkml:ink>
</file>

<file path=ppt/ink/ink6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13.978"/>
    </inkml:context>
    <inkml:brush xml:id="br0">
      <inkml:brushProperty name="width" value="0.05" units="cm"/>
      <inkml:brushProperty name="height" value="0.05" units="cm"/>
      <inkml:brushProperty name="color" value="#FFFFFF"/>
      <inkml:brushProperty name="fitToCurve" value="1"/>
    </inkml:brush>
  </inkml:definitions>
  <inkml:trace contextRef="#ctx0" brushRef="#br0">226 55 0,'52'0'406,"-26"0"-390,-1 0 15,1 0-15,26 0 46,-78 0 126,0 0-1,0 0-156,-25 0-15,25 0 0,0 0 15,0 0 0,-26 0 0,26 0 16,26 26-15,-26-26-1,0 0 0,-26 0 32,26 0-1,52 0 126,0 0-173,0-26 16,0 26-31,26 0 16,-26 0 0,26 0-1,0-26-15,-1 26 16,27 0 0,-52 0-16,26 0 15,0 0 1,-26 0-16,0 0 15,0 0-15,25 0 16,-25 0 0,0 0-16,0 0 15,26 0 1,-26 0-16,0 0 16,0 0-16,26 0 15,-27 0 1,1 0 15,0 0 0,26 0-15,-26 0 15,0 0 0,0 0 1,26 0-17,-26 0 32,0 0 0,-1 0-47,27 0 16,-26 0-16,0 0 31,0 0-31,26 0 16,-26 0 15,0 0-16,0 0 17,26 0 15,-78 0 140,0 0-156,0 0 16,-26 0 0,26 0 16,0 0 15,0 0 0</inkml:trace>
  <inkml:trace contextRef="#ctx0" brushRef="#br0" timeOffset="1337">1366 29 0,'-78'0'313,"52"0"-298,1 0-15,-27 0 32,26 0-32,0 0 31,0 0-15,-26 0 15,26 0 31,0 0 1,78 0 218,-26 0-265,0 0 15,0 0-15,26 0-1,-26 0 16,0 0 1,-1 0 30</inkml:trace>
  <inkml:trace contextRef="#ctx0" brushRef="#br0" timeOffset="2573">1262 29 0,'-77'0'297,"51"0"-297,0 0 16,0 0-1,-26 0 1,26 0 0,0 0 15,0 0 0,26-26 16,26 26 109,26 0-124,-26 0-32,0 0 15,0 0 1,26 0-16,0 0 15,-27 0-15,27 0 16,-26 0 0,0 0-16,0 0 15,26 0 17,-26 0-1,0 0 16</inkml:trace>
</inkml:ink>
</file>

<file path=ppt/ink/ink6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20.818"/>
    </inkml:context>
    <inkml:brush xml:id="br0">
      <inkml:brushProperty name="width" value="0.05" units="cm"/>
      <inkml:brushProperty name="height" value="0.05" units="cm"/>
      <inkml:brushProperty name="color" value="#FFFFFF"/>
      <inkml:brushProperty name="fitToCurve" value="1"/>
    </inkml:brush>
  </inkml:definitions>
  <inkml:trace contextRef="#ctx0" brushRef="#br0">830 129 0,'-52'0'312,"26"0"-296,0 0 0,0 0-1,-26 0-15,26 0 32,0 0-1,1 0 0,-27 0 16,26 0 78,26-26 266,26 26-376,-26-52 48,26 52-63,0 0 78,-26-26 0,25 26-16,27 0 32,-26 0 0,-26 26 15,0 0-31,0 0-31,0 0 31,0 26-15,0-26 15,0 0-15,0 0-17,0 26 17,0-26 93,-26-26 79,26-26-220,-26 0 1,26 0-1,0 0 1,0-26 0,0 26 15,0 0 0,0 0-15,0-26 31,-26 52 0,26-26-32,0 52 188,0-52 188,0 1-141,-25 25-78</inkml:trace>
  <inkml:trace contextRef="#ctx0" brushRef="#br0" timeOffset="1405">571 0 0,'-78'0'235,"26"0"-220,-26 0-15,26 0 16,1 0 0,25 0-16,0 0 15,0 0 1,-26 0 0,26 0-1,0 0 1,0 0 31,-26 0 0,78 0 156,0 0-172,0 0-15,26 0-1,-26 0 1,0 0-1,52 0 1,-53 0-16,27 0 16,0 0-16,-26 0 15,0 0 1,0 0-16,26 0 16,-26 0-1,25 0 1,1 0-16,-26 0 15,0 0 1,52 0 0,-52 0-16,26 0 15,25 0-15,-25 0 16,26 0-16,-52 0 16,52 0-1,-52 0-15,0 0 16,-1 0-1,27 0-15,-26 0 32,0 0-1,0 0-15,26 0 15</inkml:trace>
</inkml:ink>
</file>

<file path=ppt/ink/ink6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29.869"/>
    </inkml:context>
    <inkml:brush xml:id="br0">
      <inkml:brushProperty name="width" value="0.05" units="cm"/>
      <inkml:brushProperty name="height" value="0.05" units="cm"/>
      <inkml:brushProperty name="color" value="#FFFFFF"/>
      <inkml:brushProperty name="fitToCurve" value="1"/>
    </inkml:brush>
  </inkml:definitions>
  <inkml:trace contextRef="#ctx0" brushRef="#br0">4017 60 0,'-77'0'219,"-1"0"-219,-26 0 15,1 0 1,51 0-16,-26 0 16,26 0-1,0 0-15,1 0 16,25 0 0,-26 0-1,26 0 1,0 0-1,0 0 1,-26 0 15,26 0 1,0 0-17,0 0 1,-25 0 15,25 0-15,0 0 15,-52 0 0,52 0-31,-26 0 16,0 0-16,26 0 15,1 0 1,-1 0-16,-26 0 16,26 0-1,0 0 1,0 0-16,-52 0 16,52 0-1,-51 0-15,25 0 16,-26 0-1,52 0-15,0 0 16,0 0 0,-26 0-16,27 0 15,-1 0 1,0 0-16,-26 0 16,26 0 15,0 0-16,0 0 17,-26 0-1,26 0-15,0 0-1,0 0-15,-25 0 16,25 0-16,0 0 15,0 0 1,-26 0-16,26 0 16,0 0-1,0 0 1,-26 0 15,27 0-15,-1 0-1,-52 0 17,52 0-32,-26 0 15,0 0-15,0 0 16,27 0 0,-27 0-16,26 0 15,0 0 1,0 0-1,-26 0 1,26 0 15,0 0 1,0 0 14,-25 0-14,25 0-17,0 0-15,-52 0 16,52 0 0,0 0-16,-52 0 15,52 0-15,0 0 31,1 0-31,-27 0 32,26 0-17,0 0 17,0 0-1,-26 0 31,26 0-15,0-26-31,0 26-1,-25 0-15,25 0 16,0 0 0,0 0-1,-26 0 17,26 0-1,0 0 31,78 0 173,-26 0-220,0 0 1,0 0 0,26-26 15,-27 26-31,27 0 15,0 0 1,-26 0-16,26 0 16,0 0-16,-26 0 15,0 0 1,-1 0-16,27 0 16,-26 0 15,0 0-16,0 0 1,26 0 47,-78 0 233,0 0-264,0 0-17,-26 0 1,26 0 31,0 0-32,1 0 17,-27 0 30</inkml:trace>
</inkml:ink>
</file>

<file path=ppt/ink/ink6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51.620"/>
    </inkml:context>
    <inkml:brush xml:id="br0">
      <inkml:brushProperty name="width" value="0.05" units="cm"/>
      <inkml:brushProperty name="height" value="0.05" units="cm"/>
      <inkml:brushProperty name="color" value="#FFFFFF"/>
      <inkml:brushProperty name="fitToCurve" value="1"/>
    </inkml:brush>
  </inkml:definitions>
  <inkml:trace contextRef="#ctx0" brushRef="#br0">4561 211 0,'-233'0'266,"-78"0"-266,52 0 15,77-26 1,53 26-16,51 0 15,26 0-15,26 0 16,-26 0 0,26 0-1,1 0 1,-1 0 15,-26 0-15,52-26-1,-26 26 1,0 0 0,0-26-1,-26 26 1,26 0 15,0 0 0,0 0-31,-25-52 16,-1 52 0,-26 0-16,26 0 15,-26-26-15,27 26 16,25 0 0,-26 0-16,26 0 15,0 0 1,0 0-16,-26 0 15,26 0 1,-26-25 0,1 25-1,-1 0-15,26 0 16,-52 0-16,26 0 16,0 0-1,1 0-15,-27 0 16,52 0-1,0 0-15,0 0 16,-26 0 0,26 0-1,0 0 1,1 0 15,-27 0 0,26 0 1,0 0-32,0 0 15,-26 0 1,0 0-16,26 0 16,-25 0-16,-1 0 15,26 0 1,-26 0-1,26 0 1,0 0 0,0 0-16,-52 0 15,52 0 1,1 0 0,-53 0-16,26 0 15,-26 0-15,26 0 16,1 0-16,-1 0 15,26 0 1,-26 0-16,0 0 16,26 0-1,-26 0-15,1 0 16,25 0 0,-26 0-16,26 0 15,0 0 1,0 0-1,-26 0 1,26 0 0,0 0 31,0 0-16,-25 0 31</inkml:trace>
</inkml:ink>
</file>

<file path=ppt/ink/ink7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58.360"/>
    </inkml:context>
    <inkml:brush xml:id="br0">
      <inkml:brushProperty name="width" value="0.05" units="cm"/>
      <inkml:brushProperty name="height" value="0.05" units="cm"/>
      <inkml:brushProperty name="color" value="#FFFFFF"/>
      <inkml:brushProperty name="fitToCurve" value="1"/>
    </inkml:brush>
  </inkml:definitions>
  <inkml:trace contextRef="#ctx0" brushRef="#br0">648 64 0,'-78'0'250,"53"0"-234,-1 0-16,0 0 15,-26 0 1,26 0-1,0 0-15,0 0 16,-26-26 0,26 26-1,0 0 1,1 0 0,-27 0-1,26 0 16,0 0 1,0 0 15,-26 0 31,78 0 219,0 0-282,0 0 1,26 0 15,-26 0 0,0 0 1,-1 0-1,27 0 31,-26 0 16,0 0-15,0 0 15,-26-26-47,52 26-15,-26 0 15,0 0 47,-78 0 125,26 0-171,0 0-1,0 0 16,-26 0-16,26 0 32</inkml:trace>
  <inkml:trace contextRef="#ctx0" brushRef="#br0" timeOffset="2007">285 12 0,'-26'0'297,"1"0"-282,-27 0 17,26 0 15,52 0 124,0 0-139,0 0 15,-1 0-16,27 0 0,-26 0-15,0 0-1,0 0 17,26 0 30,-78 0 141,0 0-140,0 0-1,-26 0 548</inkml:trace>
  <inkml:trace contextRef="#ctx0" brushRef="#br0" timeOffset="4057">311 12 0,'-26'0'282,"0"0"-267,1 0 1,-27 0-1,26 0 1,0 0 0,0 0-1,-26 0 1,26 0 0,0 0 30,0 0-14,52 0 108,26 0-140,-26 0 16,0 0 0,0 0-16,26 0 15,-26 0 16,0 0-15,-1 0 0,27 0 15,-26 0 0,0 0-15,0 0-1,26 0-15,-26 0 16,0 0 0,0 0 15,25 0-15,-25 0 46,0 0 126,0 0-63,26 0-32,-26 0-15,-26 52 1</inkml:trace>
  <inkml:trace contextRef="#ctx0" brushRef="#br0" timeOffset="6165">726 64 0,'26'0'360,"0"0"-345,26 0 1,-26 0 47,-26 26-48,-26-26 126,0 0-110,0 0 0,0 0-15,-26 26 46,26-26 17,0 0-17,26 26-46,-26-26 15,-26 0 47,27 0 0,25 52-15,-26-52-48,0 0 32,-26 0-31,26 0 31,26 26-47,-26-26 31,0 0 0,-26 25-15,26-25 15,0 0 0,1 0 47,50 0 110,27 0-172,-26 0-1,26 0 1,0 0-1,-26 0 1,0 0-16,0 0 31,25 0-15,-25 0 31</inkml:trace>
</inkml:ink>
</file>

<file path=ppt/ink/ink7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02.046"/>
    </inkml:context>
    <inkml:brush xml:id="br0">
      <inkml:brushProperty name="width" value="0.05" units="cm"/>
      <inkml:brushProperty name="height" value="0.05" units="cm"/>
      <inkml:brushProperty name="color" value="#FFFFFF"/>
      <inkml:brushProperty name="fitToCurve" value="1"/>
    </inkml:brush>
  </inkml:definitions>
  <inkml:trace contextRef="#ctx0" brushRef="#br0">803 0 0,'0'52'250,"0"-26"-250,0 0 15,0 26-15,0-27 16,0 1 0,0 0 15,0 26-15,0-26 30,-26 0 1,1-26-31,-79 26-16,-26-26 16,27 0-1,-27 52-15,78-52 16,-26 0-1,27 0-15,25 0 32,-26 0-17,26 0 17,52 0-1,103-52-16,79-26-15,103 26 16,-156-25 0,-51 77-16,-52-26 15,26 26 1,-53 0 0,1 0 15,0 0 31</inkml:trace>
</inkml:ink>
</file>

<file path=ppt/ink/ink7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09.268"/>
    </inkml:context>
    <inkml:brush xml:id="br0">
      <inkml:brushProperty name="width" value="0.05" units="cm"/>
      <inkml:brushProperty name="height" value="0.05" units="cm"/>
      <inkml:brushProperty name="color" value="#FFFFFF"/>
      <inkml:brushProperty name="fitToCurve" value="1"/>
    </inkml:brush>
  </inkml:definitions>
  <inkml:trace contextRef="#ctx0" brushRef="#br0">573 441 0,'-78'0'234,"27"0"-218,-27 26-1,52-26-15,0 0 16,-26 0 0,26 0-16,0 26 31,0-26-31,-25 0 16,25 0 15,26 26-31,-26-26 31,0 0-15,26 52 15,-52-52 0,52 26 0,0 0-15,26-1-16,-26 27 16,26 0-1,0-26-15,-26 26 16,52-26 0,-27 0-1,-25 0 1,26 25-1,-26-25 17,26-26-17,26 0 17,-26-26-1,-26 1-31,26-1 15,-26-78 1,26 0-16,26-51 16,-26 25-1,-26 1-15,26 25 16,-26 52-16,26 26 16,-26-26-1,0 26-15,0 0 16,51 26 46,-25 52-62,26 130 16,78 77 0,-27-26-16,-25-77 15,-52-53 1,0-51-16,-26 0 15,0-26 1,0 0 15,26-26-15,-26-52 93,0 26-93,0 0 15,0 0-15,0-26-1,-26 27 1,26-1 0,0 0-16,-52-26 15,52 26 1,-26 0 15,26 0-15,0-26 31,-26 52-47,26-26 62,-26 26-46,26-26 31,-51 1-32,51-27-15,-26 26 32,26 0-17,-26 26 1,26-26-16,-26-26 47,26 26 0,-52 26-32,26 0 126,26 26-126,0 0 1,0 0-16,0 0 31,0 26-15,0-26 0,26-26-1,-26 26-15,0-1 31,0 27-15,0-26 15,0 0 1,26 0-1,-26 26 0,0-78 110,0 0-141,0 0 15,0-26 1,0 26 0,0 0-16,0 1 31,0-27-16,0 26 1,0 0 0,0 0-1,0-26 1,-26 52-16,26-26 31,0 0 16,0 78 156,0-26-187,0 0-1,0 0-15,0 26 16,0-26 0,0 0-1,0-1 1,0 27 15,0-26-15,0 0 15,0 0 0,0 26 32</inkml:trace>
  <inkml:trace contextRef="#ctx0" brushRef="#br0" timeOffset="2325">651 830 0,'-26'-78'344,"26"0"-344,0-25 15,0 51 1,0-26-16,0 52 15,0 0 1,0 0-16,0-25 16,0 25-16,0 0 31,0 0 0,-26 26 16,26 26 0,0 51-47,0-51 16,0 0-1,0 52 1,0-52-16,0 0 15,0 26 1,0-26 15,0 0-15,0 51 0,0-51-16,0 0 15,0 52 1,0-52-16,0 0 15,0 0-15,0 25 16,0-25 0,0 0-1,0 0 1,0 26-16,0-26 16,0 0-1,0 0-15,0 26 16,0-26-1,0-1 17,0 1-17,0 26 17,0-26 14,-26-26 48,26-26-63,0 0-15,0 0 0,0 0-1,0-25-15,0 25 16,0 0-16,0-52 16,0 52-1,0-26-15,0 0 16,0 1-1,0 25-15,0-26 16,0 26-16,0 0 16,0 0-1,0-26 17,0 26-1,0 0 16,-52 26-32,26 0 48,1 52-63,-1 0 15,26 26 1,-52 0-16,52-1 16,-26-25-1,26 26-15,0-52 16,0 0-16,-26-26 16,26 52-1,0-26-15,0-1 31,0 1-15,0 26 31,0-78 15,0 0-46,0 0 0,0-51-1,0 51-15,0 0 16,0-52-16,0 52 16,0 0-1,0-26-15,0 27 16,0-1-1,0 0 1,0-26 15,-26 52-15,26-26 31</inkml:trace>
</inkml:ink>
</file>

<file path=ppt/ink/ink7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37.210"/>
    </inkml:context>
    <inkml:brush xml:id="br0">
      <inkml:brushProperty name="width" value="0.05" units="cm"/>
      <inkml:brushProperty name="height" value="0.05" units="cm"/>
      <inkml:brushProperty name="color" value="#FFFFFF"/>
      <inkml:brushProperty name="fitToCurve" value="1"/>
    </inkml:brush>
  </inkml:definitions>
  <inkml:trace contextRef="#ctx0" brushRef="#br0">173 0 0,'26'52'375,"25"-52"-375,1 0 15,-26 0 1,26 0-16,0 0 16,-26 0-16,26 0 15,-1 0 1,-25 0 0,0 0-16,0 0 15,52 0-15,-52 0 31,0 0-31,26 0 32,-26 0-17,-1 0 17,-25 26 14,-51 0 17,-1-26-63,26 0 16,-26 25-1,0-25-15,-26 52 16,53-52-16,-27 0 15,0 26 1,0-26-16,-26 26 16,52-26-1,-25 26-15,-1-26 16,26 0 0,0 52-16,0-52 15,-26 0 16,52 26-15,-26-26 0,0 0 46,78 0 32,-26 0-78,0 0-1,52 0-15,-26 0 16,-27-26-16,53 26 15,-26 0 1,0 0 0,-26 0-16,0 0 15,51 0-15,-25 0 16,26 0 0,-26 0-16,26 0 15,-1 0-15,-25 0 16,0 0-1,-26 0-15,26 26 16,-26-26 0,0 0-1,0 0-15,25 26 47,-25-26-16,-26 26-15,0 25 15,0-25-15,-26 26 0,26 0-1,-25-26-15,-1 26 16,0 0-1,-26-26 1,52-1-16,-26 1 31,0 26 1,0-26-1,-26-26 0,52 26-15,-26-26 15,0 0 16,0 0-32,-25 0 1,-1 0-16,26 0 16,-26 0-16,26 0 31,0 0-15,0 0-1,-26 0 1,27 0 31,-1 0 31</inkml:trace>
</inkml:ink>
</file>

<file path=ppt/ink/ink7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41.253"/>
    </inkml:context>
    <inkml:brush xml:id="br0">
      <inkml:brushProperty name="width" value="0.05" units="cm"/>
      <inkml:brushProperty name="height" value="0.05" units="cm"/>
      <inkml:brushProperty name="color" value="#FFFFFF"/>
      <inkml:brushProperty name="fitToCurve" value="1"/>
    </inkml:brush>
  </inkml:definitions>
  <inkml:trace contextRef="#ctx0" brushRef="#br0">0 235 0,'26'0'328,"0"0"-328,26 0 16,-27 0-16,1 0 15,0 0 1,26 0 0,-26 0-1,0 0 1,0 0 0,26 0-1,-26 0-15,0 0 16,-1 0-1,27 0 1,0 0 0,-26 0-16,52 0 15,-26 0-15,51 0 16,-25-26 0,-26 26-16,-26 0 15,52 0 1,-53 0-16,1-52 15,26 52-15,-26 0 16,0 0 0,0 0-1,26 0 17,-26 0-17,0 0 32,-26-26-31,26 26 31,-52-26 109,-52 26-141,26 0-15,-26 0 16,26 0 0,-25 0-16,-27 0 15,78 0 1,0 0-16,0 0 16,-26 0-16,27 0 15,-1 0 1,0 0-1,-26 0 17,78 0 61,0 0-93,51 0 16,-25 0-16,26 0 16,-52 0-1,26 0-15,0-26 32,-26 26-17</inkml:trace>
  <inkml:trace contextRef="#ctx0" brushRef="#br0" timeOffset="934">1037 79 0,'285'-52'219,"52"52"-204,-52-26-15,-104 26 16,-51 0-16,-53 0 16,-51 0-16,0 0 15,26 0 1,-26 0-1,0 0 32,0 0 16,-104 0 46,0 0-93,-129 0-16,-78 0 15,0 26 1,78-26-16,77 26 16,78-26-1,-26 0-15,52 0 16,0 0-16,-25 0 31,25 0 32</inkml:trace>
</inkml:ink>
</file>

<file path=ppt/ink/ink7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59.104"/>
    </inkml:context>
    <inkml:brush xml:id="br0">
      <inkml:brushProperty name="width" value="0.05" units="cm"/>
      <inkml:brushProperty name="height" value="0.05" units="cm"/>
      <inkml:brushProperty name="color" value="#FFFFFF"/>
      <inkml:brushProperty name="fitToCurve" value="1"/>
    </inkml:brush>
  </inkml:definitions>
  <inkml:trace contextRef="#ctx0" brushRef="#br0">0 0 0,'156'0'203,"51"0"-187,-77 0-16,-27 0 15,-51 0 1,26 0-16,-52 26 15,0-26-15,0 0 16,26 0 15,-27 0-15,1 0-16,0 0 16,26 51-1,-26-51-15,0 0 16,0 0-16,26 0 15,-26 26 1,0-26-16,51 0 16,-51 0-1,0 0-15,52 0 16,-52 0 0,0 0-16,51 0 15,-51 0-15,0 0 16,0 0-1,26 0-15,-26 0 16,0 0 0,0 0-16,26 0 31,-26 0-15,-1 0-16,1 0 15,26 0-15,0 0 16,-26 0-1,52 0 1,-26 0-16,25 0 16,-51 0-16,52 0 15,-52 0 1,0 0-16,0 0 16,26 0-1,-26 0-15,-1 0 16,1 0-1,26 0 1,-26 0 15,0 0 1,0 0 14,26 0-30,-26 0 0,0 0-1,0 0 1,25 0-16,-25 0 31,0 0-15,0 0 15,26-26 16,-52 1 15,0-1 1,-26 26-47,0 0 93</inkml:trace>
</inkml:ink>
</file>

<file path=ppt/ink/ink7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40:07.344"/>
    </inkml:context>
    <inkml:brush xml:id="br0">
      <inkml:brushProperty name="width" value="0.05" units="cm"/>
      <inkml:brushProperty name="height" value="0.05" units="cm"/>
      <inkml:brushProperty name="color" value="#FFFFFF"/>
      <inkml:brushProperty name="fitToCurve" value="1"/>
    </inkml:brush>
  </inkml:definitions>
  <inkml:trace contextRef="#ctx0" brushRef="#br0">0 6039 0,'0'285'234,"0"-78"-218,0-77-1,0-78-15,0 0 16,0-26 0,0-1-16,0 1 31,0-52 47,0-181-78,0-104 16,0-181-16,26 103 15,-26 130 1,0 103-1,0 78-15,0 27 16,0-1-16,0 26 31,0 78 79,0 0-110,0 51 15,0 130 1,-26 260-16,26 51 16,0-233-1,0-129-15,0-131 16,0 27-16,0-52 31,0 0-15,0-104 46,0-207-46,337-1374-1,103-284-15,-206 1009 16,-131 649 0,-77 182-16,-26 25 15,0 52-15,0 78 94,0 0-78,0 181-16,-26 259 15,0 338 1,1-130-16,-1-260 16,26-207-16,0-103 15,0-78 1,0 0-1,0-26-15,-52-26 16,52 26-16,0 0 47,0-52 15,0-52-46,0-26 0,26-77-16,77-53 15,27-77-15,-52 52 16,25 52 0,-25 103-16,-52 52 15,0 26-15,0-25 16,26 25-1,-26 26 1,0 52 0,0 103-1,103 130-15,-25 208 16,-1 25-16,-51-129 16,0-156-1,-52-103-15,0-79 16,0 1-1,0-26-15,-26-26 79,0-26-79,26-26 15,-77-25-15,51-1 16,-26 0-1,0-25-15,26 51 16,0 26 0,0-52-16,-26 52 15,52 0-15,-26 26 16,26-52 0,-25 26-16,-1 1 15,-26-1 1,0-26-16,26 52 15,-52-26 1,52 0-16,0 26 16,-25-26-1,25 26-15,26-52 16,-26 52 0,0 0-1,-26 0 16,52 26-31,-26 0 16,26 52 0,-26 0-16,0 51 15,26 53-15,-52-105 16,52 27 0,0-26-16,0-52 15,0 0-15,0-1 16,-26-102 46,26-364-62,26-1710 16,52 181 0,-26 1322-1,-52 493-15,0 77 16,0 52-16,0 78 62,-26 0-46,26 155 0,-52 311-16,-207 1089 15,52-181-15,155-934 16,52-259-1,-52-129-15,52-52 16,0-26 0,0 26-1,-26-52 1,0-26 62,26 0-62,0-52-1,0 130 79,-26-26-78,26 52-1,-52-52-15,52 51 16,-25-51 0,25 26-16,0 0 15,-26-26 1,26 0-1,-26 0 1,26 26-16,-52-1 16,52-25-1,-26 52 1,0-26-16,0 26 16,26-27-16,-52 27 15,26-52 1,26 0-16,0 26 15,-26-52 1,26 26-16,0 0 16</inkml:trace>
</inkml:ink>
</file>

<file path=ppt/ink/ink7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1:52.219"/>
    </inkml:context>
    <inkml:brush xml:id="br0">
      <inkml:brushProperty name="width" value="0.05" units="cm"/>
      <inkml:brushProperty name="height" value="0.05" units="cm"/>
      <inkml:brushProperty name="color" value="#FFFFFF"/>
      <inkml:brushProperty name="fitToCurve" value="1"/>
    </inkml:brush>
  </inkml:definitions>
  <inkml:trace contextRef="#ctx0" brushRef="#br0">804 134 0,'-26'0'265,"-26"0"-249,26 0-1,0 0 17,0 0-32,-26 0 15,26 0 1,0 0 0,0 0-1,-25 0 16,25 0 1,0 0-1,0 0 31,-26 0 1,52-26-47,-26 26-1,26-26 1,-26 26-16,0 0 31,-26 0-15,52-26-1,-26 26 1,1 0 15,-1 0 32,-26 0-1,26 0 48,0 0-79,0 0 16,26-52 78</inkml:trace>
  <inkml:trace contextRef="#ctx0" brushRef="#br0" timeOffset="1780">0 4 0,'26'0'406,"26"0"-375,-26 0 16,0 0 31,0 0 172,25 0-250,-25 0 32,0 0-17,0 0 16,26 0-15,-26 0 0,0 0-1,0 0 1,26 0 0,-26 26-16,-1-26 15,1 0 1,26 0-1,-26 0 1,0 0 31</inkml:trace>
</inkml:ink>
</file>

<file path=ppt/ink/ink7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02.553"/>
    </inkml:context>
    <inkml:brush xml:id="br0">
      <inkml:brushProperty name="width" value="0.05" units="cm"/>
      <inkml:brushProperty name="height" value="0.05" units="cm"/>
      <inkml:brushProperty name="color" value="#FFFFFF"/>
      <inkml:brushProperty name="fitToCurve" value="1"/>
    </inkml:brush>
  </inkml:definitions>
  <inkml:trace contextRef="#ctx0" brushRef="#br0">2488 269 0,'-25'0'282,"-1"0"-282,0 0 15,-26 0 1,26 0-1,0 0 1,0 0-16,-26 0 16,0 0-1,-25 0-15,51 0 16,0 0-16,0 0 16,-26 0-1,26 0 1,0 0-1,0 0 1,-25 0 0,25 0 15,0 0-31,0 0 16,-26 0-16,26 0 15,0 0 1,0 0 15,-26-26 0,26 26 1,0 0 14,1 0-30,-27-52-16,0 26 16,-26 26-1,26-26-15,-25 26 16,51-25 0,-26 25-16,0 0 31,26-52-31,0 52 15,0 0 17,-26 0-17,26 0 17,1 0 14,-1 0-30,-26 0 0,26 0 15,0 0 0,0 0 0,-26-26-15,26 26 0,0 0 15,0 0 0,-25 0-15,25 0 15,0 0-31,0-26 16,-26 26-16,26 0 15,0 0 1,0 0-16,-26 0 16,26 0 15,1 0-16,-1 0 17,-26 0 30,26 0 1,0 0 30,0 0-61,-26 0 30,26 0 16</inkml:trace>
</inkml:ink>
</file>

<file path=ppt/ink/ink7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12.660"/>
    </inkml:context>
    <inkml:brush xml:id="br0">
      <inkml:brushProperty name="width" value="0.05" units="cm"/>
      <inkml:brushProperty name="height" value="0.05" units="cm"/>
      <inkml:brushProperty name="color" value="#FFFFFF"/>
      <inkml:brushProperty name="fitToCurve" value="1"/>
    </inkml:brush>
  </inkml:definitions>
  <inkml:trace contextRef="#ctx0" brushRef="#br0">0 116 0,'26'0'328,"-1"0"-313,-25 26 1,26-26-16,26 0 16,0 0-16,-26 0 15,52 0 1,-52 0-16,51 0 15,-25-26 1,-26 26-16,52-51 16,-52 51-16,52-26 15,-52 26 1,-1 0-16,1 0 31,26 0-31,-26-26 16,0 26 15,0 0 0,26 0 32,-26 0-16,0 0 15,0 0-46,25 0 15,-25 0-31,0 0 16,0 0-16,26 0 31,-26 0-31,26 0 16,0 0-1,-27 52-15,1-52 16,0 25-16,26-25 15,-26 26 1,0-26 15,-26 26-31,26 26 63,-26-26-16,-26-26-16,-26 0-31,52 26 16,-26-26-1,0 26-15,0 26 16,-25-26-16,25 25 15,0 53 1,26 26-16,0-27 16,0 1-1,0-52-15,0-26 16,0 26 0,0-26-1,0-52 63,-26 0-78,-26-26 16,26 0 0,0 26-16,26 0 15,-26 0-15,-26-25 16,26-1-1,1 26-15</inkml:trace>
</inkml:ink>
</file>

<file path=ppt/ink/ink8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17.991"/>
    </inkml:context>
    <inkml:brush xml:id="br0">
      <inkml:brushProperty name="width" value="0.05" units="cm"/>
      <inkml:brushProperty name="height" value="0.05" units="cm"/>
      <inkml:brushProperty name="color" value="#FFFFFF"/>
      <inkml:brushProperty name="fitToCurve" value="1"/>
    </inkml:brush>
  </inkml:definitions>
  <inkml:trace contextRef="#ctx0" brushRef="#br0">752 200 0,'-26'0'360,"-26"0"-360,26 0 15,-26-52 1,0 52-16,26 0 16,0 0-1,0 0 1,-25 0-1,25 0 1,0 0 15,0 0 16,-26 0 0,26 0 31,0 0 219,0 0-281,-26 0-1,26 0 1,1 0 15,-1 0 0,-26 0 32,26 0 93,26-26 79,26 26-48,0 0-124,0 0-1,0 0 1,25 0 15,-25 0 62,0 0-46,0 0-31,26-26-17,-26 26-30,0 0 0,0 0-1,26 0 1,-26 0 15,-1 0-15,1 0 15,26 0 0,-26 0-31,0 0 16,0 0-16,26 52 16,-26-52-1,0 0 1,0 26-1,25-26 1,-25 0 15,0 0 1,0 0 14,26 0-14,-26 0-32,0 26 15,0-26 1,51 0 0,-51 0 15,0 0 0,26 0 32,-26 0-1,-52 0 141,26 26-172,-26-26-15,0 0 15,0 0 1,-25 0-1,25 0 0,0 0 32,0 0 218,-26 0-234,52 52-16,-26-52-31,0 0 16,0 0 15,-26 0 0,26 0 16,1 0 15,-1 0-15,-26 0-15,26 0 30,26 25-15,-26-25 0,0 0 15,-26 0 16</inkml:trace>
  <inkml:trace contextRef="#ctx0" brushRef="#br0" timeOffset="1273">544 303 0,'26'0'422,"0"0"-407,0 26 1,26-26-1,-26 0 17,0 0-1,0 0 16,25 0 31,-25 0-31,0 0-16,0 0-15,26 0 15,-26 0 16</inkml:trace>
  <inkml:trace contextRef="#ctx0" brushRef="#br0" timeOffset="10244">1218 148 0,'-26'26'250,"-26"-26"-235,26 0-15,-25 0 16,25 0 0,0 26-1,0-26 1,-26 0 15,26 0 0,0 0 32,0 0-1,-26 0 110</inkml:trace>
  <inkml:trace contextRef="#ctx0" brushRef="#br0" timeOffset="11483">803 200 0,'26'0'422,"0"0"-406,0 0-1,26 0 17,-26 0 14,0 0 33</inkml:trace>
  <inkml:trace contextRef="#ctx0" brushRef="#br0" timeOffset="12926">985 200 0,'-52'0'281,"26"0"-265,0 0-16,0 0 31,-26 0-16,26 0 32,52 0 172,0 0-141,0 0-62,0 0-1,26 0 1,-26 0 0,0 0 31,0 0-47,26 0 15,-27 0-15,1 0 16,0 0-1,26 0 1,-26 0 0,0 0-1,0 0 17,26 0-1,-26 0 31</inkml:trace>
  <inkml:trace contextRef="#ctx0" brushRef="#br0" timeOffset="14430">1348 200 0,'-26'0'265,"-26"0"-249,26 0-16,-26 0 15,26 0 1,0 0 0,0 0-1,-25 0 1,25 0 15,0 0 16,0 0 16</inkml:trace>
  <inkml:trace contextRef="#ctx0" brushRef="#br0" timeOffset="15438">985 200 0,'26'0'266,"26"0"-250,-27 0 15,1 0-31,0 0 16,26 0 15,-26 0 16,0 0 15,0 0 63,26 0-62,-26 0-48,0 0 17,-1 0 14</inkml:trace>
  <inkml:trace contextRef="#ctx0" brushRef="#br0" timeOffset="17941">1399 200 0,'0'26'297,"-25"-26"-281,-27 0 0,26 0-1,0 0 16,0 0 1,-26 0 30,78 0 173,0 0-204,0 0-31,26 0 15,-26 0 1,0 0 15,-1 0-15,27 0 15,-26 0-15,0 0-1,0 0 1,26 52 0,-26-52-1,0 0 1,0 0 0,26 0-1,-27 0-15,1 0 31,0 0 1,26 0 15,-52 25 218,0 1-234,-26 0-15,26 52 0,0-26-16,-26 26 15,26-52-15,-26 51 16,26-51 0,0 0-16,0 0 15,0 26 1,0-26-1,0 0 17,0 0-1,0 25 31,0-76 95,0-1-142,0 0 1,0-78-16,0 26 16,0 26-1,0 27-15,0-53 16,0 52-16,0 0 15,0-26 1,0 26-16,0 0 16,0 0-1,0-25-15,0 25 16,0 0 0,0 0-16,0-26 15,0 26 1,26 26-1,-26-26-15,0 0 32,0-26-17,0 26 48,0 52 62,0 0-110,0 0 1</inkml:trace>
  <inkml:trace contextRef="#ctx0" brushRef="#br0" timeOffset="20038">1788 70 0,'-26'0'375,"-25"0"-360,25 0 16,0 0 1,0 0-1,-26 0 0,26 0-15,0 0-1,-52 0 1,52 0-16,0 0 16,1 0-1,-27 0 1,26 0 0,0 0 15,0 0 0,-26 0 32,26 0-1,52 0 422,-26-52-452,26 52-17,0 0 17,0 0-1,26 0-16,-26 0 1,0 0 31,-1 0-16,27 0 32</inkml:trace>
  <inkml:trace contextRef="#ctx0" brushRef="#br0" timeOffset="20437">1451 18 0</inkml:trace>
  <inkml:trace contextRef="#ctx0" brushRef="#br0" timeOffset="20441">1451 18 0</inkml:trace>
  <inkml:trace contextRef="#ctx0" brushRef="#br0" timeOffset="21008">1451 18 0,'26'0'390,"0"0"-390</inkml:trace>
  <inkml:trace contextRef="#ctx0" brushRef="#br0" timeOffset="21574">1503 18 0,'78'26'282,"-26"-26"-282,26 0 15,-53 0 1,1 26-1,0-26 1</inkml:trace>
  <inkml:trace contextRef="#ctx0" brushRef="#br0" timeOffset="21988">1788 70 0</inkml:trace>
  <inkml:trace contextRef="#ctx0" brushRef="#br0" timeOffset="21991">1788 70 0</inkml:trace>
</inkml:ink>
</file>

<file path=ppt/ink/ink8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43.580"/>
    </inkml:context>
    <inkml:brush xml:id="br0">
      <inkml:brushProperty name="width" value="0.05" units="cm"/>
      <inkml:brushProperty name="height" value="0.05" units="cm"/>
      <inkml:brushProperty name="color" value="#FFFFFF"/>
      <inkml:brushProperty name="fitToCurve" value="1"/>
    </inkml:brush>
  </inkml:definitions>
  <inkml:trace contextRef="#ctx0" brushRef="#br0">0 0 0,'26'0'516,"26"0"-454</inkml:trace>
</inkml:ink>
</file>

<file path=ppt/ink/ink8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49.209"/>
    </inkml:context>
    <inkml:brush xml:id="br0">
      <inkml:brushProperty name="width" value="0.05" units="cm"/>
      <inkml:brushProperty name="height" value="0.05" units="cm"/>
      <inkml:brushProperty name="color" value="#FFFFFF"/>
      <inkml:brushProperty name="fitToCurve" value="1"/>
    </inkml:brush>
  </inkml:definitions>
  <inkml:trace contextRef="#ctx0" brushRef="#br0">156 33 0,'-26'0'593,"0"0"-530,0 0 281,-26 0-251,26 0-30,26-26 171,26 26-93,0 0-110,0 0 16,0 0 16,26 0-17,-26 0-14,0 0-32,0 0 15,26 0 1,-27 0 0,1 0-1,0 0 16,26 0 1,-26 0 30,0 0 1,0 0 62,26 0-94,-26 0 16,0 0 15,-1 0-15,27 0-16,-26 0 1,0 0 15,0 0-16,26 0 16,-26 0 0,0 0 31,0 0-47,26 0 16,-27 0 0,1 0 15,0 0-15,26 0 0,-26 0-16,0 0 0,0 0 16,26 0 0,-26 0 0,0 0-16,-26 26 16,25-26-31,27 0-1,-26 0 17,0 0-17,0 0 17,26 0-1,-26 0 0,0 0-15,0 0-1,25 0 17,-25 0 14,0 0-30,0 0 0,26 0-1,-26 0 17,0 0 14,0 0 1,26 0-15,-26 0-17,-1 0 16,1 0-15,26 0 0,-26 0 31,0 0-32,0 0 1,26 0 15,-26 0 0,0 0-15,0 0 0,25 0-1,-25 0 1,0 0-16,0 0 31,26 0-31,-26 0 16,0 0-1,0 0 1,26 0 0,-26 0 15,-1 0-16,1 0 1,52 0-16,-52 0 31,0 0-31,26 0 16,-26 0 0,0 0-1,51 0 16,-51 0 1,0 0-32,0 0 31,26 0-31,-26 0 16,0 0 15,0 0 0,26 0-15,-27 0-1,1 0 1,0 0-16,26 0 16,-26 0-16,0 0 31,0 0 0,26 0-15,-26 0 31,0 0-16,0 26-31,25-26 15,-25 0-15,0 0 16,52 0 0,-52 0-16,0 0 15,0 0 1,26 0-16,-27 0 16,1 0-1,0 0 1,26 0 15,-26 0 0,0 0-15,0 26 0,26-26-1,-26 0 1,0 0-1,-1 0 1,27 0 0,-26 0 15,0 0 16,0 0 31,-26 26-31,-26-26 265</inkml:trace>
</inkml:ink>
</file>

<file path=ppt/ink/ink8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53.978"/>
    </inkml:context>
    <inkml:brush xml:id="br0">
      <inkml:brushProperty name="width" value="0.05" units="cm"/>
      <inkml:brushProperty name="height" value="0.05" units="cm"/>
      <inkml:brushProperty name="color" value="#FFFFFF"/>
      <inkml:brushProperty name="fitToCurve" value="1"/>
    </inkml:brush>
  </inkml:definitions>
  <inkml:trace contextRef="#ctx0" brushRef="#br0">32 0 0,'-26'78'250,"26"-27"-250,0 27 15,0-52 1,0 0-16,0 26 16,0-26-16,0 0 15,0 0 1,0 25 15,0-25-15,0 0 15,0 0 16,0 26 47,0-26-63,0 0-16,0 0 1,0 26 0,0-26-16,0-1 15,0 1 17,52 26-1,-52-26 16,0-52 62,0 0-109,0 0 16,0 0-1,0-25 17,-26 51-17,26-26-15,0 0 31,0 0 16</inkml:trace>
</inkml:ink>
</file>

<file path=ppt/ink/ink8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10.418"/>
    </inkml:context>
    <inkml:brush xml:id="br0">
      <inkml:brushProperty name="width" value="0.05" units="cm"/>
      <inkml:brushProperty name="height" value="0.05" units="cm"/>
      <inkml:brushProperty name="color" value="#FFFFFF"/>
      <inkml:brushProperty name="fitToCurve" value="1"/>
    </inkml:brush>
  </inkml:definitions>
  <inkml:trace contextRef="#ctx0" brushRef="#br0">4791 13 0,'-25'0'344,"-27"0"-329,0 0-15,26 0 16,-26 0-16,0 0 15,26 0 1,-51 0-16,51 0 16,0 0-1,-26 0 1,26 0 0,0 0-1,0 0 16,-26 0 16,26 0-15,0 0-17,1 0 1,-27 0-1,26 0 17,0 0 15,0 0-16,-26 0 0,26 0-15,0 0 15,0 0 0,-25 0 32,25 0-1,0 0-46,0 0-1,-26 0 32,26 0-15,0 0 30,0 0 1,-26 0-1,26 0-46,1 0 15,-1 0 16,-26 0-16,26 0-15,0 0-1,0 0 1,-26 0 31,26 0-32,0 0 17,0 0-17,-25 0 17,25 0-1,0 0-16,0 0 17,-26 0 15,26 0-47,0 0 15,0 0 1,-52 0-16,53 0 15,-53 0-15,26 0 16,26 0 0,-52 0-16,26 0 15,1 0 1,-1 0-16,-26 0 16,52 0-1,-26 0-15,0 0 16,27 0-16,-1 0 15,0 0 1,-26 0-16,26 0 16,0 0-1,0 0 1,-26 0 15,26 0-31,0 0 31,0 0-31,-25 0 16,25 26 0,0-26-1,0 0 1,-26 0 0,26 0-1,0 0 16,0 0 1,-26 0-1,27 0 31,-1 0-46,0 0 0,-26 0-1,26 0 1,0 0 0,0 0-16,-26 0 31,26 0-16,0 26 1,1-26 0,-27 0-16,26 0 15,0 0 1,0 0 0,-26 0-1,26 0 1,0 0 15,-51 52-15,51-52-1,0 0-15,-52 0 16,52 0-16,0 26 16,0-26-1,-26 0 1,26 0-1,0 0 1,1 0 0,-27 0 15,26 0 0,0 0-15,0 0-1,-26 0 17,26 0-17,0 0 17,0 0-1,-25 0 31,25 0-30,0 0-1,0 0-16,-26 0 1,26 0 0,0 0-1,0 0 1,-26 0 15,26 0 16,52 0 94,0 0-126,0 0-15,0 0 16,26 26 0,0-26-16,26 0 15,-27 0 1,27 0-16,0 25 15,0-25 1,-27 0-16,53 0 16,-26 0-16,-26 52 15,26-52 1,-27 0-16,27 0 16,0 0-16,0 0 15,25 0 1,-51 0-16,26 0 15,-52 0 1,26 0-16,-1 0 16,-25 0-16,0 0 15,0 0 1,26 0 0,-26 0 15,0 0 0,0 0 0,26 0-15,-26 0 0,-1 0 15,1 0-31,26 0 15,-26 0-15,26 0 16,0 0 0,-26 0-16,26 0 15,-1 0 1,1 0-16,-26 0 16,52 0-1,-26 0-15,0 0 16,-1 0-16,-25 0 15,52 0 1,-52 0-16,0 0 16,26 0-1,-26 0-15,0 0 16,51 0 15,-51 0-15,0 0-1,0 0-15,52 0 16,-52 0-16,0 0 16,26 0-1,-27 0-15,1 0 16,0 0 0,26 0-16,-26 0 15,0 26 1,52-26-1,-52 0-15,26 0 16,25 0 0,-25 0-16,0 0 15,0 0 1,26 0-16,-53 0 16,27 0-1,0 0-15,0 0 16,-26 0-16,52 0 15,-52 0 1,-1 0-16,27 0 16,-26 0-1,0 0-15,0 0 16,26 0 0,-26 0-1,0 0 1,0 0-1,51 0 1,-51 0 0,0 0-16,26 0 15,0 0 1,-26 0-16,26 0 16,-26 0-16,0 0 15,-1 0 1,27 0-1,-26 0 1,0 0 0,0 0-16,26 0 15,-26 0 1,0 0-16,0 0 16,25 0-1,1 0-15,-26 0 16,26 0-1,-26 0-15,0 0 16,52 0-16,-27 0 16,27 0-1,-26 0-15,26 0 16,-26 0 0,-26 0-16,25 0 15,-25 0-15,0 0 16,0 0-1,26 0 1,-26 0 0,0 0-1,0 0 17,26 0-1,-26 0-31,-1 0 15,53 0 1,-52 0-16,26 0 16,0 0-16,0 0 15,-26 0 1,25 0 0,-25 0-1,0 0 1,0 0-1,26 0 1,0 0 15,-26 0-15,26 0 0,-27 0 15,1 0 0</inkml:trace>
</inkml:ink>
</file>

<file path=ppt/ink/ink8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27.593"/>
    </inkml:context>
    <inkml:brush xml:id="br0">
      <inkml:brushProperty name="width" value="0.05" units="cm"/>
      <inkml:brushProperty name="height" value="0.05" units="cm"/>
      <inkml:brushProperty name="color" value="#FFFFFF"/>
      <inkml:brushProperty name="fitToCurve" value="1"/>
    </inkml:brush>
  </inkml:definitions>
  <inkml:trace contextRef="#ctx0" brushRef="#br0">2903 0 0,'-26'0'281,"0"0"-265,-25 0-16,25 0 16,0 0-1,0 0-15,-26 0 31,26 0-31,0 0 16,0 0 0,-26 0-16,1 0 15,25 0 1,-52 0-16,26 0 16,-26 0-16,26 0 15,-25 0 1,51 0-16,-52 0 15,26 0 1,26 0-16,-51 0 16,51 0-16,-52 0 15,52 0 1,-26 0-16,0 0 16,26 0-1,0 0-15,1 0 16,-27 0-1,26 0 1,0 0 0,0 0-1,-26 0 17,26 0-32,-26 0 15,0 0 1,1 0-1,-27 0-15,26 0 16,-26 0 0,26 0-16,27 0 15,-27 0 1,26 0-16,0 0 16,0 0-16,-26 0 31,26 0-31,0 0 15,0 0 1,-25 0 0,25 0-1,0 0 1,0 0 0,-26 0 15,26 0 0,0 0 32,0 0 15,-26 0-16,26 0-46,1 0-16,-1 0 31,-26 0 0,26 0-15,0 0 15,0 0-15,-26 0-1,26 0 17,0 0 15,0 0 15</inkml:trace>
  <inkml:trace contextRef="#ctx0" brushRef="#br0" timeOffset="1503">0 0 0,'26'0'344,"26"0"-328,-26 0 15,0 0-15,0 0-16,26 0 31,-26 0-16,0 0-15,0 0 32,25 0-17,-25 0 17,0 0-1,0 0-16,26 0 1,-26 0 15,0 0 1,0 0-17,26 0 16,-27 0 16,-25 52 125,-25-52-141,-1 0-15,0 0 31,0 0 0</inkml:trace>
</inkml:ink>
</file>

<file path=ppt/ink/ink8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33.669"/>
    </inkml:context>
    <inkml:brush xml:id="br0">
      <inkml:brushProperty name="width" value="0.05" units="cm"/>
      <inkml:brushProperty name="height" value="0.05" units="cm"/>
      <inkml:brushProperty name="color" value="#FFFFFF"/>
      <inkml:brushProperty name="fitToCurve" value="1"/>
    </inkml:brush>
  </inkml:definitions>
  <inkml:trace contextRef="#ctx0" brushRef="#br0">933 10 0,'-78'0'235,"26"0"-235,-26 0 15,27 0-15,-27 0 16,26 0 0,-26 0-16,26 26 15,1-26 1,25 0-16,0 0 31,0 0-31,-26 0 31,26 0-31,0 0 16,0 0 0,-26 0-1,26 0-15,1 0 31,-1 0 1,-26 0 15,78 0 140,0 0-171,0 0 15,25 0-15,-25 0-1,0 0 1,52 0-1,-52 0 1,26 0-16,25 0 16,-51 0-1,52 0-15,-52 0 16,0 0 0,0 0-16,26 0 15,-26 0 1,0 0-1,0 0-15,25 0 16,-25 0 0,0 0-16,0 0 15,26 0 1,-26 0 0,0 0 15,0 0-16,26 0 17,-27 0 30,1 0 16,0 0-15,26 0-16,-26 0-32,0 0 1,0 0-16,26-26 16,-26 26-16,25 0 15,27 0 1,-26 0-16,0 0 15,-26 0 1,0 0-16,0 0 16,25 0-16,-25 0 15,0 0 17,0 0-17,26 0 16,-26 0 32,-52 0 281,0 0-329,0 0 1,0 0 0,-26 0-16,27 0 15,-1 0 1,0 0-1,-26 0 1,26 0 0,0 0-1,0 0-15,-52 0 16,52 0 0,1 0-16,-27 0 15,26 0-15,0 0 16,0 0-1,-26 0 1,26 0 0,0 0 15,0 0 0,-25 0 16,25 0 16,0 0-1,0 0 94,52 0-62,26 0-78,-27 0-1,1 0 1,0 0-16,52 0 16,-52 26-1,52-26-15,-26 0 16,25 0-1,-25 26-15,-26-26 16,52 0-16,-26 0 16,-1 0-1,-25 0-15,0 0 16,0 0 0,26 0-16,-26 0 15,0 0-15,0 0 16,26 0-1,-26 0-15,0 0 16,-1 0 0,27 0-16,-26 0 15,0 0 17,0 0-32,26 26 15,-26-26 1,0 0-1,0 0 1,25 0 0,-25 0-1,0 0 1,0 0 15,26 0 0,-26 0 16,0 0-15,0 0-1,26 0-16,-26 0 17,-1 0 46,-25 52 0,-51-52-62,25 0-1,0 0 16,0 0-15,-26 0 0,26 0 15,0 0-15,0 0 15,-26 0-16,27 0 1,-1 0 0,0 0-16,-26 0 31,26 0-31,0 0 16,0 0-1,-26 0 1,26 0-1,0 0 1,1 0 31,-27 0-16,26 0 32,0 0-48,0 0 1,26 25 0,-52-25-16,26 0 15,0 0 1,0 0-16,-26 0 31,27 0-15,-1 0 15,0 0 31</inkml:trace>
</inkml:ink>
</file>

<file path=ppt/ink/ink8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40.180"/>
    </inkml:context>
    <inkml:brush xml:id="br0">
      <inkml:brushProperty name="width" value="0.05" units="cm"/>
      <inkml:brushProperty name="height" value="0.05" units="cm"/>
      <inkml:brushProperty name="color" value="#FFFFFF"/>
      <inkml:brushProperty name="fitToCurve" value="1"/>
    </inkml:brush>
  </inkml:definitions>
  <inkml:trace contextRef="#ctx0" brushRef="#br0">1762 0 0,'-78'0'282,"52"0"-267,1 0-15,-53 0 16,52 0-16,0 0 15,0 0 1,-26 0 0,26 0-1,0 0 1,0 0 0,-25 0 15,25 0-16,0 0-15,-52 0 16,52 0 0,0 0-16,0 0 31,-26 0-31,26 0 16,1 0 15,-1 0 0,-26 0 0,26 0 1,0 0-17,-52 0-15,52 0 16,0 0-1,-51 0-15,51 0 16,0 0-16,0 0 16,-26 0-1,26 0-15,0 0 32,0 0-17,-26 0 1,27 0 31,-1 0-32,0 0 17,-26 0-17,26 0 16,0 0 16,0 0 31,-26 0 172</inkml:trace>
  <inkml:trace contextRef="#ctx0" brushRef="#br0" timeOffset="1245">129 0 0,'26'0'297,"0"0"-297,0 0 16,26 0-16,-26 0 15,0 0 1,0 0 0,25 0 15,-25 0 0,0 0 0,0 0-15,26 0 15,-26 0-15,0 0-1,0 0 1,-26 52 0,52-52 15,-26 0 31</inkml:trace>
  <inkml:trace contextRef="#ctx0" brushRef="#br0" timeOffset="3559">674 52 0,'-52'0'281,"26"0"-265,0 0-16,-26 0 16,26 0-1,0 0 1,0 0 0,-26 0-1,27 0 16,-1 0 1,0 0-1,-26 0 0,26 0 0,0 0 16,0 0 0,-26 0 16,26 0-32,0 0 16,1 0 0,-27 0 15,78 0 110,0 0-156,-1 0-16,27 0 15,-26 0 1,26 0-16,26 0 16,-26 0-1,-1 26-15,-25-26 16,26 0-16,0 0 15,-26 0 1,26 26 0,0-26-1,-26 0-15,-1 0 16,1 0 0,26 0-16,-26 0 15,0 0-15,0 0 31,26 0-31,-26 0 16,26 0 15,-1 0 1,-25 0-17,0 0 1,0 0-1,26 0 17,-26 0-17,0 0 1,0 0 15,26 0 16,-26 0 31,-52 0 141</inkml:trace>
  <inkml:trace contextRef="#ctx0" brushRef="#br0" timeOffset="5966">1296 104 0,'-26'0'375,"-26"0"-375,-26 0 16,52 0-16,-52 0 15,27 0-15,25 0 16,-26 0 0,26 0-1,0 0-15,0 0 16,-26 0 0,26 0-1,0 0 1,0 0 15,-25 0 0,25 0 1,0 0-17,0 0 1,-26 0 15,26 0 0,0 0 32,78 0 140,-26 0-172,0 0 0,0 0 16,26 0 16,-26 0 15,-1 0-16,1 0 17,26 0-17,-26 0 16,0 0 32,-26 26-95</inkml:trace>
</inkml:ink>
</file>

<file path=ppt/ink/ink8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50.084"/>
    </inkml:context>
    <inkml:brush xml:id="br0">
      <inkml:brushProperty name="width" value="0.05" units="cm"/>
      <inkml:brushProperty name="height" value="0.05" units="cm"/>
      <inkml:brushProperty name="color" value="#FFFFFF"/>
      <inkml:brushProperty name="fitToCurve" value="1"/>
    </inkml:brush>
  </inkml:definitions>
  <inkml:trace contextRef="#ctx0" brushRef="#br0">311 0 0,'-52'0'297,"26"0"-297,0 0 31,0 0-31,-25 0 31,25 0-15,0 0 15,0 0 32,-26 0-1,78 0 188,0 0-234,0 0 15,26 0-15,-26 0 15,-1 0-15,1 0-1,26 0 1,-26 0 31,0 0 15,0 0-46,26 0 15,-26 0-31,0 0 16,0 0-1,51 0 1,-51 0 15,0 0-15,26 0 0,-26 0 46,0 0 1</inkml:trace>
</inkml:ink>
</file>

<file path=ppt/ink/ink8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06.577"/>
    </inkml:context>
    <inkml:brush xml:id="br0">
      <inkml:brushProperty name="width" value="0.05" units="cm"/>
      <inkml:brushProperty name="height" value="0.05" units="cm"/>
      <inkml:brushProperty name="color" value="#FFFFFF"/>
      <inkml:brushProperty name="fitToCurve" value="1"/>
    </inkml:brush>
  </inkml:definitions>
  <inkml:trace contextRef="#ctx0" brushRef="#br0">3317 106 0,'-78'-26'266,"27"26"-266,25 0 15,-52 0-15,52 0 16,0 0-1,-26 0-15,26 0 16,0 0 0,0 0-1,-25 0 1,25 0 0,0 0 30,0 0-30,-26 0 15,26 0-31,-26 0 16,0 0-16,27-26 16,-27 26-1,0 0-15,26 0 16,0 0-1,0 0-15,-26 0 16,26 0 0,0 0-1,1 0 17,-27 0 14,26 0 1,0 0 31,0 0-31,-52 0-31,52 0 0,-51 0-16,25 0 15,26 0-15,-26 0 16,0 0-1,26 0 1,-26 0 0,26 0-1,0 0 1,1 0 15,-27 0 0,26 0 1,0 0-1,0 0-15,-26 0-1,26 0-15,0 0 16,0 0-1,-25 0 1,25 0-16,0 0 31,0 0-15,-26 0 15,26 0 16,0 0 16,0 0-48,-26 0 32,26 0-31,1 0 15,-1 0-15,-26 0-1,26 0 1,0 0-1,0 0-15,-26 0 16,26 0 0,0 0-1,0 0 17,-25 0-1,25 0 16,0 0 31,0 26-47,-26-26 0,26 0-15,0 0 15,0 0 0,-26 0 32,26 0-1,1 0-30,-1 0-1,-26 0-15,26 0-1,0 0 1,0 0 15,-26 0 0,26 0 47,0 0 63,78 0 375,-26 0-454,0 0 1,0 0 15,-52 0 312,-26 0-311,26 0 358</inkml:trace>
  <inkml:trace contextRef="#ctx0" brushRef="#br0" timeOffset="2631">103 80 0,'-26'0'468,"0"0"-405,26 52 140,0-26-172,0 0 1,26-26-1,-26 26-16,52-26 48,-52 52-47,0-78 218,0 0-125,-26 26-46,0 0-16,0 0 15,-25 0 1,77 0 124,-26 52-171,25-52 15,-25 25 0,26-25 1,-26 26-1,52-26 16,-52 26-32,0 26 110</inkml:trace>
</inkml:ink>
</file>

<file path=ppt/ink/ink9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53.310"/>
    </inkml:context>
    <inkml:brush xml:id="br0">
      <inkml:brushProperty name="width" value="0.05" units="cm"/>
      <inkml:brushProperty name="height" value="0.05" units="cm"/>
      <inkml:brushProperty name="color" value="#FFFFFF"/>
      <inkml:brushProperty name="fitToCurve" value="1"/>
    </inkml:brush>
  </inkml:definitions>
  <inkml:trace contextRef="#ctx0" brushRef="#br0">622 0 0,'-52'0'406,"26"0"-406,-26 0 16,0 0-1,1 0-15,25 0 16,-26 0 0,26 0-16,0 0 15,0 0-15,-26 0 31,26 0-15,0 0 0,0 0-1,-25 0 32,25 0-31,0 0 62,78 0 141,-26 0-188,-1 0 0,1 0 0,26 0-15,-26 0 15,0 0-15,0 0 31,26 0 0,-26 0 0,0 0 15,0 26-15,25-26-31,-25 0 15,0 0 0,0 0 0,26 0 1,-26 0-1,-26 26-16,26-26-15,0 0 32,26 0-17,-26 0 1,-1 0 0,1 0-1,26 0 16,-26 0 1,-26 52-17,26-52 1,0 0 15,26 0 32,-78 0 155,0 0-202,26-26 15,-26 26 1,26-26 14,-52 26-14,52-26-1,-26 26 125</inkml:trace>
  <inkml:trace contextRef="#ctx0" brushRef="#br0" timeOffset="1790">803 26 0,'-52'0'297,"1"0"-282,25 0-15,0 0 16,0 0 0,-26 0-1,26 0 1,0 0 15,0 0 16,-26 0-31,26 0-1,1 0 1,-1 0 15,-26 0 0,26 0 1,0 0 30,0 0 16,-26 0 94,26 0-125,0 0 15</inkml:trace>
  <inkml:trace contextRef="#ctx0" brushRef="#br0" timeOffset="2945">129 26 0,'52'0'297,"-26"0"-297,0 0 31,0 0-31,26 0 15,-26 0 17,0 0-1,0 0-15,25 0 15,-25 0 16,0 0 31,0 0 31,26 0-78,-26 0 1,0 0-17,0 0 32</inkml:trace>
  <inkml:trace contextRef="#ctx0" brushRef="#br0" timeOffset="4254">648 26 0,'-26'0'375,"-26"0"-359,26 0 15,0 0 0,0 0-15,-26 0 0,26 0 15,1 0 0,-1 26 0,-26-26 16,26 0-16,26 52-31,-26-52 16,0 0 15,-26 0-15,26 0 15,0 0 32</inkml:trace>
  <inkml:trace contextRef="#ctx0" brushRef="#br0" timeOffset="23685">829 0 0,'-26'0'266,"0"0"-266,0 0 31,-25 0-31,25 0 31,0 0-31,0 0 16,-26 0-1,0 0 1,26 0-16,-52 0 16,53 0-1,-1 0-15,-26 0 16,26 0-1,0 0-15,0 0 32,-26 0-17,26 0 17,0 0-1,0 0 31,52 0 470,26 0-486,-26 0 17,-52 0 421,0 0-406,0 0-15</inkml:trace>
  <inkml:trace contextRef="#ctx0" brushRef="#br0" timeOffset="26159">129 0 0,'52'0'531,"-26"0"-499,0 0-1,0 0 0,26 0 32,-26 0-1,-52 0 297,0 0-312,0 0 0,0 0 31,-26 0 204</inkml:trace>
  <inkml:trace contextRef="#ctx0" brushRef="#br0" timeOffset="27366">181 0 0,'26'0'375,"0"26"-360,0-26 17,26 0-17,-26 0 1,0 0 15,0 0 16,25 0-16,-25 0 16,0 0 0,0 0-16,26 0 32,-52 26-32</inkml:trace>
</inkml:ink>
</file>

<file path=ppt/ink/ink9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26.591"/>
    </inkml:context>
    <inkml:brush xml:id="br0">
      <inkml:brushProperty name="width" value="0.05" units="cm"/>
      <inkml:brushProperty name="height" value="0.05" units="cm"/>
      <inkml:brushProperty name="color" value="#FFFFFF"/>
      <inkml:brushProperty name="fitToCurve" value="1"/>
    </inkml:brush>
  </inkml:definitions>
  <inkml:trace contextRef="#ctx0" brushRef="#br0">622 1 0,'-52'0'359,"26"0"-343,0 0-1,0 0 1,-26 0 0,26 0 30,1 0-30,-1 0 47,-26 0-1,26 0 1,0 0 15,0 0-16,-26 0 219,26 0-249,0 0-1,0 0-15,26 26-1,-51-26-15,25 0 47,0 0 16,78 0 187,-26 0-235,-1 0 16,1 0-31,26 0 32,-26 0-32,0 0 31,0 0-15,26 0 15,-26 0-31,0 0 15,0 0 1,25 0-16,-25 0 16,0 0-1,0 0 1,26 0 15,-26 0-15,0 0-1,0 0 1,26 0 31,-26 0 0,-1 0-32,1 0 17,26 0-17,-26 0 48,0 0 15,0 0-47,26 0 0,-26 0-15,0 0 31,0 0 15,25 0-30,-25 0-1,0 0 0,-78 0 172,26 0-125,1 0 16</inkml:trace>
  <inkml:trace contextRef="#ctx0" brushRef="#br0" timeOffset="2594">1037 27 0,'-26'0'328,"-26"0"-296,26 0-32,0 0 15,0 0 16,-26 0-15,26 0 0,0 0 15,0 0-15,-25 0 15,25 0 0,0 0-31,0 0 16,-26 0-1,26 0 1,0 0-16,0 0 31,-26 0-15,26 0-1,1 0 17,-1 0-17,-26 26 1,26-26 15,0 0 16,0 0-31,-26 0 15,26 0 16,0 0-16,0 0 32,52 0 249,26 0-249,-26 0-32,0 0 16,0 0-16,26 0 0,-26 0 0,0 0 1,0 0-1,25 0 16,-25 0 31,-26 26 0,-26-26-15,0 0-48,1 0 1,-1 0 15,-26 0 16,26 0-16,0 0 32,26 52-16</inkml:trace>
</inkml:ink>
</file>

<file path=ppt/ink/ink9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33.854"/>
    </inkml:context>
    <inkml:brush xml:id="br0">
      <inkml:brushProperty name="width" value="0.05" units="cm"/>
      <inkml:brushProperty name="height" value="0.05" units="cm"/>
      <inkml:brushProperty name="color" value="#FFFFFF"/>
      <inkml:brushProperty name="fitToCurve" value="1"/>
    </inkml:brush>
  </inkml:definitions>
  <inkml:trace contextRef="#ctx0" brushRef="#br0">1399 18 0,'-25'0'266,"-1"0"-250,0 0-16,0 0 15,-26 0 1,26 0-1,0 0 1,0 0 0,-26 0-1,1 0 1,25 0-16,-26 0 16,26 0-1,0 0-15,0 0 16,-26 0-16,26 0 31,0 0-31,0 0 31,-25 0-15,25 0 15,0 0 32,0 0-32,-26 0-31,26 0 16,0 26-16,0-26 15,-26 0 1,26 0-1,1 0-15,-1 0 32,-26 0-1,26 0-15,0 0 46,0 0 360,-26 0-391,26 0 0,26 52 16,-26-52-31,0 0 15,-25 0-15,25 0 15,0 0 0,0 0 16</inkml:trace>
</inkml:ink>
</file>

<file path=ppt/ink/ink9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42.097"/>
    </inkml:context>
    <inkml:brush xml:id="br0">
      <inkml:brushProperty name="width" value="0.05" units="cm"/>
      <inkml:brushProperty name="height" value="0.05" units="cm"/>
      <inkml:brushProperty name="color" value="#FFFFFF"/>
      <inkml:brushProperty name="fitToCurve" value="1"/>
    </inkml:brush>
  </inkml:definitions>
  <inkml:trace contextRef="#ctx0" brushRef="#br0">135 30 0,'-26'0'329,"0"0"-298,0 0 0,-25 0 0,25 0 47,52 0 219,25-26-265,-25 26-17,52 0-15,-52 0 16,52 0-1,-26 0-15,-26 0 16,25 0 0,-25 0-16,0 0 15,0 0 17,26 0-17,-26 0 16,0 0 32,0 0 109,26 0-78,-26 0-32,-1 0-31,1 0 16,26 0-16,-26 0 1,0 0 15,0 0-1,-26 26-30,52-26 0,-26 0 15,0 0 0,0 0 47,25 0 63,-25 0-110,0 0 0,0 0 1,26 0 30,-26 0-31,0 0 1,-26 26-17,26-26 17,26 0 30,-27 0-46,1 0-16,0 0 31,26 0-31,-26 0 16,0 0-1,0 0 16,26 0 1,-26 0 30,0 0 1,-1 0-48,27 0 17,-26 0-17,0 0 1,0 0 31,-52 0 312,-26 0-312,26 0 0,0 0-16,1 0-15,-27 0 31,26 0-16,0 0 0,26 26-15,-26-26 15,-26 0 0,26 0 0,0 0-15,0 0 15,-25 0 1,25 0 30,52 0 219</inkml:trace>
  <inkml:trace contextRef="#ctx0" brushRef="#br0" timeOffset="2750">1042 108 0,'26'0'328,"0"0"-328,0 0 31,26 0-15,-26 0-1,0 0 32,0 0 16,26 0-16,-27 0-16,1 0-15,0 0 15,26 0-16,-26 0 32,0 0 0,0 0-31,26 0 15,-26 0 0,0 0 16,-26 52 47</inkml:trace>
</inkml:ink>
</file>

<file path=ppt/ink/ink9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59.467"/>
    </inkml:context>
    <inkml:brush xml:id="br0">
      <inkml:brushProperty name="width" value="0.05" units="cm"/>
      <inkml:brushProperty name="height" value="0.05" units="cm"/>
      <inkml:brushProperty name="color" value="#FFFFFF"/>
      <inkml:brushProperty name="fitToCurve" value="1"/>
    </inkml:brush>
  </inkml:definitions>
  <inkml:trace contextRef="#ctx0" brushRef="#br0">1114 134 0,'-51'0'297,"25"0"-281,0 0-1,-26 0 1,26 0-1,0 0 32,0 0-31,-26 0 0,26 0-1,0 0 1,1 0-1,-27 0 17,26 0-17,0-52 17,0 52-17,-26 0 16,26 0-15,0 0 15,0 0 1,-25 0 46,25 0-31,0 0-32,0 0 1,-26 0-1,26 0 1,0 0 0,0 0 15,-26 0 16,26 0 0,1 0 15,-1 0-46,-26 0 15,26 0 0,0 0 32,26-26 77,52 26-93,-26 0 0,0 0-31,0 0-1,25 0 1,-25 0-16,0 0 31,0 0-15,52 0 0,-52 0-16,0 0 15,26 0 1,-27 0-16,1 0 15,0 0-15,26 0 16,-26 0 0,26 0-1,0 0 17,-26 0-17,0 0 16,-1 0 1,27 0 46,-26 0-47,0 0 0,0 0 32,-26 26-32,52-26-15,-26 0 46,0 0-46,0 0 15,26 0-31,-27 0 16,1 0-1,0 0 17,26 0-17,-26 0 1,0 0-1,0 0-15,26 0 16,-26 0 0,0 0-16,-1 0 15,27 0 1,-26 0 0,0 0-1,0 0 16,26 0-15,-26 0-16,0 0 16,0 0-1,25 0 1,-25 0 15,0 0-15,0 0-16,52 0 15,-52 0 1,0 0-16,26 0 16,-26 0-1,-1 0-15,1 0 32,26 0-17,-26 0-15,0 0 31,0 0 1,26 0-17,-26 0 1,0 0 0,0 0-16,25 0 31,-25 0-31,0 0 31,0 0-15,26 0 46,-26 0-46,0 0-16,0 0 15,26 0 1,-26 0-16,-1 0 16,1 0-1,26 0-15,-26 0 16,0 0 0,0 0 15,26 0 0,-26 0 16,0 0-31,0 0-16,25 0 15,1 0 1,-26 0-1,26 0 1,-26 0 0,0 0-1,0 0 17,26 0-17,-27 0 1,1 0-1,0 0 1,26 0-16,-26 0 31,0 0-31,0 0 16,26 0 0,-26 0-1,0 0 1,0 0-16,25 0 31,-25 0-31,0 0 16,0 0-1,26 0 1,-26 0 15,0 0 0,0 0-15,26 0 0,-27 0-1,1 0 1,0 0 0,26 0-1,-26 0 16,0 0 1,0 0-32,26 0 15,-26 0 1,0 0-16,-1 0 16,27 0-16,-26 0 31,0 0-16,0 0 1,26 0 15,-26 0 16,0 0-31,0 0-16,25 0 31,-25 0-31,0 0 31,0 0-15,26 0 0,-26 0-16,26 0 15,0 0 16,-26 0-31,0 0 32,-1 0-17,27 0 17,-26 0-17,0 0 1,0 0 15,26 0-31,-26 0 16,0 0 15,0 0-31,25 0 16,-25 0-1,0 0 1,0 0-1,26 0-15,-26 0 16,0 0-16,0 0 16,26 0-1,-26 0-15,-1 0 32,1 0-17,26 0 1,-26 0-1,0 0 1,0 0 0,26 0-1,-26 0 17,0 0-17,0 0 1,25 0-1,-25 0 1,0 0-16,0 0 16,26 0-16,-26 0 15,0 0 1,0 0 0,26 0-1,-26 0 1,-1 0-1,1 0-15,26 0 16,-26 0 0,0 0-16,0 0 15,26 0-15,-26 0 16,0 0 0,0 0-16,25 0 15,1 0 1,-26 0 15,52 0-31,-52 0 16,0 0-16,26 0 15,-27 0-15,1 0 16,52 0 0,-52 0-16,0 0 15,0 0 1,26 0-16,-26 0 15,0 0 1,-1 0-16,27 0 16,-26 0-16,0 0 15,0 0 1,26 0 0,-26 0-16,26 0 15,0 0-15,-27 0 16,1 0-1,0 0 1,26 0-16,-26 0 16,0 0-1,0 0-15,26 0 16,-26 0 0,0 0-1,-1 0 1,27 0-16,0 0 15,-26 0 1,26 0-16,-26 0 16,0 0-16,0 0 15,25 0 1,-25 0 0,0 0-1,0 0 16,26 0-15,-26 0 47,0 0-32,0 0 0,26 0 0,-26 0 32,-1 0-32,1 0-15,26 0-1,-26 0 1,0 0 0,0 0-1,26 0 1,-26 0-16,-26-26 15,26 26 1,0 0-16,25 0 31,-25 0-31,0-26 16,0 26 15,26 0 0,-26 0-15,0 0 0,0 0-1,26 0 1,-26-26 15,-1 26-15,1 0-1,26 0 1,-26 0-16,0 0 16,0 0-1,26 0 1,-26 0 0,0 0-1,0 0 16,25 0-31,-25 0 16,0 0 0,0 0-16,26 0 15,-26 0-15,0 0 16,0 26 0,26-26-16,-27 0 15,1 0 16,0 52-15,26-52 15</inkml:trace>
</inkml:ink>
</file>

<file path=ppt/ink/ink9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02.878"/>
    </inkml:context>
    <inkml:brush xml:id="br0">
      <inkml:brushProperty name="width" value="0.05" units="cm"/>
      <inkml:brushProperty name="height" value="0.05" units="cm"/>
      <inkml:brushProperty name="color" value="#FFFFFF"/>
      <inkml:brushProperty name="fitToCurve" value="1"/>
    </inkml:brush>
  </inkml:definitions>
  <inkml:trace contextRef="#ctx0" brushRef="#br0">0 11 0,'26'0'281,"0"0"-281,0 0 16,26 0-1,-26 0-15,0 0 16,0 0 15,26 0 0,-26 0-15,-1 0 31,1 26-31,26-26-1,0 0-15,-26 0 16,78 0-1,-27 0-15,-25 0 16,26 0 0,-26-26-16,26 26 15,-27 0-15,27 0 16,-52 0 0,26 0-16,0 0 15,-26 0 1,0 0-16,0 0 15,25 0 1,-25 0 0,0 0 15,0 0 0,26 0 32,-26 0 234</inkml:trace>
  <inkml:trace contextRef="#ctx0" brushRef="#br0" timeOffset="2426">1452 11 0,'104'0'250,"-53"26"-250,27-26 16,-26 0-1,-26 0-15,26 0 16,-26 0-16,0 0 16,-1 0-1,27 0 17,-26 0-17,0 0 1,0 0 31,26 0-16,-26 0-15,0 0-1,0 0 16,25 0 1,-25 0 30,0 0-31,0 0-31,26 0 16,-26 0-16,0 0 16,0 0-1,52 0-15,-27 0 16,27 0 0,-26 0-16,26 0 15,-26 0-15,25 0 16,-25 0-1,26 0-15,-52 0 16,52 0 0,-52 0-16,25 0 15,1 0 1,-26 0-16,26 0 16,0 0-16,0 0 15,51 0 1,-51 0-1,26 0-15,-26 0 16,26 0-16,-53 0 16,53 0-1,-52 0-15,0 0 16,0 0 0,26 0-16,-26 0 15,0 0 1,0 0-1,25 0 1,-25 0-16,0 0 16,0 0-1,26 0-15,-26 0 16,0 0 0,0 0-16,26 0 31,-27 0-16,1 0 32,0 0 31,26 0-62,-26 0-16,0 0 16,0 0-1,26-26-15,-26 26 16,0 0 0,-1 0-1,27 0 16,-26 0 32,0 0-16,0 0-32,26 0 1,-26 0 0,0 0 15,0 0 0,26 0 16,-27 0 16,-50 0 374</inkml:trace>
  <inkml:trace contextRef="#ctx0" brushRef="#br0" timeOffset="4829">5055 11 0,'0'26'344,"-26"-26"-344,0 0 15,0 0 1,-26 0 15,26 0-15,0 0 0,0 0-1,-26 0 16,26 0-31,0 0 16,1 0-16,-27 0 16,0 0-1,26 26-15,-52-26 16,26 0 0,1 0-16,25 0 15,0 0 1,0 0-16,-26 0 31,26 0-31,0 0 16,0 0 15,-26 0 0,26 0 0,26 26-15,-25-26 15,-1 0-15,-26 52 15,26-52-15,0 0 15,0 0 0,-26 0 32,78 0 46,0 0-93,52 0-1,-52 0-15,26 0 16,25-26 0,-51 26-16,52 0 15,-52 0-15,0 0 16,0 0 0,26 0-16,-27 0 31,1 0-16,0 0 17,26 0-1,-26 0 16,0 0 0,0 0-16,26 0 16,-26 0 15,0 0 1,-1 0-48,27 0 17,-26 0-17,0 0 17,0 0 30,26 0 1,-26 0-17,0 0-14</inkml:trace>
</inkml:ink>
</file>

<file path=ppt/ink/ink9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24.450"/>
    </inkml:context>
    <inkml:brush xml:id="br0">
      <inkml:brushProperty name="width" value="0.05" units="cm"/>
      <inkml:brushProperty name="height" value="0.05" units="cm"/>
      <inkml:brushProperty name="color" value="#FFFFFF"/>
      <inkml:brushProperty name="fitToCurve" value="1"/>
    </inkml:brush>
  </inkml:definitions>
  <inkml:trace contextRef="#ctx0" brushRef="#br0">907 64 0,'26'0'312,"26"0"-296,-26 0 0,0 0-1,0 0 17,26 0-1,-26 0-31,26 0 15,25 0 1,-51 0 0,0 0-1,26 0 1,-26 0 0,0 0-1,0 0 16,26 0 16,-27 0 31,1 0 79,0 0-126,26 0 0,-26 0 16,0 0 31,-78 0 407,26 0-454,0 26-16,0-26 1,-25 0 0,25 0-16,0 0 15,0 0 1,-26 0-16,26 0 16,0 26-16,0-26 15,-26 0 1,26 0-1,1 0-15,-1 0 16,-26 0 0,26 0-1,0 0 17,0 0-17,-26 0-15,0 0 16,26 0-1,-51 0-15,51 0 16,-52 0-16,52 0 16,-26 0-1,0 0 1,26 0 0,1 0-16,-1 0 31,-26 0-16,26 0 17,0 0-1,0 0 0,-26 0 32,26 0-48,0 0 1,-51 0-16,51 0 16,0 0-1,0 0 1,-26 0-1,26 0 1,0 0 15,0 0 16,26 26 63,26-26-95,26 0 16,-26 0 16,0 0 31,-26-26 204,0-26-251,0 26 31,0 0 1,0 0 15,0 52 328,0 26-343</inkml:trace>
</inkml:ink>
</file>

<file path=ppt/ink/ink9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27.975"/>
    </inkml:context>
    <inkml:brush xml:id="br0">
      <inkml:brushProperty name="width" value="0.05" units="cm"/>
      <inkml:brushProperty name="height" value="0.05" units="cm"/>
      <inkml:brushProperty name="color" value="#FFFFFF"/>
      <inkml:brushProperty name="fitToCurve" value="1"/>
    </inkml:brush>
  </inkml:definitions>
  <inkml:trace contextRef="#ctx0" brushRef="#br0">247 55 0,'26'0'313,"26"0"-313,-1 0 15,-25 0 1,26 0-1,-26 0-15,0 0 16,0 0-16,26 0 31,-26 0-31,0 0 32,0 0-17,25 0 16,-25 0 1,0 0 46,0 0 31,26 0-62,-26 0-16,0 0 1,0 0 14,26 0 33,-26 0-17,-1 0 16,-76 0 391,25 26-438,0-26-31,0 0 16,-26 0-1,0 0 1,-26 0 0,52 0-1,1 0 1,-1 0 0,-26 0-1,26 0 1,0 0-1,0 0 1,-26 0 15,26 0-15,0 0 0,0 0-1,-25 0 1,25 0-16,0 0 15,0 0 1,-26 0-16,26 0 16,0 0 15,0 0-15,-26 0 15,27 0 16,-1 0 31,77 0 344,-25 0-407,0 0 32,0 0-31,26 0-1,-26 0 17,0 0 15,0 0 15,26 0 1</inkml:trace>
</inkml:ink>
</file>

<file path=ppt/ink/ink9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31.366"/>
    </inkml:context>
    <inkml:brush xml:id="br0">
      <inkml:brushProperty name="width" value="0.05" units="cm"/>
      <inkml:brushProperty name="height" value="0.05" units="cm"/>
      <inkml:brushProperty name="color" value="#FFFFFF"/>
      <inkml:brushProperty name="fitToCurve" value="1"/>
    </inkml:brush>
  </inkml:definitions>
  <inkml:trace contextRef="#ctx0" brushRef="#br0">1763 36 0,'26'0'719,"-1"0"-672,1 0-16,26 0 0,-26 0 0,0 0 1,0 0 46,26 0-63,-26 0 1,0-26 0,0 26-1,25 0 1,-25 0 0,0 0 30,0 0 1,26 0 235,-26 0-220,0 0-46,0 0-1,26 0 1,-26 0-16,-1 0 31,1 0-15,26 0 46,-26 0 1,-52 0 124,0 0-155,0 0-17,0 0 1,-25 0-1,25 0 1,0 0-16,-52 0 16,52 0-1,-26 0-15,0 26 16,1-26 0,-27 0-16,52 0 15,-26 0-15,0 0 16,0 0-1,26 26 1,-25-26-16,-1 0 16,26 0-16,-26 0 15,0 0 1,26 26-16,-26-26 31,27 0-31,-1 0 16,0 0-1,-26 0 1,26 0 15,0 0-15,0 52 0,-26-52-1,26 0-15,0 0 16,1 0-1,-27 0 1,26 0-16,0 0 31,0 0-15,-26 0 0,26 0 15,0 0 16,0 0 31,-26 0-16,27 25-30,-27-25-17,0 0 1,26 0-1,0 0-15,0 0 16,-26 0 0,26 0-1,0 0 1,1 0 0,-27 0 15,26 0 0,0 0-15,0 0-1,-52 0 1,52 0-16,0 0 16,-51 0-1,51 0 1,0 0-16,-26 0 15,26 0 1,0 0 15,0 0 16</inkml:trace>
</inkml:ink>
</file>

<file path=ppt/ink/ink9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11.418"/>
    </inkml:context>
    <inkml:brush xml:id="br0">
      <inkml:brushProperty name="width" value="0.05" units="cm"/>
      <inkml:brushProperty name="height" value="0.05" units="cm"/>
      <inkml:brushProperty name="color" value="#FFFFFF"/>
      <inkml:brushProperty name="fitToCurve" value="1"/>
    </inkml:brush>
  </inkml:definitions>
  <inkml:trace contextRef="#ctx0" brushRef="#br0">3162 24 0,'-103'0'250,"25"26"-235,0-26-15,26 0 16,0 0 0,26 0-16,1 0 15,-1 0 1,-26 0 0,26 0-1,0 0 1,0 0-1,-26 0 17,26 0-32,0 0 15,0 0 1,-25 0-16,25 0 16,0 0-1,0 0 1,-26 0-1,26 0 17,0 0-1,0 0 0,-26 0 0,26 0-15,1 0-16,-1 0 16,-52 0-16,52 0 15,-52 0 1,52 0-16,0 0 16,0 0-1,-25 0 1,25 0-16,0 0 31,0 0-15,-26 0 31,26 0-32,0 0 16,0 0-31,-26 0 16,27 0 0,-27 0-16,0 0 15,26 0-15,-26 0 16,0 0 0,26 0-1,0 0 1,0 0-1,-25 0 1,25 0 15,0 0 1,0 0-1,-26 0-16,26 0 1,0 0 0,0 0-1,-26 0 1,27 0 0,-1 0-1,0 0 16,-26 0 1,26 0-17,-26 0 1,0 0-16,26 0 16,-25 0-16,-1 0 15,26 0 1,0 0-1,0 0-15,-26 0 32,26 0-17,0 0 17,0 0-1,26 26-31,-51-26 15,25 0 1,0 0 15,0 0-15,-26 0 31,26 0 0,0 0 15,78 0 454,-26 0-454,0 0-30,0 0 30,26 0 1,-27 0 15,1 0-16,-26 26 188,-51-26-94,25 0-124,0 0-1,0 0 0,-26 0 32,26 0-1,52 0 157,0 0-203,0 0 30,0 0-30,26 0 15,-27 0 16,1 0 16,-26 52-63</inkml:trace>
  <inkml:trace contextRef="#ctx0" brushRef="#br0" timeOffset="2275">0 231 0,'26'0'297,"26"0"-297,0 0 16,26 0-1,-53 0-15,1 0 16,0 0-16,26 0 16,-26 0-1,0 0 1,0 0-1,26 0 17,-26 0-1,0 0 16,-1 0 31</inkml:trace>
</inkml:ink>
</file>

<file path=ppt/ink/ink10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18.017"/>
    </inkml:context>
    <inkml:brush xml:id="br0">
      <inkml:brushProperty name="width" value="0.05" units="cm"/>
      <inkml:brushProperty name="height" value="0.05" units="cm"/>
      <inkml:brushProperty name="color" value="#FFFFFF"/>
      <inkml:brushProperty name="fitToCurve" value="1"/>
    </inkml:brush>
  </inkml:definitions>
  <inkml:trace contextRef="#ctx0" brushRef="#br0">1209 0 0,'-52'0'282,"-51"26"-267,25-26-15,-52 0 16,1 0-1,25 0-15,0 26 16,53-26 0,-27 0-16,52 0 15,0 0-15,-26 0 16,26 0 0,0 0-1,0 0 1,-25 0 31,25 0-16,0 0 31,0 0 126,26 26-157,-52-26 0,26 0 16,52 0 78,0 0-93,0 0-17,0 0 1,26 0-1,-27 0 1,1 0 0,0 0-16,26 0 15,-26 0 1,0 0 0,0 0-1,26 0 16,-26 0 16,0 0 16,-1 0-1,-25 52 141,-25-52-156,25 26-47,-52-26 32,26 0-17,0 0 16,0 0 1,-26 0-1,26 0 31,0 0 1</inkml:trace>
</inkml:ink>
</file>

<file path=ppt/ink/ink10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28.506"/>
    </inkml:context>
    <inkml:brush xml:id="br0">
      <inkml:brushProperty name="width" value="0.05" units="cm"/>
      <inkml:brushProperty name="height" value="0.05" units="cm"/>
      <inkml:brushProperty name="color" value="#FFFFFF"/>
      <inkml:brushProperty name="fitToCurve" value="1"/>
    </inkml:brush>
  </inkml:definitions>
  <inkml:trace contextRef="#ctx0" brushRef="#br0">261 0 0,'-77'0'375,"51"0"-360,0 0 1,0 0-1,-26 0 17,26 0-17,0 0 32,0 0 16,52 0 249,26 0-281,-26 0 1,0 0-1,0 0 0,26 0 0,-27 0 16,1 0-15,0 0 46,26 0 0,-78 0 312,0 0-343,0 0-31,-25 0 15,25 0 32,0 0 15</inkml:trace>
</inkml:ink>
</file>

<file path=ppt/ink/ink10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36.067"/>
    </inkml:context>
    <inkml:brush xml:id="br0">
      <inkml:brushProperty name="width" value="0.05" units="cm"/>
      <inkml:brushProperty name="height" value="0.05" units="cm"/>
      <inkml:brushProperty name="color" value="#FFFFFF"/>
      <inkml:brushProperty name="fitToCurve" value="1"/>
    </inkml:brush>
  </inkml:definitions>
  <inkml:trace contextRef="#ctx0" brushRef="#br0">185 0 0,'25'0'328,"1"0"-312,0 0-1,26 0-15,-26 0 32,0 0-1,0 0 0,26 0-15,-26 0 15,0 0 16,-1 0 15,-50 0 220,-27 0-267,26 0 16,0 0-15,0 0 0,-26 0-1,26 0 17,0 26-32,0-26 15,-25 0 1,25 0-1,0 0-15,0 0 32,-26 0-17,26 0 1,0 0 31,0 0-16,52 0 375,26 0-390,-26 0 46,0 0-15,0 0 16,26 0 31,-27 0 312,1 0-344,0 0 1,26 0 15,-78 0 547,0 0-578,0 0 31,-25 0-31,25 0 15</inkml:trace>
</inkml:ink>
</file>

<file path=ppt/ink/ink10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46.255"/>
    </inkml:context>
    <inkml:brush xml:id="br0">
      <inkml:brushProperty name="width" value="0.05" units="cm"/>
      <inkml:brushProperty name="height" value="0.05" units="cm"/>
      <inkml:brushProperty name="color" value="#FFFFFF"/>
      <inkml:brushProperty name="fitToCurve" value="1"/>
    </inkml:brush>
  </inkml:definitions>
  <inkml:trace contextRef="#ctx0" brushRef="#br0">518 0 0,'-103'0'282,"51"0"-282,-26 0 15,52 0 1,0 0-16,-26 0 15,26 0-15,0 0 16,1 0 0,-27 0-1,26 0 17,0 0 30,78 52 188,0-52-234,-27 0-16,53 0 15,-52 0 1,52 0-16,-52 26 16,0-26-1,0 0-15,26 0 16,-27 0 15,1 0-15,0 0 15,26 0 31,-26 0 251,0 0-235,0 0-62,26 0 15,-26 0-15,0 0 15,-1 0-16,27 0 17,-26 0-32,26 0 31,0 0-31,-26 0 16,26 0-1,-1 0-15,-25 26 16,0-26-1,0 0-15,26 0 16,-26 0 0,0 0-1,0 0-15,26 0 16,-26 0-16,-1 0 31,1 0-31,26 0 31,-26 0 1,0 0-17,52 0 17,-52 0-1,0 0-16,0 0 1,25 0 31,-25 0-16,0 0 0,0 0-31,26 0 32,-26 0-32,0 0 31,0 0-15,26 0 46,-52 26 141,-26-26-172,0 52 1,0-52 15,-26 0-16,26 0 0,0 0 78,78 0 360,-26 0-391,0 0-15,0 0 15,26 0 141,-52-26-204</inkml:trace>
</inkml:ink>
</file>

<file path=ppt/ink/ink10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52.004"/>
    </inkml:context>
    <inkml:brush xml:id="br0">
      <inkml:brushProperty name="width" value="0.05" units="cm"/>
      <inkml:brushProperty name="height" value="0.05" units="cm"/>
      <inkml:brushProperty name="color" value="#FFFFFF"/>
      <inkml:brushProperty name="fitToCurve" value="1"/>
    </inkml:brush>
  </inkml:definitions>
  <inkml:trace contextRef="#ctx0" brushRef="#br0">533 139 0,'-26'0'265,"-52"0"-265,26 0 16,26 0 0,-26 0-16,27 0 15,-1 0-15,0 0 16,-26 0 0,26 0-1,0 0 1,0 0 15,-26 0 16,26 0-16,52 0 235,0 0-235,0 0 0,0 0-31,26 0 16,-26 0-16,0 0 16,0 0-1,25 0-15,1 0 16,-26 0-1,26 0-15,0 0 16,-26 0 0,26 0-16,-26 0 15,25 0-15,1 0 16,-26 0 0,0 0-16,0 0 15,26 0 1,-26 0-1,0 0 1,0 0 15,25 0 1,-25 0 30,0 0-15,0 0 0,26 0 0,-26 0-32,0 0 1,0 0 15,26 0-15,-27 0 31,1 0-32,0 0 1,26 0 15,-26 0 0,0 0-15,0 0 0,26 0-1,-26 0 1,0 0 0,0 0-1,25 0 1,-25 0-1,0 0 1,0 0 0,26 0-16,-26 0 15,0 0 1,0 0-16,26 0 16,-27 0-1,1 0 1,0 0-1,26 0 1,-26 0 0,0 0-1,0 0-15,26 0 16,-26 0-16,0 0 16,-1 0-1,27 0-15,-26 0 16,0 0-16,52 0 15,-52 0 1,26 0-16,25 0 16,-25-26-1,52 26-15,-26 0 16,-26 0 0,-27 0-16,53 0 15,-52 0 1,0 0-1,26 0-15,-26 0 32,0 0-17,0 0 32,25 0 0,-25 0 16,0 0-17,0 0-14,26 0 15,-78 0 156,26 26-203,-26-26 62</inkml:trace>
  <inkml:trace contextRef="#ctx0" brushRef="#br0" timeOffset="2305">3228 139 0,'-78'0'281,"27"0"-281,-27 0 15,52 0 1,0 0-16,0 0 16,-26 0-16,26 0 15,0 0 1,1 0 0,-27 0-1,26 0 16,0 0-31,0 0 16,-26 0 0,0 0-1,26 0-15,-26 0 16,27 0-16,-1 0 31,0 0-31,-26 0 31,26 0 1,0 0 15,78 0 249,-26 0-264,0 0-17,0 0-15,25 0 32,-25 0-32,0 0 15,52 0 1,-26 0-16,26 0 15,-1 0 1,1-26-16,-26 26 16,26 0-1,-52 0-15,0 0 16,25 0-16,-25 0 16,0 0-1,0 0-15,26 0 16,-26 0-1,26 0-15,0 0 16,-26 0-16,-1 0 16,1 0-1,26 0 1,-26 0 0,0 0 15,0 0-16,26 0 32,-26 0-31,0 0 0,0 0 15,25 0 0,-25 0 32,0 0-1,0 0-31,26 0 1,-26 0 14</inkml:trace>
  <inkml:trace contextRef="#ctx0" brushRef="#br0" timeOffset="4719">3954 113 0,'-26'0'687,"0"0"-687,-26 0 16,0 0 0,26 0-16,1 0 15,-1 0 1,-26 0-1,26 0 1,0 0 15,0 0 1,-26 0-1,26 0 31,0 0 16,78 0 188,-26 0-235,0 0 1,0 0-1,26 0 16,-26 0 31,0 0-16,0 0 1,25 0-16,-25 0-32,0 0 17,0 0-1,26 0 0,-26 0-15,0 0 31,0 0-1</inkml:trace>
  <inkml:trace contextRef="#ctx0" brushRef="#br0" timeOffset="7646">4006 113 0,'-26'0'453,"-52"0"-437,26 0 0,-51 26-16,25-26 15,26 0 1,-26 0-16,52 0 16,0 0-16,0 0 31,-25 0-31,25 0 31,0 0 0,0 0-15,-26 0 15,78 0 250,0 0-265,0 0 15,26 0-31,-26 0 16,25 26-16,27-26 16,26 0-1,-52 0-15,51 0 16,-51 0-1,26 0-15,-52 0 16,52 0 0,-52 0-16,-1 0 15,1 0 1,26 0-16,-26 0 16,0 0 15,0 0-31,26 0 31,-26 0 0,0 0 16,0 0 16,25 0-32,-25 0 0,0 0-31,0 0 16,52 0-1,-52 0-15,0 0 16,26 0 0,-1 0 15,-25 0-15,26 0 15,-26 26 0,0-26-31,0 0 31,26 0-31,-26 0 16,0 0-16,-1 0 16,27 0-1,-26 0 1,0 0-1,0 0 1,26 0 15,-26 0 1,0 0-1,0 0-16,26 0 1,-27 0 31,1 0-16,0 0-15,26 0 15,-26 0-15,0 0 31</inkml:trace>
  <inkml:trace contextRef="#ctx0" brushRef="#br0" timeOffset="10396">5535 191 0,'-78'26'406,"26"-26"-390,-25 0 0,25 0-16,-26 0 15,26 0 1,0 0-16,0 0 16,27 0-16,-27 0 15,0 0 1,26 0-1,-26 0-15,26 0 16,0 0-16,0 0 16,-25 0-1,25 0 1,0 0 0,0 0-1,-26 0 32,26 0-16,0 0 1,0 0-17,-26 0 32,26 0-16,1 0 313,-1 0-281,-26 0-32,26 0 31,0 0-30,0 0 30,52 0 172,26 0-234,-26 0 16,0 0 0,0 0-1,25 52 1,1-52-16,26 0 16,-52 0-16,26 0 15,0 26 1,-27-26-16,1 0 15,0 0 1,26 0-16,-26 0 16,0 0-1,0 0 1,26 0 15,-26 0-31,0 0 16,-1 0-1,27 0 17,-26 0-17,0 0 17,0 0-1,26 0 0,-26 0 0,0 0 1,0 0 14</inkml:trace>
</inkml:ink>
</file>

<file path=ppt/ink/ink10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10.467"/>
    </inkml:context>
    <inkml:brush xml:id="br0">
      <inkml:brushProperty name="width" value="0.05" units="cm"/>
      <inkml:brushProperty name="height" value="0.05" units="cm"/>
      <inkml:brushProperty name="color" value="#FFFFFF"/>
      <inkml:brushProperty name="fitToCurve" value="1"/>
    </inkml:brush>
  </inkml:definitions>
  <inkml:trace contextRef="#ctx0" brushRef="#br0">1726 0 0,'-78'0'422,"52"0"-422,-26 0 16,-51 26-16,25-26 15,26 0 1,-26 0-16,52 0 16,0 0-16,1 0 15,-27 0 1,26 0 0,0 0-1,0 0 1,-26 0 15,26 0 0,0 0 32,0 0 109,-25 0-110,25 0-46,0 0-1,0 0 1,-26 0 0,26 0-1,0 0 1,0 0 0,-26 0-1,26 0 1,1 26-1,-1-26 17,-26 0-1,26 0-15,0 0 15,0 0 0,-26 0 0,26 0-31,0 0 16,0 0 0,-25 0-16,25 0 31,0 0-31,0 0 15,-26 0 17,26 0-1,0 0 16,0 0 31,52 0 281,26 0-343,-26 0 0,0 0-1,0 0 16,26 0 1,-26 0 15,-1 0 15,1 0 16,26 0-15,-78 0 140,0 0-172,0 0 0,-25 0 1,25 0-1,0 0 16,0 0 15,52 0 188,26 0-203,-26 0 0,-1 0 15,-76 0 79,25 0-125,0 0-1,0 0 1,-26 0 0,26 0 15,0 0 16,78 0 62,-26 0-78,0 0-15,0 0 15,26 0 0,-52-52 1,26 52-17,-1 0 17,-76 0 202,25 0-203,0 0 47</inkml:trace>
</inkml:ink>
</file>

<file path=ppt/ink/ink10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13.978"/>
    </inkml:context>
    <inkml:brush xml:id="br0">
      <inkml:brushProperty name="width" value="0.05" units="cm"/>
      <inkml:brushProperty name="height" value="0.05" units="cm"/>
      <inkml:brushProperty name="color" value="#FFFFFF"/>
      <inkml:brushProperty name="fitToCurve" value="1"/>
    </inkml:brush>
  </inkml:definitions>
  <inkml:trace contextRef="#ctx0" brushRef="#br0">226 55 0,'52'0'406,"-26"0"-390,-1 0 15,1 0-15,26 0 46,-78 0 126,0 0-1,0 0-156,-25 0-15,25 0 0,0 0 15,0 0 0,-26 0 0,26 0 16,26 26-15,-26-26-1,0 0 0,-26 0 32,26 0-1,52 0 126,0 0-173,0-26 16,0 26-31,26 0 16,-26 0 0,26 0-1,0-26-15,-1 26 16,27 0 0,-52 0-16,26 0 15,0 0 1,-26 0-16,0 0 15,0 0-15,25 0 16,-25 0 0,0 0-16,0 0 15,26 0 1,-26 0-16,0 0 16,0 0-16,26 0 15,-27 0 1,1 0 15,0 0 0,26 0-15,-26 0 15,0 0 0,0 0 1,26 0-17,-26 0 32,0 0 0,-1 0-47,27 0 16,-26 0-16,0 0 31,0 0-31,26 0 16,-26 0 15,0 0-16,0 0 17,26 0 15,-78 0 140,0 0-156,0 0 16,-26 0 0,26 0 16,0 0 15,0 0 0</inkml:trace>
  <inkml:trace contextRef="#ctx0" brushRef="#br0" timeOffset="1337">1366 29 0,'-78'0'313,"52"0"-298,1 0-15,-27 0 32,26 0-32,0 0 31,0 0-15,-26 0 15,26 0 31,0 0 1,78 0 218,-26 0-265,0 0 15,0 0-15,26 0-1,-26 0 16,0 0 1,-1 0 30</inkml:trace>
  <inkml:trace contextRef="#ctx0" brushRef="#br0" timeOffset="2573">1262 29 0,'-77'0'297,"51"0"-297,0 0 16,0 0-1,-26 0 1,26 0 0,0 0 15,0 0 0,26-26 16,26 26 109,26 0-124,-26 0-32,0 0 15,0 0 1,26 0-16,0 0 15,-27 0-15,27 0 16,-26 0 0,0 0-16,0 0 15,26 0 17,-26 0-1,0 0 16</inkml:trace>
</inkml:ink>
</file>

<file path=ppt/ink/ink10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20.818"/>
    </inkml:context>
    <inkml:brush xml:id="br0">
      <inkml:brushProperty name="width" value="0.05" units="cm"/>
      <inkml:brushProperty name="height" value="0.05" units="cm"/>
      <inkml:brushProperty name="color" value="#FFFFFF"/>
      <inkml:brushProperty name="fitToCurve" value="1"/>
    </inkml:brush>
  </inkml:definitions>
  <inkml:trace contextRef="#ctx0" brushRef="#br0">830 129 0,'-52'0'312,"26"0"-296,0 0 0,0 0-1,-26 0-15,26 0 32,0 0-1,1 0 0,-27 0 16,26 0 78,26-26 266,26 26-376,-26-52 48,26 52-63,0 0 78,-26-26 0,25 26-16,27 0 32,-26 0 0,-26 26 15,0 0-31,0 0-31,0 0 31,0 26-15,0-26 15,0 0-15,0 0-17,0 26 17,0-26 93,-26-26 79,26-26-220,-26 0 1,26 0-1,0 0 1,0-26 0,0 26 15,0 0 0,0 0-15,0-26 31,-26 52 0,26-26-32,0 52 188,0-52 188,0 1-141,-25 25-78</inkml:trace>
  <inkml:trace contextRef="#ctx0" brushRef="#br0" timeOffset="1405">571 0 0,'-78'0'235,"26"0"-220,-26 0-15,26 0 16,1 0 0,25 0-16,0 0 15,0 0 1,-26 0 0,26 0-1,0 0 1,0 0 31,-26 0 0,78 0 156,0 0-172,0 0-15,26 0-1,-26 0 1,0 0-1,52 0 1,-53 0-16,27 0 16,0 0-16,-26 0 15,0 0 1,0 0-16,26 0 16,-26 0-1,25 0 1,1 0-16,-26 0 15,0 0 1,52 0 0,-52 0-16,26 0 15,25 0-15,-25 0 16,26 0-16,-52 0 16,52 0-1,-52 0-15,0 0 16,-1 0-1,27 0-15,-26 0 32,0 0-1,0 0-15,26 0 15</inkml:trace>
</inkml:ink>
</file>

<file path=ppt/ink/ink10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29.869"/>
    </inkml:context>
    <inkml:brush xml:id="br0">
      <inkml:brushProperty name="width" value="0.05" units="cm"/>
      <inkml:brushProperty name="height" value="0.05" units="cm"/>
      <inkml:brushProperty name="color" value="#FFFFFF"/>
      <inkml:brushProperty name="fitToCurve" value="1"/>
    </inkml:brush>
  </inkml:definitions>
  <inkml:trace contextRef="#ctx0" brushRef="#br0">4017 60 0,'-77'0'219,"-1"0"-219,-26 0 15,1 0 1,51 0-16,-26 0 16,26 0-1,0 0-15,1 0 16,25 0 0,-26 0-1,26 0 1,0 0-1,0 0 1,-26 0 15,26 0 1,0 0-17,0 0 1,-25 0 15,25 0-15,0 0 15,-52 0 0,52 0-31,-26 0 16,0 0-16,26 0 15,1 0 1,-1 0-16,-26 0 16,26 0-1,0 0 1,0 0-16,-52 0 16,52 0-1,-51 0-15,25 0 16,-26 0-1,52 0-15,0 0 16,0 0 0,-26 0-16,27 0 15,-1 0 1,0 0-16,-26 0 16,26 0 15,0 0-16,0 0 17,-26 0-1,26 0-15,0 0-1,0 0-15,-25 0 16,25 0-16,0 0 15,0 0 1,-26 0-16,26 0 16,0 0-1,0 0 1,-26 0 15,27 0-15,-1 0-1,-52 0 17,52 0-32,-26 0 15,0 0-15,0 0 16,27 0 0,-27 0-16,26 0 15,0 0 1,0 0-1,-26 0 1,26 0 15,0 0 1,0 0 14,-25 0-14,25 0-17,0 0-15,-52 0 16,52 0 0,0 0-16,-52 0 15,52 0-15,0 0 31,1 0-31,-27 0 32,26 0-17,0 0 17,0 0-1,-26 0 31,26 0-15,0-26-31,0 26-1,-25 0-15,25 0 16,0 0 0,0 0-1,-26 0 17,26 0-1,0 0 31,78 0 173,-26 0-220,0 0 1,0 0 0,26-26 15,-27 26-31,27 0 15,0 0 1,-26 0-16,26 0 16,0 0-16,-26 0 15,0 0 1,-1 0-16,27 0 16,-26 0 15,0 0-16,0 0 1,26 0 47,-78 0 233,0 0-264,0 0-17,-26 0 1,26 0 31,0 0-32,1 0 17,-27 0 30</inkml:trace>
</inkml:ink>
</file>

<file path=ppt/ink/ink10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37.398"/>
    </inkml:context>
    <inkml:brush xml:id="br0">
      <inkml:brushProperty name="width" value="0.05" units="cm"/>
      <inkml:brushProperty name="height" value="0.05" units="cm"/>
      <inkml:brushProperty name="color" value="#FFFFFF"/>
      <inkml:brushProperty name="fitToCurve" value="1"/>
    </inkml:brush>
  </inkml:definitions>
  <inkml:trace contextRef="#ctx0" brushRef="#br0">3188 1 0,'-52'0'266,"26"0"-266,-52 0 15,52 0-15,0 0 16,-26 0 0,27 0-16,-1 52 15,0-52 1,-26 0 15,26 26-15,0-26-16,0 0 31,-26 0-15,26 26 15,0-26 0,1 0 16,-27 0 31,78 0 141</inkml:trace>
  <inkml:trace contextRef="#ctx0" brushRef="#br0" timeOffset="2303">2566 105 0,'26'0'312,"-1"0"-296,27 0-1,-26 0 17,0 0 30,-26 26 141,-52-26-125,52 52-78,-26-52 16,0 0 31,1 0-47,-27 0 15,26 25 1,-26-25-16,-26 0 16,-25 26-1,51-26-15,-52 26 16,52-26 0,-26 52-16,27-52 15,-27 26 1,26-26-16,-26 26 15,26-26-15,-25 26 16,25-26 0,0 0-16,26 0 15,0 52 1,0-52-16,-26 0 16,26 0-1,1 0 1,-1 0-1,-26 0 17,26 0-17,0 0 1,-52 0 0,26 0-1,-25 0-15,25 0 16,-26 0-1,26 0-15,-26-26 16,27 26 0,-27 0-16,26 0 15,-26 0-15,52 0 16,-26-26 0,-25 26-16,51 0 15,0 0 1,-26 0-16,26 0 15,0 0 1,0 0 0,-26 0 15,27 0 0,-1 0 32,0 0-16,26-26 15,0-26 1,26 52-32,51-26-31,53 0 15,129 0 1,52 26-16,-52-51 16,-77 51-1,-104 0-15,-1 0 16,-51 0-16,0 0 16,26 0-1,-26 0 1,0 0-1,0 25-15,51-25 16,-51 0-16,0 26 16,26-26-1,-26 0-15,0 0 32,0 0-17,-26 26-15,52-26 16,-26 0 31,0 52 0,0-52-32,25 0 1,-25 0-1,-26 26 1,26-26 0</inkml:trace>
</inkml:ink>
</file>

<file path=ppt/ink/ink1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51.620"/>
    </inkml:context>
    <inkml:brush xml:id="br0">
      <inkml:brushProperty name="width" value="0.05" units="cm"/>
      <inkml:brushProperty name="height" value="0.05" units="cm"/>
      <inkml:brushProperty name="color" value="#FFFFFF"/>
      <inkml:brushProperty name="fitToCurve" value="1"/>
    </inkml:brush>
  </inkml:definitions>
  <inkml:trace contextRef="#ctx0" brushRef="#br0">4561 211 0,'-233'0'266,"-78"0"-266,52 0 15,77-26 1,53 26-16,51 0 15,26 0-15,26 0 16,-26 0 0,26 0-1,1 0 1,-1 0 15,-26 0-15,52-26-1,-26 26 1,0 0 0,0-26-1,-26 26 1,26 0 15,0 0 0,0 0-31,-25-52 16,-1 52 0,-26 0-16,26 0 15,-26-26-15,27 26 16,25 0 0,-26 0-16,26 0 15,0 0 1,0 0-16,-26 0 15,26 0 1,-26-25 0,1 25-1,-1 0-15,26 0 16,-52 0-16,26 0 16,0 0-1,1 0-15,-27 0 16,52 0-1,0 0-15,0 0 16,-26 0 0,26 0-1,0 0 1,1 0 15,-27 0 0,26 0 1,0 0-32,0 0 15,-26 0 1,0 0-16,26 0 16,-25 0-16,-1 0 15,26 0 1,-26 0-1,26 0 1,0 0 0,0 0-16,-52 0 15,52 0 1,1 0 0,-53 0-16,26 0 15,-26 0-15,26 0 16,1 0-16,-1 0 15,26 0 1,-26 0-16,0 0 16,26 0-1,-26 0-15,1 0 16,25 0 0,-26 0-16,26 0 15,0 0 1,0 0-1,-26 0 1,26 0 0,0 0 31,0 0-16,-25 0 31</inkml:trace>
</inkml:ink>
</file>

<file path=ppt/ink/ink1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58.360"/>
    </inkml:context>
    <inkml:brush xml:id="br0">
      <inkml:brushProperty name="width" value="0.05" units="cm"/>
      <inkml:brushProperty name="height" value="0.05" units="cm"/>
      <inkml:brushProperty name="color" value="#FFFFFF"/>
      <inkml:brushProperty name="fitToCurve" value="1"/>
    </inkml:brush>
  </inkml:definitions>
  <inkml:trace contextRef="#ctx0" brushRef="#br0">648 64 0,'-78'0'250,"53"0"-234,-1 0-16,0 0 15,-26 0 1,26 0-1,0 0-15,0 0 16,-26-26 0,26 26-1,0 0 1,1 0 0,-27 0-1,26 0 16,0 0 1,0 0 15,-26 0 31,78 0 219,0 0-282,0 0 1,26 0 15,-26 0 0,0 0 1,-1 0-1,27 0 31,-26 0 16,0 0-15,0 0 15,-26-26-47,52 26-15,-26 0 15,0 0 47,-78 0 125,26 0-171,0 0-1,0 0 16,-26 0-16,26 0 32</inkml:trace>
  <inkml:trace contextRef="#ctx0" brushRef="#br0" timeOffset="2007">285 12 0,'-26'0'297,"1"0"-282,-27 0 17,26 0 15,52 0 124,0 0-139,0 0 15,-1 0-16,27 0 0,-26 0-15,0 0-1,0 0 17,26 0 30,-78 0 141,0 0-140,0 0-1,-26 0 548</inkml:trace>
  <inkml:trace contextRef="#ctx0" brushRef="#br0" timeOffset="4057">311 12 0,'-26'0'282,"0"0"-267,1 0 1,-27 0-1,26 0 1,0 0 0,0 0-1,-26 0 1,26 0 0,0 0 30,0 0-14,52 0 108,26 0-140,-26 0 16,0 0 0,0 0-16,26 0 15,-26 0 16,0 0-15,-1 0 0,27 0 15,-26 0 0,0 0-15,0 0-1,26 0-15,-26 0 16,0 0 0,0 0 15,25 0-15,-25 0 46,0 0 126,0 0-63,26 0-32,-26 0-15,-26 52 1</inkml:trace>
  <inkml:trace contextRef="#ctx0" brushRef="#br0" timeOffset="6165">726 64 0,'26'0'360,"0"0"-345,26 0 1,-26 0 47,-26 26-48,-26-26 126,0 0-110,0 0 0,0 0-15,-26 26 46,26-26 17,0 0-17,26 26-46,-26-26 15,-26 0 47,27 0 0,25 52-15,-26-52-48,0 0 32,-26 0-31,26 0 31,26 26-47,-26-26 31,0 0 0,-26 25-15,26-25 15,0 0 0,1 0 47,50 0 110,27 0-172,-26 0-1,26 0 1,0 0-1,-26 0 1,0 0-16,0 0 31,25 0-15,-25 0 31</inkml:trace>
</inkml:ink>
</file>

<file path=ppt/ink/ink11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8:47.286"/>
    </inkml:context>
    <inkml:brush xml:id="br0">
      <inkml:brushProperty name="width" value="0.05" units="cm"/>
      <inkml:brushProperty name="height" value="0.05" units="cm"/>
      <inkml:brushProperty name="color" value="#FFFFFF"/>
      <inkml:brushProperty name="fitToCurve" value="1"/>
    </inkml:brush>
  </inkml:definitions>
  <inkml:trace contextRef="#ctx0" brushRef="#br0">559 15 0,'-26'0'282,"-26"0"-267,26 0 1,0 0 0,0 0-1,-25 0 16,25 0 1,0 0 30,0 0 219,-26 0-202,26 0-17,0 0-46,0 0-1,-26 0 1,26 0 0,1 0 15,-1 0 0,52 0 266,25 0-281,-25 0 15,0 0-31,0 0 15,26 0 17,-26 0-1,0 0-15,0 0-1,26 0 1,-27 0-1,1 0 1,0 0-16,26 0 31,-26 0-15,0 0 15,0 0 0,26 0 1,-26 0-17,0 0 17,0 0-1,25 0-16,-25 0 17,0 0-1,0 0 47,26 0 63,-26 26-94,0-26-16,0 0 16,26 0 15,-27 0 1,1 0-48,0 0 17,26 0-17,-26 0 32,0 0 31</inkml:trace>
</inkml:ink>
</file>

<file path=ppt/ink/ink11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8:51.469"/>
    </inkml:context>
    <inkml:brush xml:id="br0">
      <inkml:brushProperty name="width" value="0.05" units="cm"/>
      <inkml:brushProperty name="height" value="0.05" units="cm"/>
      <inkml:brushProperty name="color" value="#FFFFFF"/>
      <inkml:brushProperty name="fitToCurve" value="1"/>
    </inkml:brush>
  </inkml:definitions>
  <inkml:trace contextRef="#ctx0" brushRef="#br0">1479 1 0,'-52'0'328,"26"0"-313,0 0 32,0 0-31,-25 0 15,25 0 0,0 0-15,0 0 15,-26 0 0,26 0 32,0 26 46,0-26-31,-26 26-62,26-26 0,1 0-1,-1 0 1,26 52 0,-52-52-1,26 0 16,0 0 1,0 0 30,-26 0 16,26 26-15,0-26-16,0 0 31,-25 0 62,25 0-93,0 0-31,-78 0-16,0 0 16,-25 25-1,77-25-15,-26 0 16,52 0-1,0 0-15,0 0 32,-25 0-17,25 0 17,52 0 264,0 0-280,25 0 15,1 0-15,-26 0 0,0 0-16,0 0 15,26 0 1,-26 0-16,0 0 31,0 0-31,25 0 16,-25 0-16,0 0 15,0 0 1,26 0 0,-26 0-1,0 0 1,0 0-1,26 0 17,-27 0 15,1 0-1,0 0 33,26 0-33,-52-51 1,26 51-47,0 0 63,0 0-48,26 0 1,-26 0 0,0 0-1,0 0 1,25 0 15,-25 0 0</inkml:trace>
</inkml:ink>
</file>

<file path=ppt/ink/ink11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02.046"/>
    </inkml:context>
    <inkml:brush xml:id="br0">
      <inkml:brushProperty name="width" value="0.05" units="cm"/>
      <inkml:brushProperty name="height" value="0.05" units="cm"/>
      <inkml:brushProperty name="color" value="#FFFFFF"/>
      <inkml:brushProperty name="fitToCurve" value="1"/>
    </inkml:brush>
  </inkml:definitions>
  <inkml:trace contextRef="#ctx0" brushRef="#br0">803 0 0,'0'52'250,"0"-26"-250,0 0 15,0 26-15,0-27 16,0 1 0,0 0 15,0 26-15,0-26 30,-26 0 1,1-26-31,-79 26-16,-26-26 16,27 0-1,-27 52-15,78-52 16,-26 0-1,27 0-15,25 0 32,-26 0-17,26 0 17,52 0-1,103-52-16,79-26-15,103 26 16,-156-25 0,-51 77-16,-52-26 15,26 26 1,-53 0 0,1 0 15,0 0 31</inkml:trace>
</inkml:ink>
</file>

<file path=ppt/ink/ink11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09.268"/>
    </inkml:context>
    <inkml:brush xml:id="br0">
      <inkml:brushProperty name="width" value="0.05" units="cm"/>
      <inkml:brushProperty name="height" value="0.05" units="cm"/>
      <inkml:brushProperty name="color" value="#FFFFFF"/>
      <inkml:brushProperty name="fitToCurve" value="1"/>
    </inkml:brush>
  </inkml:definitions>
  <inkml:trace contextRef="#ctx0" brushRef="#br0">573 441 0,'-78'0'234,"27"0"-218,-27 26-1,52-26-15,0 0 16,-26 0 0,26 0-16,0 26 31,0-26-31,-25 0 16,25 0 15,26 26-31,-26-26 31,0 0-15,26 52 15,-52-52 0,52 26 0,0 0-15,26-1-16,-26 27 16,26 0-1,0-26-15,-26 26 16,52-26 0,-27 0-1,-25 0 1,26 25-1,-26-25 17,26-26-17,26 0 17,-26-26-1,-26 1-31,26-1 15,-26-78 1,26 0-16,26-51 16,-26 25-1,-26 1-15,26 25 16,-26 52-16,26 26 16,-26-26-1,0 26-15,0 0 16,51 26 46,-25 52-62,26 130 16,78 77 0,-27-26-16,-25-77 15,-52-53 1,0-51-16,-26 0 15,0-26 1,0 0 15,26-26-15,-26-52 93,0 26-93,0 0 15,0 0-15,0-26-1,-26 27 1,26-1 0,0 0-16,-52-26 15,52 26 1,-26 0 15,26 0-15,0-26 31,-26 52-47,26-26 62,-26 26-46,26-26 31,-51 1-32,51-27-15,-26 26 32,26 0-17,-26 26 1,26-26-16,-26-26 47,26 26 0,-52 26-32,26 0 126,26 26-126,0 0 1,0 0-16,0 0 31,0 26-15,0-26 0,26-26-1,-26 26-15,0-1 31,0 27-15,0-26 15,0 0 1,26 0-1,-26 26 0,0-78 110,0 0-141,0 0 15,0-26 1,0 26 0,0 0-16,0 1 31,0-27-16,0 26 1,0 0 0,0 0-1,0-26 1,-26 52-16,26-26 31,0 0 16,0 78 156,0-26-187,0 0-1,0 0-15,0 26 16,0-26 0,0 0-1,0-1 1,0 27 15,0-26-15,0 0 15,0 0 0,0 26 32</inkml:trace>
  <inkml:trace contextRef="#ctx0" brushRef="#br0" timeOffset="2325">651 830 0,'-26'-78'344,"26"0"-344,0-25 15,0 51 1,0-26-16,0 52 15,0 0 1,0 0-16,0-25 16,0 25-16,0 0 31,0 0 0,-26 26 16,26 26 0,0 51-47,0-51 16,0 0-1,0 52 1,0-52-16,0 0 15,0 26 1,0-26 15,0 0-15,0 51 0,0-51-16,0 0 15,0 52 1,0-52-16,0 0 15,0 0-15,0 25 16,0-25 0,0 0-1,0 0 1,0 26-16,0-26 16,0 0-1,0 0-15,0 26 16,0-26-1,0-1 17,0 1-17,0 26 17,0-26 14,-26-26 48,26-26-63,0 0-15,0 0 0,0 0-1,0-25-15,0 25 16,0 0-16,0-52 16,0 52-1,0-26-15,0 0 16,0 1-1,0 25-15,0-26 16,0 26-16,0 0 16,0 0-1,0-26 17,0 26-1,0 0 16,-52 26-32,26 0 48,1 52-63,-1 0 15,26 26 1,-52 0-16,52-1 16,-26-25-1,26 26-15,0-52 16,0 0-16,-26-26 16,26 52-1,0-26-15,0-1 31,0 1-15,0 26 31,0-78 15,0 0-46,0 0 0,0-51-1,0 51-15,0 0 16,0-52-16,0 52 16,0 0-1,0-26-15,0 27 16,0-1-1,0 0 1,0-26 15,-26 52-15,26-26 31</inkml:trace>
</inkml:ink>
</file>

<file path=ppt/ink/ink11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21.141"/>
    </inkml:context>
    <inkml:brush xml:id="br0">
      <inkml:brushProperty name="width" value="0.05" units="cm"/>
      <inkml:brushProperty name="height" value="0.05" units="cm"/>
      <inkml:brushProperty name="color" value="#FFFFFF"/>
      <inkml:brushProperty name="fitToCurve" value="1"/>
    </inkml:brush>
  </inkml:definitions>
  <inkml:trace contextRef="#ctx0" brushRef="#br0">311 42 0,'26'0'359,"25"-26"-343,-25 26 0,0 0-1,0 0-15,26 0 16,-26 0-1,0 0 1,0 0 0,26 0 15,-27 0 16,1 0 0,0 0 31,26 0-47,-26 0 47,0 0-47,0 0 1,26 0-1,-26 0-15,0 0-1,-1 0 1,27 0 31,-52 26 0,-26-26 15,0 0-46,1 0-1,-27 26 1,26-26 0,0 0-1,0 0-15,-26 26 31,26-26-31,0 0 16,0 0 0,-25 0-1,25 0 1,0 0 0,0 0-1,-26 0 1,52 52-16,-26-52 15,0 0 1,0 0 0,-26 0 15,26 0 0,1 0-15,-1 0-1,-26 0 1,52 25-16,-26-25 16,0 0-1,0 0-15,-26 0 32,26 0-1,0 0 0,0 0 47,-25 0-15</inkml:trace>
</inkml:ink>
</file>

<file path=ppt/ink/ink11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26.919"/>
    </inkml:context>
    <inkml:brush xml:id="br0">
      <inkml:brushProperty name="width" value="0.05" units="cm"/>
      <inkml:brushProperty name="height" value="0.05" units="cm"/>
      <inkml:brushProperty name="color" value="#FFFFFF"/>
      <inkml:brushProperty name="fitToCurve" value="1"/>
    </inkml:brush>
  </inkml:definitions>
  <inkml:trace contextRef="#ctx0" brushRef="#br0">285 208 0,'-52'0'344,"27"0"-329,-1 0 1,-26 0-1,26 0 1,0 0 31,0 0-16,-26 0 16,52-26 31,26 26-62,0 0-1,0 0 17,26 0-17,-52-52 1,26 52 0,0 0-1,0 0-15,25-26 16,-25 26-1,0 0-15,0 0 16,26 0 0,-26 0-1,0-26-15,0 26 32,26 0-1,-52-26-16,25 26 32,-50 0 63,-1 0-79,0 0 16,78 0 140,-27 0-171,1 0-16,52 0 16,-52 0-1,0 0-15,0 0 16,26 0-16,-26 0 15,0 0 1,-1 0 15,27 0-31,-26 0 16,0 0 0,0 0-1,26 0 16,-26 0-15,0 0 0,0 0-1,26 0 1,-27 0 15,1 0-15,0 0-1,26 0 1,-26 0 15,0 0-15,0 0 0,26 0-1,-26 0 1,0 0 15,-1 0 0,27 0-15,-26 0 0,0 0 15,0 0-16,26 0 17,-26 0 30,-52 0 173,0 0-204,0 0 0,0 0 0,-26 0 16,26 0 16,52 0 234,0 0-235</inkml:trace>
  <inkml:trace contextRef="#ctx0" brushRef="#br0" timeOffset="2228">1581 52 0,'26'0'375,"0"0"-359,26 0 0,-26 0-1,0-52-15,0 52 32,25 0 14,-76 0 95,-1 0-125,0 0-1,-26 0 17,26 0-32,-26 0 31,0 0-31,26 0 15,0 0 1,1 0 0,-27 0 15,26 0 0,0 0 16,0 0 234,-26 0-265,26 0-16,0 26 16,-51-26-16,51 0 15,-26 0 1,0 0-1,26 26-15,0-26 16,0 0 0,-26 0-1,26 0 32,52 0 16,0 0-48,26 0-15,0 0 16,-26 0 0,0 0-16,0 0 15,26 0 1,-27 0-16,27 0 15,0 0 1,-26 0-16,26 0 16,0 0-16,-26 0 15,0 0 1,-1 0-16,27 0 16,-26 0-1,0 0 1,0 0-1,26 0 17,-26 0-1,0 0 31</inkml:trace>
</inkml:ink>
</file>

<file path=ppt/ink/ink11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37.210"/>
    </inkml:context>
    <inkml:brush xml:id="br0">
      <inkml:brushProperty name="width" value="0.05" units="cm"/>
      <inkml:brushProperty name="height" value="0.05" units="cm"/>
      <inkml:brushProperty name="color" value="#FFFFFF"/>
      <inkml:brushProperty name="fitToCurve" value="1"/>
    </inkml:brush>
  </inkml:definitions>
  <inkml:trace contextRef="#ctx0" brushRef="#br0">173 0 0,'26'52'375,"25"-52"-375,1 0 15,-26 0 1,26 0-16,0 0 16,-26 0-16,26 0 15,-1 0 1,-25 0 0,0 0-16,0 0 15,52 0-15,-52 0 31,0 0-31,26 0 32,-26 0-17,-1 0 17,-25 26 14,-51 0 17,-1-26-63,26 0 16,-26 25-1,0-25-15,-26 52 16,53-52-16,-27 0 15,0 26 1,0-26-16,-26 26 16,52-26-1,-25 26-15,-1-26 16,26 0 0,0 52-16,0-52 15,-26 0 16,52 26-15,-26-26 0,0 0 46,78 0 32,-26 0-78,0 0-1,52 0-15,-26 0 16,-27-26-16,53 26 15,-26 0 1,0 0 0,-26 0-16,0 0 15,51 0-15,-25 0 16,26 0 0,-26 0-16,26 0 15,-1 0-15,-25 0 16,0 0-1,-26 0-15,26 26 16,-26-26 0,0 0-1,0 0-15,25 26 47,-25-26-16,-26 26-15,0 25 15,0-25-15,-26 26 0,26 0-1,-25-26-15,-1 26 16,0 0-1,-26-26 1,52-1-16,-26 1 31,0 26 1,0-26-1,-26-26 0,52 26-15,-26-26 15,0 0 16,0 0-32,-25 0 1,-1 0-16,26 0 16,-26 0-16,26 0 31,0 0-15,0 0-1,-26 0 1,27 0 31,-1 0 31</inkml:trace>
</inkml:ink>
</file>

<file path=ppt/ink/ink11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41.253"/>
    </inkml:context>
    <inkml:brush xml:id="br0">
      <inkml:brushProperty name="width" value="0.05" units="cm"/>
      <inkml:brushProperty name="height" value="0.05" units="cm"/>
      <inkml:brushProperty name="color" value="#FFFFFF"/>
      <inkml:brushProperty name="fitToCurve" value="1"/>
    </inkml:brush>
  </inkml:definitions>
  <inkml:trace contextRef="#ctx0" brushRef="#br0">0 235 0,'26'0'328,"0"0"-328,26 0 16,-27 0-16,1 0 15,0 0 1,26 0 0,-26 0-1,0 0 1,0 0 0,26 0-1,-26 0-15,0 0 16,-1 0-1,27 0 1,0 0 0,-26 0-16,52 0 15,-26 0-15,51 0 16,-25-26 0,-26 26-16,-26 0 15,52 0 1,-53 0-16,1-52 15,26 52-15,-26 0 16,0 0 0,0 0-1,26 0 17,-26 0-17,0 0 32,-26-26-31,26 26 31,-52-26 109,-52 26-141,26 0-15,-26 0 16,26 0 0,-25 0-16,-27 0 15,78 0 1,0 0-16,0 0 16,-26 0-16,27 0 15,-1 0 1,0 0-1,-26 0 17,78 0 61,0 0-93,51 0 16,-25 0-16,26 0 16,-52 0-1,26 0-15,0-26 32,-26 26-17</inkml:trace>
  <inkml:trace contextRef="#ctx0" brushRef="#br0" timeOffset="934">1037 79 0,'285'-52'219,"52"52"-204,-52-26-15,-104 26 16,-51 0-16,-53 0 16,-51 0-16,0 0 15,26 0 1,-26 0-1,0 0 32,0 0 16,-104 0 46,0 0-93,-129 0-16,-78 0 15,0 26 1,78-26-16,77 26 16,78-26-1,-26 0-15,52 0 16,0 0-16,-25 0 31,25 0 32</inkml:trace>
</inkml:ink>
</file>

<file path=ppt/ink/ink12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49.834"/>
    </inkml:context>
    <inkml:brush xml:id="br0">
      <inkml:brushProperty name="width" value="0.05" units="cm"/>
      <inkml:brushProperty name="height" value="0.05" units="cm"/>
      <inkml:brushProperty name="color" value="#FFFFFF"/>
      <inkml:brushProperty name="fitToCurve" value="1"/>
    </inkml:brush>
  </inkml:definitions>
  <inkml:trace contextRef="#ctx0" brushRef="#br0">0 622 0,'78'0'343,"25"0"-343,-25 52 16,0-26 0,52 0-16,-1-1 15,-25 27 1,-52-52-16,-26 26 16,25-26-16,1 0 15,-26 26 1,26-26 15,-52 26 0,26-26-31,-26 52 47,-26 0-31,-26-26-1,-26 25-15,1 1 16,-1 26-16,26-52 16,-26 0-1,52 0-15,0 26 16,-25-52 0,25 26-16,0-1 15,0-25-15,-26 26 16,26-26-1,26 52 1,-26-52-16,26 26 16,-26-26-1,26 26 1,-52-26 0,27 0 46,25-52-46,0 26-16,0-26 15,25-25 1,1-53 0,0 1-16,0 25 15,26 26-15,-52 0 16,0 52-1,26-51-15,-26 51 32,0 0-32,0 0 31,0 52 63,-26 78-94,26 51 15,-26 52 1,0-25-16,26-1 16,0-103-1,0 0-15,-26-52 16,26 0-1,0 25-15,0-25 16,0 0 15,0 0 1,0-52 93,0-52-125,0-25 15,26-53 1,78-155-16,25-77 15,-25 51 1,0 181-16,-78 52 16,0 53-16,-26-1 15,26 26 1,25 26 31,-25 0-32,0 26-15,0 51 16,78 105-16,51 103 16,53 156-1,-79-1-15,1-129 16,-78-77 0,-52-131-16,52-25 15,-52-26 1,0-26-16,0 0 31</inkml:trace>
</inkml:ink>
</file>

<file path=ppt/ink/ink12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59.104"/>
    </inkml:context>
    <inkml:brush xml:id="br0">
      <inkml:brushProperty name="width" value="0.05" units="cm"/>
      <inkml:brushProperty name="height" value="0.05" units="cm"/>
      <inkml:brushProperty name="color" value="#FFFFFF"/>
      <inkml:brushProperty name="fitToCurve" value="1"/>
    </inkml:brush>
  </inkml:definitions>
  <inkml:trace contextRef="#ctx0" brushRef="#br0">0 0 0,'156'0'203,"51"0"-187,-77 0-16,-27 0 15,-51 0 1,26 0-16,-52 26 15,0-26-15,0 0 16,26 0 15,-27 0-15,1 0-16,0 0 16,26 51-1,-26-51-15,0 0 16,0 0-16,26 0 15,-26 26 1,0-26-16,51 0 16,-51 0-1,0 0-15,52 0 16,-52 0 0,0 0-16,51 0 15,-51 0-15,0 0 16,0 0-1,26 0-15,-26 0 16,0 0 0,0 0-16,26 0 31,-26 0-15,-1 0-16,1 0 15,26 0-15,0 0 16,-26 0-1,52 0 1,-26 0-16,25 0 16,-51 0-16,52 0 15,-52 0 1,0 0-16,0 0 16,26 0-1,-26 0-15,-1 0 16,1 0-1,26 0 1,-26 0 15,0 0 1,0 0 14,26 0-30,-26 0 0,0 0-1,0 0 1,25 0-16,-25 0 31,0 0-15,0 0 15,26-26 16,-52 1 15,0-1 1,-26 26-47,0 0 93</inkml:trace>
</inkml:ink>
</file>

<file path=ppt/ink/ink12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40:07.344"/>
    </inkml:context>
    <inkml:brush xml:id="br0">
      <inkml:brushProperty name="width" value="0.05" units="cm"/>
      <inkml:brushProperty name="height" value="0.05" units="cm"/>
      <inkml:brushProperty name="color" value="#FFFFFF"/>
      <inkml:brushProperty name="fitToCurve" value="1"/>
    </inkml:brush>
  </inkml:definitions>
  <inkml:trace contextRef="#ctx0" brushRef="#br0">0 6039 0,'0'285'234,"0"-78"-218,0-77-1,0-78-15,0 0 16,0-26 0,0-1-16,0 1 31,0-52 47,0-181-78,0-104 16,0-181-16,26 103 15,-26 130 1,0 103-1,0 78-15,0 27 16,0-1-16,0 26 31,0 78 79,0 0-110,0 51 15,0 130 1,-26 260-16,26 51 16,0-233-1,0-129-15,0-131 16,0 27-16,0-52 31,0 0-15,0-104 46,0-207-46,337-1374-1,103-284-15,-206 1009 16,-131 649 0,-77 182-16,-26 25 15,0 52-15,0 78 94,0 0-78,0 181-16,-26 259 15,0 338 1,1-130-16,-1-260 16,26-207-16,0-103 15,0-78 1,0 0-1,0-26-15,-52-26 16,52 26-16,0 0 47,0-52 15,0-52-46,0-26 0,26-77-16,77-53 15,27-77-15,-52 52 16,25 52 0,-25 103-16,-52 52 15,0 26-15,0-25 16,26 25-1,-26 26 1,0 52 0,0 103-1,103 130-15,-25 208 16,-1 25-16,-51-129 16,0-156-1,-52-103-15,0-79 16,0 1-1,0-26-15,-26-26 79,0-26-79,26-26 15,-77-25-15,51-1 16,-26 0-1,0-25-15,26 51 16,0 26 0,0-52-16,-26 52 15,52 0-15,-26 26 16,26-52 0,-25 26-16,-1 1 15,-26-1 1,0-26-16,26 52 15,-52-26 1,52 0-16,0 26 16,-25-26-1,25 26-15,26-52 16,-26 52 0,0 0-1,-26 0 16,52 26-31,-26 0 16,26 52 0,-26 0-16,0 51 15,26 53-15,-52-105 16,52 27 0,0-26-16,0-52 15,0 0-15,0-1 16,-26-102 46,26-364-62,26-1710 16,52 181 0,-26 1322-1,-52 493-15,0 77 16,0 52-16,0 78 62,-26 0-46,26 155 0,-52 311-16,-207 1089 15,52-181-15,155-934 16,52-259-1,-52-129-15,52-52 16,0-26 0,0 26-1,-26-52 1,0-26 62,26 0-62,0-52-1,0 130 79,-26-26-78,26 52-1,-52-52-15,52 51 16,-25-51 0,25 26-16,0 0 15,-26-26 1,26 0-1,-26 0 1,26 26-16,-52-1 16,52-25-1,-26 52 1,0-26-16,0 26 16,26-27-16,-52 27 15,26-52 1,26 0-16,0 26 15,-26-52 1,26 26-16,0 0 16</inkml:trace>
</inkml:ink>
</file>

<file path=ppt/ink/ink12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1:52.219"/>
    </inkml:context>
    <inkml:brush xml:id="br0">
      <inkml:brushProperty name="width" value="0.05" units="cm"/>
      <inkml:brushProperty name="height" value="0.05" units="cm"/>
      <inkml:brushProperty name="color" value="#FFFFFF"/>
      <inkml:brushProperty name="fitToCurve" value="1"/>
    </inkml:brush>
  </inkml:definitions>
  <inkml:trace contextRef="#ctx0" brushRef="#br0">804 134 0,'-26'0'265,"-26"0"-249,26 0-1,0 0 17,0 0-32,-26 0 15,26 0 1,0 0 0,0 0-1,-25 0 16,25 0 1,0 0-1,0 0 31,-26 0 1,52-26-47,-26 26-1,26-26 1,-26 26-16,0 0 31,-26 0-15,52-26-1,-26 26 1,1 0 15,-1 0 32,-26 0-1,26 0 48,0 0-79,0 0 16,26-52 78</inkml:trace>
  <inkml:trace contextRef="#ctx0" brushRef="#br0" timeOffset="1780">0 4 0,'26'0'406,"26"0"-375,-26 0 16,0 0 31,0 0 172,25 0-250,-25 0 32,0 0-17,0 0 16,26 0-15,-26 0 0,0 0-1,0 0 1,26 0 0,-26 26-16,-1-26 15,1 0 1,26 0-1,-26 0 1,0 0 31</inkml:trace>
</inkml:ink>
</file>

<file path=ppt/ink/ink12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12.660"/>
    </inkml:context>
    <inkml:brush xml:id="br0">
      <inkml:brushProperty name="width" value="0.05" units="cm"/>
      <inkml:brushProperty name="height" value="0.05" units="cm"/>
      <inkml:brushProperty name="color" value="#FFFFFF"/>
      <inkml:brushProperty name="fitToCurve" value="1"/>
    </inkml:brush>
  </inkml:definitions>
  <inkml:trace contextRef="#ctx0" brushRef="#br0">0 110 0,'132'0'328,"-5"0"-313,-127 25 1,132-25-16,133 0 16,-1 0-16,-132 0 15,265 0 1,-265 0-16,260 0 15,-128-25 1,-132 25-16,265-49 16,-265 49-16,264-24 15,-264 24 1,-4 0-16,4 0 31,132 0-31,-132-25 16,0 25 15,1 0 0,131 0 32,-132 0-16,0 0 15,1 0-46,126 0 15,-127 0-31,0 0 16,0 0-16,133 0 31,-133 0-31,132 0 16,1 0-1,-138 49-15,5-49 16,0 24-16,132-24 15,-131 25 1,-1-25 15,-132 25-31,132 25 63,-132-25-16,-132-25-16,-133 0-31,265 25 16,-132-25-1,0 25-15,0 25 16,-127-26-16,126 25 15,1 51 1,132 24-16,0-25 16,0 1-1,0-51-15,0-24 16,0 25 0,0-25-1,0-50 63,-132 0-78,-132-25 16,132 1 0,-1 24-16,133 0 15,-132 0-15,-132-24 16,132-1-1,5 25-15</inkml:trace>
</inkml:ink>
</file>

<file path=ppt/ink/ink12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17.991"/>
    </inkml:context>
    <inkml:brush xml:id="br0">
      <inkml:brushProperty name="width" value="0.05" units="cm"/>
      <inkml:brushProperty name="height" value="0.05" units="cm"/>
      <inkml:brushProperty name="color" value="#FFFFFF"/>
      <inkml:brushProperty name="fitToCurve" value="1"/>
    </inkml:brush>
  </inkml:definitions>
  <inkml:trace contextRef="#ctx0" brushRef="#br0">752 200 0,'-26'0'360,"-26"0"-360,26 0 15,-26-52 1,0 52-16,26 0 16,0 0-1,0 0 1,-25 0-1,25 0 1,0 0 15,0 0 16,-26 0 0,26 0 31,0 0 219,0 0-281,-26 0-1,26 0 1,1 0 15,-1 0 0,-26 0 32,26 0 93,26-26 79,26 26-48,0 0-124,0 0-1,0 0 1,25 0 15,-25 0 62,0 0-46,0 0-31,26-26-17,-26 26-30,0 0 0,0 0-1,26 0 1,-26 0 15,-1 0-15,1 0 15,26 0 0,-26 0-31,0 0 16,0 0-16,26 52 16,-26-52-1,0 0 1,0 26-1,25-26 1,-25 0 15,0 0 1,0 0 14,26 0-14,-26 0-32,0 26 15,0-26 1,51 0 0,-51 0 15,0 0 0,26 0 32,-26 0-1,-52 0 141,26 26-172,-26-26-15,0 0 15,0 0 1,-25 0-1,25 0 0,0 0 32,0 0 218,-26 0-234,52 52-16,-26-52-31,0 0 16,0 0 15,-26 0 0,26 0 16,1 0 15,-1 0-15,-26 0-15,26 0 30,26 25-15,-26-25 0,0 0 15,-26 0 16</inkml:trace>
  <inkml:trace contextRef="#ctx0" brushRef="#br0" timeOffset="1273">544 303 0,'26'0'422,"0"0"-407,0 26 1,26-26-1,-26 0 17,0 0-1,0 0 16,25 0 31,-25 0-31,0 0-16,0 0-15,26 0 15,-26 0 16</inkml:trace>
  <inkml:trace contextRef="#ctx0" brushRef="#br0" timeOffset="10244">1218 148 0,'-26'26'250,"-26"-26"-235,26 0-15,-25 0 16,25 0 0,0 26-1,0-26 1,-26 0 15,26 0 0,0 0 32,0 0-1,-26 0 110</inkml:trace>
  <inkml:trace contextRef="#ctx0" brushRef="#br0" timeOffset="11483">803 200 0,'26'0'422,"0"0"-406,0 0-1,26 0 17,-26 0 14,0 0 33</inkml:trace>
  <inkml:trace contextRef="#ctx0" brushRef="#br0" timeOffset="12926">985 200 0,'-52'0'281,"26"0"-265,0 0-16,0 0 31,-26 0-16,26 0 32,52 0 172,0 0-141,0 0-62,0 0-1,26 0 1,-26 0 0,0 0 31,0 0-47,26 0 15,-27 0-15,1 0 16,0 0-1,26 0 1,-26 0 0,0 0-1,0 0 17,26 0-1,-26 0 31</inkml:trace>
  <inkml:trace contextRef="#ctx0" brushRef="#br0" timeOffset="14430">1348 200 0,'-26'0'265,"-26"0"-249,26 0-16,-26 0 15,26 0 1,0 0 0,0 0-1,-25 0 1,25 0 15,0 0 16,0 0 16</inkml:trace>
  <inkml:trace contextRef="#ctx0" brushRef="#br0" timeOffset="15438">985 200 0,'26'0'266,"26"0"-250,-27 0 15,1 0-31,0 0 16,26 0 15,-26 0 16,0 0 15,0 0 63,26 0-62,-26 0-48,0 0 17,-1 0 14</inkml:trace>
  <inkml:trace contextRef="#ctx0" brushRef="#br0" timeOffset="17941">1399 200 0,'0'26'297,"-25"-26"-281,-27 0 0,26 0-1,0 0 16,0 0 1,-26 0 30,78 0 173,0 0-204,0 0-31,26 0 15,-26 0 1,0 0 15,-1 0-15,27 0 15,-26 0-15,0 0-1,0 0 1,26 52 0,-26-52-1,0 0 1,0 0 0,26 0-1,-27 0-15,1 0 31,0 0 1,26 0 15,-52 25 218,0 1-234,-26 0-15,26 52 0,0-26-16,-26 26 15,26-52-15,-26 51 16,26-51 0,0 0-16,0 0 15,0 26 1,0-26-1,0 0 17,0 0-1,0 25 31,0-76 95,0-1-142,0 0 1,0-78-16,0 26 16,0 26-1,0 27-15,0-53 16,0 52-16,0 0 15,0-26 1,0 26-16,0 0 16,0 0-1,0-25-15,0 25 16,0 0 0,0 0-16,0-26 15,0 26 1,26 26-1,-26-26-15,0 0 32,0-26-17,0 26 48,0 52 62,0 0-110,0 0 1</inkml:trace>
  <inkml:trace contextRef="#ctx0" brushRef="#br0" timeOffset="20038">1788 70 0,'-26'0'375,"-25"0"-360,25 0 16,0 0 1,0 0-1,-26 0 0,26 0-15,0 0-1,-52 0 1,52 0-16,0 0 16,1 0-1,-27 0 1,26 0 0,0 0 15,0 0 0,-26 0 32,26 0-1,52 0 422,-26-52-452,26 52-17,0 0 17,0 0-1,26 0-16,-26 0 1,0 0 31,-1 0-16,27 0 32</inkml:trace>
  <inkml:trace contextRef="#ctx0" brushRef="#br0" timeOffset="20437">1451 18 0</inkml:trace>
  <inkml:trace contextRef="#ctx0" brushRef="#br0" timeOffset="20441">1451 18 0</inkml:trace>
  <inkml:trace contextRef="#ctx0" brushRef="#br0" timeOffset="21008">1451 18 0,'26'0'390,"0"0"-390</inkml:trace>
  <inkml:trace contextRef="#ctx0" brushRef="#br0" timeOffset="21574">1503 18 0,'78'26'282,"-26"-26"-282,26 0 15,-53 0 1,1 26-1,0-26 1</inkml:trace>
  <inkml:trace contextRef="#ctx0" brushRef="#br0" timeOffset="21988">1788 70 0</inkml:trace>
  <inkml:trace contextRef="#ctx0" brushRef="#br0" timeOffset="21991">1788 70 0</inkml:trace>
</inkml:ink>
</file>

<file path=ppt/ink/ink12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43.580"/>
    </inkml:context>
    <inkml:brush xml:id="br0">
      <inkml:brushProperty name="width" value="0.05" units="cm"/>
      <inkml:brushProperty name="height" value="0.05" units="cm"/>
      <inkml:brushProperty name="color" value="#FFFFFF"/>
      <inkml:brushProperty name="fitToCurve" value="1"/>
    </inkml:brush>
  </inkml:definitions>
  <inkml:trace contextRef="#ctx0" brushRef="#br0">0 0 0,'26'0'516,"26"0"-454</inkml:trace>
</inkml:ink>
</file>

<file path=ppt/ink/ink12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49.209"/>
    </inkml:context>
    <inkml:brush xml:id="br0">
      <inkml:brushProperty name="width" value="0.05" units="cm"/>
      <inkml:brushProperty name="height" value="0.05" units="cm"/>
      <inkml:brushProperty name="color" value="#FFFFFF"/>
      <inkml:brushProperty name="fitToCurve" value="1"/>
    </inkml:brush>
  </inkml:definitions>
  <inkml:trace contextRef="#ctx0" brushRef="#br0">156 33 0,'-26'0'593,"0"0"-530,0 0 281,-26 0-251,26 0-30,26-26 171,26 26-93,0 0-110,0 0 16,0 0 16,26 0-17,-26 0-14,0 0-32,0 0 15,26 0 1,-27 0 0,1 0-1,0 0 16,26 0 1,-26 0 30,0 0 1,0 0 62,26 0-94,-26 0 16,0 0 15,-1 0-15,27 0-16,-26 0 1,0 0 15,0 0-16,26 0 16,-26 0 0,0 0 31,0 0-47,26 0 16,-27 0 0,1 0 15,0 0-15,26 0 0,-26 0-16,0 0 0,0 0 16,26 0 0,-26 0 0,0 0-16,-26 26 16,25-26-31,27 0-1,-26 0 17,0 0-17,0 0 17,26 0-1,-26 0 0,0 0-15,0 0-1,25 0 17,-25 0 14,0 0-30,0 0 0,26 0-1,-26 0 17,0 0 14,0 0 1,26 0-15,-26 0-17,-1 0 16,1 0-15,26 0 0,-26 0 31,0 0-32,0 0 1,26 0 15,-26 0 0,0 0-15,0 0 0,25 0-1,-25 0 1,0 0-16,0 0 31,26 0-31,-26 0 16,0 0-1,0 0 1,26 0 0,-26 0 15,-1 0-16,1 0 1,52 0-16,-52 0 31,0 0-31,26 0 16,-26 0 0,0 0-1,51 0 16,-51 0 1,0 0-32,0 0 31,26 0-31,-26 0 16,0 0 15,0 0 0,26 0-15,-27 0-1,1 0 1,0 0-16,26 0 16,-26 0-16,0 0 31,0 0 0,26 0-15,-26 0 31,0 0-16,0 26-31,25-26 15,-25 0-15,0 0 16,52 0 0,-52 0-16,0 0 15,0 0 1,26 0-16,-27 0 16,1 0-1,0 0 1,26 0 15,-26 0 0,0 0-15,0 26 0,26-26-1,-26 0 1,0 0-1,-1 0 1,27 0 0,-26 0 15,0 0 16,0 0 31,-26 26-31,-26-26 265</inkml:trace>
</inkml:ink>
</file>

<file path=ppt/ink/ink12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2:53.978"/>
    </inkml:context>
    <inkml:brush xml:id="br0">
      <inkml:brushProperty name="width" value="0.05" units="cm"/>
      <inkml:brushProperty name="height" value="0.05" units="cm"/>
      <inkml:brushProperty name="color" value="#FFFFFF"/>
      <inkml:brushProperty name="fitToCurve" value="1"/>
    </inkml:brush>
  </inkml:definitions>
  <inkml:trace contextRef="#ctx0" brushRef="#br0">32 0 0,'-26'78'250,"26"-27"-250,0 27 15,0-52 1,0 0-16,0 26 16,0-26-16,0 0 15,0 0 1,0 25 15,0-25-15,0 0 15,0 0 16,0 26 47,0-26-63,0 0-16,0 0 1,0 26 0,0-26-16,0-1 15,0 1 17,52 26-1,-52-26 16,0-52 62,0 0-109,0 0 16,0 0-1,0-25 17,-26 51-17,26-26-15,0 0 31,0 0 16</inkml:trace>
</inkml:ink>
</file>

<file path=ppt/ink/ink12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10.418"/>
    </inkml:context>
    <inkml:brush xml:id="br0">
      <inkml:brushProperty name="width" value="0.05" units="cm"/>
      <inkml:brushProperty name="height" value="0.05" units="cm"/>
      <inkml:brushProperty name="color" value="#FFFFFF"/>
      <inkml:brushProperty name="fitToCurve" value="1"/>
    </inkml:brush>
  </inkml:definitions>
  <inkml:trace contextRef="#ctx0" brushRef="#br0">4791 13 0,'-25'0'344,"-27"0"-329,0 0-15,26 0 16,-26 0-16,0 0 15,26 0 1,-51 0-16,51 0 16,0 0-1,-26 0 1,26 0 0,0 0-1,0 0 16,-26 0 16,26 0-15,0 0-17,1 0 1,-27 0-1,26 0 17,0 0 15,0 0-16,-26 0 0,26 0-15,0 0 15,0 0 0,-25 0 32,25 0-1,0 0-46,0 0-1,-26 0 32,26 0-15,0 0 30,0 0 1,-26 0-1,26 0-46,1 0 15,-1 0 16,-26 0-16,26 0-15,0 0-1,0 0 1,-26 0 31,26 0-32,0 0 17,0 0-17,-25 0 17,25 0-1,0 0-16,0 0 17,-26 0 15,26 0-47,0 0 15,0 0 1,-52 0-16,53 0 15,-53 0-15,26 0 16,26 0 0,-52 0-16,26 0 15,1 0 1,-1 0-16,-26 0 16,52 0-1,-26 0-15,0 0 16,27 0-16,-1 0 15,0 0 1,-26 0-16,26 0 16,0 0-1,0 0 1,-26 0 15,26 0-31,0 0 31,0 0-31,-25 0 16,25 26 0,0-26-1,0 0 1,-26 0 0,26 0-1,0 0 16,0 0 1,-26 0-1,27 0 31,-1 0-46,0 0 0,-26 0-1,26 0 1,0 0 0,0 0-16,-26 0 31,26 0-16,0 26 1,1-26 0,-27 0-16,26 0 15,0 0 1,0 0 0,-26 0-1,26 0 1,0 0 15,-51 52-15,51-52-1,0 0-15,-52 0 16,52 0-16,0 26 16,0-26-1,-26 0 1,26 0-1,0 0 1,1 0 0,-27 0 15,26 0 0,0 0-15,0 0-1,-26 0 17,26 0-17,0 0 17,0 0-1,-25 0 31,25 0-30,0 0-1,0 0-16,-26 0 1,26 0 0,0 0-1,0 0 1,-26 0 15,26 0 16,52 0 94,0 0-126,0 0-15,0 0 16,26 26 0,0-26-16,26 0 15,-27 0 1,27 0-16,0 25 15,0-25 1,-27 0-16,53 0 16,-26 0-16,-26 52 15,26-52 1,-27 0-16,27 0 16,0 0-16,0 0 15,25 0 1,-51 0-16,26 0 15,-52 0 1,26 0-16,-1 0 16,-25 0-16,0 0 15,0 0 1,26 0 0,-26 0 15,0 0 0,0 0 0,26 0-15,-26 0 0,-1 0 15,1 0-31,26 0 15,-26 0-15,26 0 16,0 0 0,-26 0-16,26 0 15,-1 0 1,1 0-16,-26 0 16,52 0-1,-26 0-15,0 0 16,-1 0-16,-25 0 15,52 0 1,-52 0-16,0 0 16,26 0-1,-26 0-15,0 0 16,51 0 15,-51 0-15,0 0-1,0 0-15,52 0 16,-52 0-16,0 0 16,26 0-1,-27 0-15,1 0 16,0 0 0,26 0-16,-26 0 15,0 26 1,52-26-1,-52 0-15,26 0 16,25 0 0,-25 0-16,0 0 15,0 0 1,26 0-16,-53 0 16,27 0-1,0 0-15,0 0 16,-26 0-16,52 0 15,-52 0 1,-1 0-16,27 0 16,-26 0-1,0 0-15,0 0 16,26 0 0,-26 0-1,0 0 1,0 0-1,51 0 1,-51 0 0,0 0-16,26 0 15,0 0 1,-26 0-16,26 0 16,-26 0-16,0 0 15,-1 0 1,27 0-1,-26 0 1,0 0 0,0 0-16,26 0 15,-26 0 1,0 0-16,0 0 16,25 0-1,1 0-15,-26 0 16,26 0-1,-26 0-15,0 0 16,52 0-16,-27 0 16,27 0-1,-26 0-15,26 0 16,-26 0 0,-26 0-16,25 0 15,-25 0-15,0 0 16,0 0-1,26 0 1,-26 0 0,0 0-1,0 0 17,26 0-1,-26 0-31,-1 0 15,53 0 1,-52 0-16,26 0 16,0 0-16,0 0 15,-26 0 1,25 0 0,-25 0-1,0 0 1,0 0-1,26 0 1,0 0 15,-26 0-15,26 0 0,-27 0 15,1 0 0</inkml:trace>
</inkml:ink>
</file>

<file path=ppt/ink/ink13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27.593"/>
    </inkml:context>
    <inkml:brush xml:id="br0">
      <inkml:brushProperty name="width" value="0.05" units="cm"/>
      <inkml:brushProperty name="height" value="0.05" units="cm"/>
      <inkml:brushProperty name="color" value="#FFFFFF"/>
      <inkml:brushProperty name="fitToCurve" value="1"/>
    </inkml:brush>
  </inkml:definitions>
  <inkml:trace contextRef="#ctx0" brushRef="#br0">2903 0 0,'-26'0'281,"0"0"-265,-25 0-16,25 0 16,0 0-1,0 0-15,-26 0 31,26 0-31,0 0 16,0 0 0,-26 0-16,1 0 15,25 0 1,-52 0-16,26 0 16,-26 0-16,26 0 15,-25 0 1,51 0-16,-52 0 15,26 0 1,26 0-16,-51 0 16,51 0-16,-52 0 15,52 0 1,-26 0-16,0 0 16,26 0-1,0 0-15,1 0 16,-27 0-1,26 0 1,0 0 0,0 0-1,-26 0 17,26 0-32,-26 0 15,0 0 1,1 0-1,-27 0-15,26 0 16,-26 0 0,26 0-16,27 0 15,-27 0 1,26 0-16,0 0 16,0 0-16,-26 0 31,26 0-31,0 0 15,0 0 1,-25 0 0,25 0-1,0 0 1,0 0 0,-26 0 15,26 0 0,0 0 32,0 0 15,-26 0-16,26 0-46,1 0-16,-1 0 31,-26 0 0,26 0-15,0 0 15,0 0-15,-26 0-1,26 0 17,0 0 15,0 0 15</inkml:trace>
  <inkml:trace contextRef="#ctx0" brushRef="#br0" timeOffset="1503">0 0 0,'26'0'344,"26"0"-328,-26 0 15,0 0-15,0 0-16,26 0 31,-26 0-16,0 0-15,0 0 32,25 0-17,-25 0 17,0 0-1,0 0-16,26 0 1,-26 0 15,0 0 1,0 0-17,26 0 16,-27 0 16,-25 52 125,-25-52-141,-1 0-15,0 0 31,0 0 0</inkml:trace>
</inkml:ink>
</file>

<file path=ppt/ink/ink13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33.669"/>
    </inkml:context>
    <inkml:brush xml:id="br0">
      <inkml:brushProperty name="width" value="0.05" units="cm"/>
      <inkml:brushProperty name="height" value="0.05" units="cm"/>
      <inkml:brushProperty name="color" value="#FFFFFF"/>
      <inkml:brushProperty name="fitToCurve" value="1"/>
    </inkml:brush>
  </inkml:definitions>
  <inkml:trace contextRef="#ctx0" brushRef="#br0">933 10 0,'-78'0'235,"26"0"-235,-26 0 15,27 0-15,-27 0 16,26 0 0,-26 0-16,26 26 15,1-26 1,25 0-16,0 0 31,0 0-31,-26 0 31,26 0-31,0 0 16,0 0 0,-26 0-1,26 0-15,1 0 31,-1 0 1,-26 0 15,78 0 140,0 0-171,0 0 15,25 0-15,-25 0-1,0 0 1,52 0-1,-52 0 1,26 0-16,25 0 16,-51 0-1,52 0-15,-52 0 16,0 0 0,0 0-16,26 0 15,-26 0 1,0 0-1,0 0-15,25 0 16,-25 0 0,0 0-16,0 0 15,26 0 1,-26 0 0,0 0 15,0 0-16,26 0 17,-27 0 30,1 0 16,0 0-15,26 0-16,-26 0-32,0 0 1,0 0-16,26-26 16,-26 26-16,25 0 15,27 0 1,-26 0-16,0 0 15,-26 0 1,0 0-16,0 0 16,25 0-16,-25 0 15,0 0 17,0 0-17,26 0 16,-26 0 32,-52 0 281,0 0-329,0 0 1,0 0 0,-26 0-16,27 0 15,-1 0 1,0 0-1,-26 0 1,26 0 0,0 0-1,0 0-15,-52 0 16,52 0 0,1 0-16,-27 0 15,26 0-15,0 0 16,0 0-1,-26 0 1,26 0 0,0 0 15,0 0 0,-25 0 16,25 0 16,0 0-1,0 0 94,52 0-62,26 0-78,-27 0-1,1 0 1,0 0-16,52 0 16,-52 26-1,52-26-15,-26 0 16,25 0-1,-25 26-15,-26-26 16,52 0-16,-26 0 16,-1 0-1,-25 0-15,0 0 16,0 0 0,26 0-16,-26 0 15,0 0-15,0 0 16,26 0-1,-26 0-15,0 0 16,-1 0 0,27 0-16,-26 0 15,0 0 17,0 0-32,26 26 15,-26-26 1,0 0-1,0 0 1,25 0 0,-25 0-1,0 0 1,0 0 15,26 0 0,-26 0 16,0 0-15,0 0-1,26 0-16,-26 0 17,-1 0 46,-25 52 0,-51-52-62,25 0-1,0 0 16,0 0-15,-26 0 0,26 0 15,0 0-15,0 0 15,-26 0-16,27 0 1,-1 0 0,0 0-16,-26 0 31,26 0-31,0 0 16,0 0-1,-26 0 1,26 0-1,0 0 1,1 0 31,-27 0-16,26 0 32,0 0-48,0 0 1,26 25 0,-52-25-16,26 0 15,0 0 1,0 0-16,-26 0 31,27 0-15,-1 0 15,0 0 31</inkml:trace>
</inkml:ink>
</file>

<file path=ppt/ink/ink13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40.180"/>
    </inkml:context>
    <inkml:brush xml:id="br0">
      <inkml:brushProperty name="width" value="0.05" units="cm"/>
      <inkml:brushProperty name="height" value="0.05" units="cm"/>
      <inkml:brushProperty name="color" value="#FFFFFF"/>
      <inkml:brushProperty name="fitToCurve" value="1"/>
    </inkml:brush>
  </inkml:definitions>
  <inkml:trace contextRef="#ctx0" brushRef="#br0">1762 0 0,'-78'0'282,"52"0"-267,1 0-15,-53 0 16,52 0-16,0 0 15,0 0 1,-26 0 0,26 0-1,0 0 1,0 0 0,-25 0 15,25 0-16,0 0-15,-52 0 16,52 0 0,0 0-16,0 0 31,-26 0-31,26 0 16,1 0 15,-1 0 0,-26 0 0,26 0 1,0 0-17,-52 0-15,52 0 16,0 0-1,-51 0-15,51 0 16,0 0-16,0 0 16,-26 0-1,26 0-15,0 0 32,0 0-17,-26 0 1,27 0 31,-1 0-32,0 0 17,-26 0-17,26 0 16,0 0 16,0 0 31,-26 0 172</inkml:trace>
  <inkml:trace contextRef="#ctx0" brushRef="#br0" timeOffset="1245">129 0 0,'26'0'297,"0"0"-297,0 0 16,26 0-16,-26 0 15,0 0 1,0 0 0,25 0 15,-25 0 0,0 0 0,0 0-15,26 0 15,-26 0-15,0 0-1,0 0 1,-26 52 0,52-52 15,-26 0 31</inkml:trace>
  <inkml:trace contextRef="#ctx0" brushRef="#br0" timeOffset="3559">674 52 0,'-52'0'281,"26"0"-265,0 0-16,-26 0 16,26 0-1,0 0 1,0 0 0,-26 0-1,27 0 16,-1 0 1,0 0-1,-26 0 0,26 0 0,0 0 16,0 0 0,-26 0 16,26 0-32,0 0 16,1 0 0,-27 0 15,78 0 110,0 0-156,-1 0-16,27 0 15,-26 0 1,26 0-16,26 0 16,-26 0-1,-1 26-15,-25-26 16,26 0-16,0 0 15,-26 0 1,26 26 0,0-26-1,-26 0-15,-1 0 16,1 0 0,26 0-16,-26 0 15,0 0-15,0 0 31,26 0-31,-26 0 16,26 0 15,-1 0 1,-25 0-17,0 0 1,0 0-1,26 0 17,-26 0-17,0 0 1,0 0 15,26 0 16,-26 0 31,-52 0 141</inkml:trace>
  <inkml:trace contextRef="#ctx0" brushRef="#br0" timeOffset="5966">1296 104 0,'-26'0'375,"-26"0"-375,-26 0 16,52 0-16,-52 0 15,27 0-15,25 0 16,-26 0 0,26 0-1,0 0-15,0 0 16,-26 0 0,26 0-1,0 0 1,0 0 15,-25 0 0,25 0 1,0 0-17,0 0 1,-26 0 15,26 0 0,0 0 32,78 0 140,-26 0-172,0 0 0,0 0 16,26 0 16,-26 0 15,-1 0-16,1 0 17,26 0-17,-26 0 16,0 0 32,-26 26-95</inkml:trace>
</inkml:ink>
</file>

<file path=ppt/ink/ink13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50.084"/>
    </inkml:context>
    <inkml:brush xml:id="br0">
      <inkml:brushProperty name="width" value="0.05" units="cm"/>
      <inkml:brushProperty name="height" value="0.05" units="cm"/>
      <inkml:brushProperty name="color" value="#FFFFFF"/>
      <inkml:brushProperty name="fitToCurve" value="1"/>
    </inkml:brush>
  </inkml:definitions>
  <inkml:trace contextRef="#ctx0" brushRef="#br0">311 0 0,'-52'0'297,"26"0"-297,0 0 31,0 0-31,-25 0 31,25 0-15,0 0 15,0 0 32,-26 0-1,78 0 188,0 0-234,0 0 15,26 0-15,-26 0 15,-1 0-15,1 0-1,26 0 1,-26 0 31,0 0 15,0 0-46,26 0 15,-26 0-31,0 0 16,0 0-1,51 0 1,-51 0 15,0 0-15,26 0 0,-26 0 46,0 0 1</inkml:trace>
</inkml:ink>
</file>

<file path=ppt/ink/ink13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06.577"/>
    </inkml:context>
    <inkml:brush xml:id="br0">
      <inkml:brushProperty name="width" value="0.05" units="cm"/>
      <inkml:brushProperty name="height" value="0.05" units="cm"/>
      <inkml:brushProperty name="color" value="#FFFFFF"/>
      <inkml:brushProperty name="fitToCurve" value="1"/>
    </inkml:brush>
  </inkml:definitions>
  <inkml:trace contextRef="#ctx0" brushRef="#br0">3317 106 0,'-78'-26'266,"27"26"-266,25 0 15,-52 0-15,52 0 16,0 0-1,-26 0-15,26 0 16,0 0 0,0 0-1,-25 0 1,25 0 0,0 0 30,0 0-30,-26 0 15,26 0-31,-26 0 16,0 0-16,27-26 16,-27 26-1,0 0-15,26 0 16,0 0-1,0 0-15,-26 0 16,26 0 0,0 0-1,1 0 17,-27 0 14,26 0 1,0 0 31,0 0-31,-52 0-31,52 0 0,-51 0-16,25 0 15,26 0-15,-26 0 16,0 0-1,26 0 1,-26 0 0,26 0-1,0 0 1,1 0 15,-27 0 0,26 0 1,0 0-1,0 0-15,-26 0-1,26 0-15,0 0 16,0 0-1,-25 0 1,25 0-16,0 0 31,0 0-15,-26 0 15,26 0 16,0 0 16,0 0-48,-26 0 32,26 0-31,1 0 15,-1 0-15,-26 0-1,26 0 1,0 0-1,0 0-15,-26 0 16,26 0 0,0 0-1,0 0 17,-25 0-1,25 0 16,0 0 31,0 26-47,-26-26 0,26 0-15,0 0 15,0 0 0,-26 0 32,26 0-1,1 0-30,-1 0-1,-26 0-15,26 0-1,0 0 1,0 0 15,-26 0 0,26 0 47,0 0 63,78 0 375,-26 0-454,0 0 1,0 0 15,-52 0 312,-26 0-311,26 0 358</inkml:trace>
  <inkml:trace contextRef="#ctx0" brushRef="#br0" timeOffset="2631">103 80 0,'-26'0'468,"0"0"-405,26 52 140,0-26-172,0 0 1,26-26-1,-26 26-16,52-26 48,-52 52-47,0-78 218,0 0-125,-26 26-46,0 0-16,0 0 15,-25 0 1,77 0 124,-26 52-171,25-52 15,-25 25 0,26-25 1,-26 26-1,52-26 16,-52 26-32,0 26 110</inkml:trace>
</inkml:ink>
</file>

<file path=ppt/ink/ink13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3:53.310"/>
    </inkml:context>
    <inkml:brush xml:id="br0">
      <inkml:brushProperty name="width" value="0.05" units="cm"/>
      <inkml:brushProperty name="height" value="0.05" units="cm"/>
      <inkml:brushProperty name="color" value="#FFFFFF"/>
      <inkml:brushProperty name="fitToCurve" value="1"/>
    </inkml:brush>
  </inkml:definitions>
  <inkml:trace contextRef="#ctx0" brushRef="#br0">622 0 0,'-52'0'406,"26"0"-406,-26 0 16,0 0-1,1 0-15,25 0 16,-26 0 0,26 0-16,0 0 15,0 0-15,-26 0 31,26 0-15,0 0 0,0 0-1,-25 0 32,25 0-31,0 0 62,78 0 141,-26 0-188,-1 0 0,1 0 0,26 0-15,-26 0 15,0 0-15,0 0 31,26 0 0,-26 0 0,0 0 15,0 26-15,25-26-31,-25 0 15,0 0 0,0 0 0,26 0 1,-26 0-1,-26 26-16,26-26-15,0 0 32,26 0-17,-26 0 1,-1 0 0,1 0-1,26 0 16,-26 0 1,-26 52-17,26-52 1,0 0 15,26 0 32,-78 0 155,0 0-202,26-26 15,-26 26 1,26-26 14,-52 26-14,52-26-1,-26 26 125</inkml:trace>
  <inkml:trace contextRef="#ctx0" brushRef="#br0" timeOffset="1790">803 26 0,'-52'0'297,"1"0"-282,25 0-15,0 0 16,0 0 0,-26 0-1,26 0 1,0 0 15,0 0 16,-26 0-31,26 0-1,1 0 1,-1 0 15,-26 0 0,26 0 1,0 0 30,0 0 16,-26 0 94,26 0-125,0 0 15</inkml:trace>
  <inkml:trace contextRef="#ctx0" brushRef="#br0" timeOffset="2945">129 26 0,'52'0'297,"-26"0"-297,0 0 31,0 0-31,26 0 15,-26 0 17,0 0-1,0 0-15,25 0 15,-25 0 16,0 0 31,0 0 31,26 0-78,-26 0 1,0 0-17,0 0 32</inkml:trace>
  <inkml:trace contextRef="#ctx0" brushRef="#br0" timeOffset="4254">648 26 0,'-26'0'375,"-26"0"-359,26 0 15,0 0 0,0 0-15,-26 0 0,26 0 15,1 0 0,-1 26 0,-26-26 16,26 0-16,26 52-31,-26-52 16,0 0 15,-26 0-15,26 0 15,0 0 32</inkml:trace>
  <inkml:trace contextRef="#ctx0" brushRef="#br0" timeOffset="23685">829 0 0,'-26'0'266,"0"0"-266,0 0 31,-25 0-31,25 0 31,0 0-31,0 0 16,-26 0-1,0 0 1,26 0-16,-52 0 16,53 0-1,-1 0-15,-26 0 16,26 0-1,0 0-15,0 0 32,-26 0-17,26 0 17,0 0-1,0 0 31,52 0 470,26 0-486,-26 0 17,-52 0 421,0 0-406,0 0-15</inkml:trace>
  <inkml:trace contextRef="#ctx0" brushRef="#br0" timeOffset="26159">129 0 0,'52'0'531,"-26"0"-499,0 0-1,0 0 0,26 0 32,-26 0-1,-52 0 297,0 0-312,0 0 0,0 0 31,-26 0 204</inkml:trace>
  <inkml:trace contextRef="#ctx0" brushRef="#br0" timeOffset="27366">181 0 0,'26'0'375,"0"26"-360,0-26 17,26 0-17,-26 0 1,0 0 15,0 0 16,25 0-16,-25 0 16,0 0 0,0 0-16,26 0 32,-52 26-32</inkml:trace>
</inkml:ink>
</file>

<file path=ppt/ink/ink13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26.591"/>
    </inkml:context>
    <inkml:brush xml:id="br0">
      <inkml:brushProperty name="width" value="0.05" units="cm"/>
      <inkml:brushProperty name="height" value="0.05" units="cm"/>
      <inkml:brushProperty name="color" value="#FFFFFF"/>
      <inkml:brushProperty name="fitToCurve" value="1"/>
    </inkml:brush>
  </inkml:definitions>
  <inkml:trace contextRef="#ctx0" brushRef="#br0">622 1 0,'-52'0'359,"26"0"-343,0 0-1,0 0 1,-26 0 0,26 0 30,1 0-30,-1 0 47,-26 0-1,26 0 1,0 0 15,0 0-16,-26 0 219,26 0-249,0 0-1,0 0-15,26 26-1,-51-26-15,25 0 47,0 0 16,78 0 187,-26 0-235,-1 0 16,1 0-31,26 0 32,-26 0-32,0 0 31,0 0-15,26 0 15,-26 0-31,0 0 15,0 0 1,25 0-16,-25 0 16,0 0-1,0 0 1,26 0 15,-26 0-15,0 0-1,0 0 1,26 0 31,-26 0 0,-1 0-32,1 0 17,26 0-17,-26 0 48,0 0 15,0 0-47,26 0 0,-26 0-15,0 0 31,0 0 15,25 0-30,-25 0-1,0 0 0,-78 0 172,26 0-125,1 0 16</inkml:trace>
  <inkml:trace contextRef="#ctx0" brushRef="#br0" timeOffset="2594">1037 27 0,'-26'0'328,"-26"0"-296,26 0-32,0 0 15,0 0 16,-26 0-15,26 0 0,0 0 15,0 0-15,-25 0 15,25 0 0,0 0-31,0 0 16,-26 0-1,26 0 1,0 0-16,0 0 31,-26 0-15,26 0-1,1 0 17,-1 0-17,-26 26 1,26-26 15,0 0 16,0 0-31,-26 0 15,26 0 16,0 0-16,0 0 32,52 0 249,26 0-249,-26 0-32,0 0 16,0 0-16,26 0 0,-26 0 0,0 0 1,0 0-1,25 0 16,-25 0 31,-26 26 0,-26-26-15,0 0-48,1 0 1,-1 0 15,-26 0 16,26 0-16,0 0 32,26 52-16</inkml:trace>
</inkml:ink>
</file>

<file path=ppt/ink/ink13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33.854"/>
    </inkml:context>
    <inkml:brush xml:id="br0">
      <inkml:brushProperty name="width" value="0.05" units="cm"/>
      <inkml:brushProperty name="height" value="0.05" units="cm"/>
      <inkml:brushProperty name="color" value="#FFFFFF"/>
      <inkml:brushProperty name="fitToCurve" value="1"/>
    </inkml:brush>
  </inkml:definitions>
  <inkml:trace contextRef="#ctx0" brushRef="#br0">1399 18 0,'-25'0'266,"-1"0"-250,0 0-16,0 0 15,-26 0 1,26 0-1,0 0 1,0 0 0,-26 0-1,1 0 1,25 0-16,-26 0 16,26 0-1,0 0-15,0 0 16,-26 0-16,26 0 31,0 0-31,0 0 31,-25 0-15,25 0 15,0 0 32,0 0-32,-26 0-31,26 0 16,0 26-16,0-26 15,-26 0 1,26 0-1,1 0-15,-1 0 32,-26 0-1,26 0-15,0 0 46,0 0 360,-26 0-391,26 0 0,26 52 16,-26-52-31,0 0 15,-25 0-15,25 0 15,0 0 0,0 0 16</inkml:trace>
</inkml:ink>
</file>

<file path=ppt/ink/ink13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42.097"/>
    </inkml:context>
    <inkml:brush xml:id="br0">
      <inkml:brushProperty name="width" value="0.05" units="cm"/>
      <inkml:brushProperty name="height" value="0.05" units="cm"/>
      <inkml:brushProperty name="color" value="#FFFFFF"/>
      <inkml:brushProperty name="fitToCurve" value="1"/>
    </inkml:brush>
  </inkml:definitions>
  <inkml:trace contextRef="#ctx0" brushRef="#br0">135 30 0,'-26'0'329,"0"0"-298,0 0 0,-25 0 0,25 0 47,52 0 219,25-26-265,-25 26-17,52 0-15,-52 0 16,52 0-1,-26 0-15,-26 0 16,25 0 0,-25 0-16,0 0 15,0 0 17,26 0-17,-26 0 16,0 0 32,0 0 109,26 0-78,-26 0-32,-1 0-31,1 0 16,26 0-16,-26 0 1,0 0 15,0 0-1,-26 26-30,52-26 0,-26 0 15,0 0 0,0 0 47,25 0 63,-25 0-110,0 0 0,0 0 1,26 0 30,-26 0-31,0 0 1,-26 26-17,26-26 17,26 0 30,-27 0-46,1 0-16,0 0 31,26 0-31,-26 0 16,0 0-1,0 0 16,26 0 1,-26 0 30,0 0 1,-1 0-48,27 0 17,-26 0-17,0 0 1,0 0 31,-52 0 312,-26 0-312,26 0 0,0 0-16,1 0-15,-27 0 31,26 0-16,0 0 0,26 26-15,-26-26 15,-26 0 0,26 0 0,0 0-15,0 0 15,-25 0 1,25 0 30,52 0 219</inkml:trace>
  <inkml:trace contextRef="#ctx0" brushRef="#br0" timeOffset="2750">1042 108 0,'26'0'328,"0"0"-328,0 0 31,26 0-15,-26 0-1,0 0 32,0 0 16,26 0-16,-27 0-16,1 0-15,0 0 15,26 0-16,-26 0 32,0 0 0,0 0-31,26 0 15,-26 0 0,0 0 16,-26 52 47</inkml:trace>
</inkml:ink>
</file>

<file path=ppt/ink/ink13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4:59.467"/>
    </inkml:context>
    <inkml:brush xml:id="br0">
      <inkml:brushProperty name="width" value="0.05" units="cm"/>
      <inkml:brushProperty name="height" value="0.05" units="cm"/>
      <inkml:brushProperty name="color" value="#FFFFFF"/>
      <inkml:brushProperty name="fitToCurve" value="1"/>
    </inkml:brush>
  </inkml:definitions>
  <inkml:trace contextRef="#ctx0" brushRef="#br0">1114 134 0,'-51'0'297,"25"0"-281,0 0-1,-26 0 1,26 0-1,0 0 32,0 0-31,-26 0 0,26 0-1,0 0 1,1 0-1,-27 0 17,26 0-17,0-52 17,0 52-17,-26 0 16,26 0-15,0 0 15,0 0 1,-25 0 46,25 0-31,0 0-32,0 0 1,-26 0-1,26 0 1,0 0 0,0 0 15,-26 0 16,26 0 0,1 0 15,-1 0-46,-26 0 15,26 0 0,0 0 32,26-26 77,52 26-93,-26 0 0,0 0-31,0 0-1,25 0 1,-25 0-16,0 0 31,0 0-15,52 0 0,-52 0-16,0 0 15,26 0 1,-27 0-16,1 0 15,0 0-15,26 0 16,-26 0 0,26 0-1,0 0 17,-26 0-17,0 0 16,-1 0 1,27 0 46,-26 0-47,0 0 0,0 0 32,-26 26-32,52-26-15,-26 0 46,0 0-46,0 0 15,26 0-31,-27 0 16,1 0-1,0 0 17,26 0-17,-26 0 1,0 0-1,0 0-15,26 0 16,-26 0 0,0 0-16,-1 0 15,27 0 1,-26 0 0,0 0-1,0 0 16,26 0-15,-26 0-16,0 0 16,0 0-1,25 0 1,-25 0 15,0 0-15,0 0-16,52 0 15,-52 0 1,0 0-16,26 0 16,-26 0-1,-1 0-15,1 0 32,26 0-17,-26 0-15,0 0 31,0 0 1,26 0-17,-26 0 1,0 0 0,0 0-16,25 0 31,-25 0-31,0 0 31,0 0-15,26 0 46,-26 0-46,0 0-16,0 0 15,26 0 1,-26 0-16,-1 0 16,1 0-1,26 0-15,-26 0 16,0 0 0,0 0 15,26 0 0,-26 0 16,0 0-31,0 0-16,25 0 15,1 0 1,-26 0-1,26 0 1,-26 0 0,0 0-1,0 0 17,26 0-17,-27 0 1,1 0-1,0 0 1,26 0-16,-26 0 31,0 0-31,0 0 16,26 0 0,-26 0-1,0 0 1,0 0-16,25 0 31,-25 0-31,0 0 16,0 0-1,26 0 1,-26 0 15,0 0 0,0 0-15,26 0 0,-27 0-1,1 0 1,0 0 0,26 0-1,-26 0 16,0 0 1,0 0-32,26 0 15,-26 0 1,0 0-16,-1 0 16,27 0-16,-26 0 31,0 0-16,0 0 1,26 0 15,-26 0 16,0 0-31,0 0-16,25 0 31,-25 0-31,0 0 31,0 0-15,26 0 0,-26 0-16,26 0 15,0 0 16,-26 0-31,0 0 32,-1 0-17,27 0 17,-26 0-17,0 0 1,0 0 15,26 0-31,-26 0 16,0 0 15,0 0-31,25 0 16,-25 0-1,0 0 1,0 0-1,26 0-15,-26 0 16,0 0-16,0 0 16,26 0-1,-26 0-15,-1 0 32,1 0-17,26 0 1,-26 0-1,0 0 1,0 0 0,26 0-1,-26 0 17,0 0-17,0 0 1,25 0-1,-25 0 1,0 0-16,0 0 16,26 0-16,-26 0 15,0 0 1,0 0 0,26 0-1,-26 0 1,-1 0-1,1 0-15,26 0 16,-26 0 0,0 0-16,0 0 15,26 0-15,-26 0 16,0 0 0,0 0-16,25 0 15,1 0 1,-26 0 15,52 0-31,-52 0 16,0 0-16,26 0 15,-27 0-15,1 0 16,52 0 0,-52 0-16,0 0 15,0 0 1,26 0-16,-26 0 15,0 0 1,-1 0-16,27 0 16,-26 0-16,0 0 15,0 0 1,26 0 0,-26 0-16,26 0 15,0 0-15,-27 0 16,1 0-1,0 0 1,26 0-16,-26 0 16,0 0-1,0 0-15,26 0 16,-26 0 0,0 0-1,-1 0 1,27 0-16,0 0 15,-26 0 1,26 0-16,-26 0 16,0 0-16,0 0 15,25 0 1,-25 0 0,0 0-1,0 0 16,26 0-15,-26 0 47,0 0-32,0 0 0,26 0 0,-26 0 32,-1 0-32,1 0-15,26 0-1,-26 0 1,0 0 0,0 0-1,26 0 1,-26 0-16,-26-26 15,26 26 1,0 0-16,25 0 31,-25 0-31,0-26 16,0 26 15,26 0 0,-26 0-15,0 0 0,0 0-1,26 0 1,-26-26 15,-1 26-15,1 0-1,26 0 1,-26 0-16,0 0 16,0 0-1,26 0 1,-26 0 0,0 0-1,0 0 16,25 0-31,-25 0 16,0 0 0,0 0-16,26 0 15,-26 0-15,0 0 16,0 26 0,26-26-16,-27 0 15,1 0 16,0 52-15,26-52 15</inkml:trace>
</inkml:ink>
</file>

<file path=ppt/ink/ink14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02.878"/>
    </inkml:context>
    <inkml:brush xml:id="br0">
      <inkml:brushProperty name="width" value="0.05" units="cm"/>
      <inkml:brushProperty name="height" value="0.05" units="cm"/>
      <inkml:brushProperty name="color" value="#FFFFFF"/>
      <inkml:brushProperty name="fitToCurve" value="1"/>
    </inkml:brush>
  </inkml:definitions>
  <inkml:trace contextRef="#ctx0" brushRef="#br0">0 11 0,'26'0'281,"0"0"-281,0 0 16,26 0-1,-26 0-15,0 0 16,0 0 15,26 0 0,-26 0-15,-1 0 31,1 26-31,26-26-1,0 0-15,-26 0 16,78 0-1,-27 0-15,-25 0 16,26 0 0,-26-26-16,26 26 15,-27 0-15,27 0 16,-52 0 0,26 0-16,0 0 15,-26 0 1,0 0-16,0 0 15,25 0 1,-25 0 0,0 0 15,0 0 0,26 0 32,-26 0 234</inkml:trace>
  <inkml:trace contextRef="#ctx0" brushRef="#br0" timeOffset="2426">1452 11 0,'104'0'250,"-53"26"-250,27-26 16,-26 0-1,-26 0-15,26 0 16,-26 0-16,0 0 16,-1 0-1,27 0 17,-26 0-17,0 0 1,0 0 31,26 0-16,-26 0-15,0 0-1,0 0 16,25 0 1,-25 0 30,0 0-31,0 0-31,26 0 16,-26 0-16,0 0 16,0 0-1,52 0-15,-27 0 16,27 0 0,-26 0-16,26 0 15,-26 0-15,25 0 16,-25 0-1,26 0-15,-52 0 16,52 0 0,-52 0-16,25 0 15,1 0 1,-26 0-16,26 0 16,0 0-16,0 0 15,51 0 1,-51 0-1,26 0-15,-26 0 16,26 0-16,-53 0 16,53 0-1,-52 0-15,0 0 16,0 0 0,26 0-16,-26 0 15,0 0 1,0 0-1,25 0 1,-25 0-16,0 0 16,0 0-1,26 0-15,-26 0 16,0 0 0,0 0-16,26 0 31,-27 0-16,1 0 32,0 0 31,26 0-62,-26 0-16,0 0 16,0 0-1,26-26-15,-26 26 16,0 0 0,-1 0-1,27 0 16,-26 0 32,0 0-16,0 0-32,26 0 1,-26 0 0,0 0 15,0 0 0,26 0 16,-27 0 16,-50 0 374</inkml:trace>
  <inkml:trace contextRef="#ctx0" brushRef="#br0" timeOffset="4829">5055 11 0,'0'26'344,"-26"-26"-344,0 0 15,0 0 1,-26 0 15,26 0-15,0 0 0,0 0-1,-26 0 16,26 0-31,0 0 16,1 0-16,-27 0 16,0 0-1,26 26-15,-52-26 16,26 0 0,1 0-16,25 0 15,0 0 1,0 0-16,-26 0 31,26 0-31,0 0 16,0 0 15,-26 0 0,26 0 0,26 26-15,-25-26 15,-1 0-15,-26 52 15,26-52-15,0 0 15,0 0 0,-26 0 32,78 0 46,0 0-93,52 0-1,-52 0-15,26 0 16,25-26 0,-51 26-16,52 0 15,-52 0-15,0 0 16,0 0 0,26 0-16,-27 0 31,1 0-16,0 0 17,26 0-1,-26 0 16,0 0 0,0 0-16,26 0 16,-26 0 15,0 0 1,-1 0-48,27 0 17,-26 0-17,0 0 17,0 0 30,26 0 1,-26 0-17,0 0-14</inkml:trace>
</inkml:ink>
</file>

<file path=ppt/ink/ink14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24.450"/>
    </inkml:context>
    <inkml:brush xml:id="br0">
      <inkml:brushProperty name="width" value="0.05" units="cm"/>
      <inkml:brushProperty name="height" value="0.05" units="cm"/>
      <inkml:brushProperty name="color" value="#FFFFFF"/>
      <inkml:brushProperty name="fitToCurve" value="1"/>
    </inkml:brush>
  </inkml:definitions>
  <inkml:trace contextRef="#ctx0" brushRef="#br0">907 64 0,'26'0'312,"26"0"-296,-26 0 0,0 0-1,0 0 17,26 0-1,-26 0-31,26 0 15,25 0 1,-51 0 0,0 0-1,26 0 1,-26 0 0,0 0-1,0 0 16,26 0 16,-27 0 31,1 0 79,0 0-126,26 0 0,-26 0 16,0 0 31,-78 0 407,26 0-454,0 26-16,0-26 1,-25 0 0,25 0-16,0 0 15,0 0 1,-26 0-16,26 0 16,0 26-16,0-26 15,-26 0 1,26 0-1,1 0-15,-1 0 16,-26 0 0,26 0-1,0 0 17,0 0-17,-26 0-15,0 0 16,26 0-1,-51 0-15,51 0 16,-52 0-16,52 0 16,-26 0-1,0 0 1,26 0 0,1 0-16,-1 0 31,-26 0-16,26 0 17,0 0-1,0 0 0,-26 0 32,26 0-48,0 0 1,-51 0-16,51 0 16,0 0-1,0 0 1,-26 0-1,26 0 1,0 0 15,0 0 16,26 26 63,26-26-95,26 0 16,-26 0 16,0 0 31,-26-26 204,0-26-251,0 26 31,0 0 1,0 0 15,0 52 328,0 26-343</inkml:trace>
</inkml:ink>
</file>

<file path=ppt/ink/ink14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27.975"/>
    </inkml:context>
    <inkml:brush xml:id="br0">
      <inkml:brushProperty name="width" value="0.05" units="cm"/>
      <inkml:brushProperty name="height" value="0.05" units="cm"/>
      <inkml:brushProperty name="color" value="#FFFFFF"/>
      <inkml:brushProperty name="fitToCurve" value="1"/>
    </inkml:brush>
  </inkml:definitions>
  <inkml:trace contextRef="#ctx0" brushRef="#br0">247 55 0,'26'0'313,"26"0"-313,-1 0 15,-25 0 1,26 0-1,-26 0-15,0 0 16,0 0-16,26 0 31,-26 0-31,0 0 32,0 0-17,25 0 16,-25 0 1,0 0 46,0 0 31,26 0-62,-26 0-16,0 0 1,0 0 14,26 0 33,-26 0-17,-1 0 16,-76 0 391,25 26-438,0-26-31,0 0 16,-26 0-1,0 0 1,-26 0 0,52 0-1,1 0 1,-1 0 0,-26 0-1,26 0 1,0 0-1,0 0 1,-26 0 15,26 0-15,0 0 0,0 0-1,-25 0 1,25 0-16,0 0 15,0 0 1,-26 0-16,26 0 16,0 0 15,0 0-15,-26 0 15,27 0 16,-1 0 31,77 0 344,-25 0-407,0 0 32,0 0-31,26 0-1,-26 0 17,0 0 15,0 0 15,26 0 1</inkml:trace>
</inkml:ink>
</file>

<file path=ppt/ink/ink14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5:31.366"/>
    </inkml:context>
    <inkml:brush xml:id="br0">
      <inkml:brushProperty name="width" value="0.05" units="cm"/>
      <inkml:brushProperty name="height" value="0.05" units="cm"/>
      <inkml:brushProperty name="color" value="#FFFFFF"/>
      <inkml:brushProperty name="fitToCurve" value="1"/>
    </inkml:brush>
  </inkml:definitions>
  <inkml:trace contextRef="#ctx0" brushRef="#br0">1763 36 0,'26'0'719,"-1"0"-672,1 0-16,26 0 0,-26 0 0,0 0 1,0 0 46,26 0-63,-26 0 1,0-26 0,0 26-1,25 0 1,-25 0 0,0 0 30,0 0 1,26 0 235,-26 0-220,0 0-46,0 0-1,26 0 1,-26 0-16,-1 0 31,1 0-15,26 0 46,-26 0 1,-52 0 124,0 0-155,0 0-17,0 0 1,-25 0-1,25 0 1,0 0-16,-52 0 16,52 0-1,-26 0-15,0 26 16,1-26 0,-27 0-16,52 0 15,-26 0-15,0 0 16,0 0-1,26 26 1,-25-26-16,-1 0 16,26 0-16,-26 0 15,0 0 1,26 26-16,-26-26 31,27 0-31,-1 0 16,0 0-1,-26 0 1,26 0 15,0 0-15,0 52 0,-26-52-1,26 0-15,0 0 16,1 0-1,-27 0 1,26 0-16,0 0 31,0 0-15,-26 0 0,26 0 15,0 0 16,0 0 31,-26 0-16,27 25-30,-27-25-17,0 0 1,26 0-1,0 0-15,0 0 16,-26 0 0,26 0-1,0 0 1,1 0 0,-27 0 15,26 0 0,0 0-15,0 0-1,-52 0 1,52 0-16,0 0 16,-51 0-1,51 0 1,0 0-16,-26 0 15,26 0 1,0 0 15,0 0 16</inkml:trace>
</inkml:ink>
</file>

<file path=ppt/ink/ink14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11.418"/>
    </inkml:context>
    <inkml:brush xml:id="br0">
      <inkml:brushProperty name="width" value="0.05" units="cm"/>
      <inkml:brushProperty name="height" value="0.05" units="cm"/>
      <inkml:brushProperty name="color" value="#FFFFFF"/>
      <inkml:brushProperty name="fitToCurve" value="1"/>
    </inkml:brush>
  </inkml:definitions>
  <inkml:trace contextRef="#ctx0" brushRef="#br0">3162 24 0,'-103'0'250,"25"26"-235,0-26-15,26 0 16,0 0 0,26 0-16,1 0 15,-1 0 1,-26 0 0,26 0-1,0 0 1,0 0-1,-26 0 17,26 0-32,0 0 15,0 0 1,-25 0-16,25 0 16,0 0-1,0 0 1,-26 0-1,26 0 17,0 0-1,0 0 0,-26 0 0,26 0-15,1 0-16,-1 0 16,-52 0-16,52 0 15,-52 0 1,52 0-16,0 0 16,0 0-1,-25 0 1,25 0-16,0 0 31,0 0-15,-26 0 31,26 0-32,0 0 16,0 0-31,-26 0 16,27 0 0,-27 0-16,0 0 15,26 0-15,-26 0 16,0 0 0,26 0-1,0 0 1,0 0-1,-25 0 1,25 0 15,0 0 1,0 0-1,-26 0-16,26 0 1,0 0 0,0 0-1,-26 0 1,27 0 0,-1 0-1,0 0 16,-26 0 1,26 0-17,-26 0 1,0 0-16,26 0 16,-25 0-16,-1 0 15,26 0 1,0 0-1,0 0-15,-26 0 32,26 0-17,0 0 17,0 0-1,26 26-31,-51-26 15,25 0 1,0 0 15,0 0-15,-26 0 31,26 0 0,0 0 15,78 0 454,-26 0-454,0 0-30,0 0 30,26 0 1,-27 0 15,1 0-16,-26 26 188,-51-26-94,25 0-124,0 0-1,0 0 0,-26 0 32,26 0-1,52 0 157,0 0-203,0 0 30,0 0-30,26 0 15,-27 0 16,1 0 16,-26 52-63</inkml:trace>
  <inkml:trace contextRef="#ctx0" brushRef="#br0" timeOffset="2275">0 231 0,'26'0'297,"26"0"-297,0 0 16,26 0-1,-53 0-15,1 0 16,0 0-16,26 0 16,-26 0-1,0 0 1,0 0-1,26 0 17,-26 0-1,0 0 16,-1 0 31</inkml:trace>
</inkml:ink>
</file>

<file path=ppt/ink/ink14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18.017"/>
    </inkml:context>
    <inkml:brush xml:id="br0">
      <inkml:brushProperty name="width" value="0.05" units="cm"/>
      <inkml:brushProperty name="height" value="0.05" units="cm"/>
      <inkml:brushProperty name="color" value="#FFFFFF"/>
      <inkml:brushProperty name="fitToCurve" value="1"/>
    </inkml:brush>
  </inkml:definitions>
  <inkml:trace contextRef="#ctx0" brushRef="#br0">1209 0 0,'-52'0'282,"-51"26"-267,25-26-15,-52 0 16,1 0-1,25 0-15,0 26 16,53-26 0,-27 0-16,52 0 15,0 0-15,-26 0 16,26 0 0,0 0-1,0 0 1,-25 0 31,25 0-16,0 0 31,0 0 126,26 26-157,-52-26 0,26 0 16,52 0 78,0 0-93,0 0-17,0 0 1,26 0-1,-27 0 1,1 0 0,0 0-16,26 0 15,-26 0 1,0 0 0,0 0-1,26 0 16,-26 0 16,0 0 16,-1 0-1,-25 52 141,-25-52-156,25 26-47,-52-26 32,26 0-17,0 0 16,0 0 1,-26 0-1,26 0 31,0 0 1</inkml:trace>
</inkml:ink>
</file>

<file path=ppt/ink/ink14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28.506"/>
    </inkml:context>
    <inkml:brush xml:id="br0">
      <inkml:brushProperty name="width" value="0.05" units="cm"/>
      <inkml:brushProperty name="height" value="0.05" units="cm"/>
      <inkml:brushProperty name="color" value="#FFFFFF"/>
      <inkml:brushProperty name="fitToCurve" value="1"/>
    </inkml:brush>
  </inkml:definitions>
  <inkml:trace contextRef="#ctx0" brushRef="#br0">261 0 0,'-77'0'375,"51"0"-360,0 0 1,0 0-1,-26 0 17,26 0-17,0 0 32,0 0 16,52 0 249,26 0-281,-26 0 1,0 0-1,0 0 0,26 0 0,-27 0 16,1 0-15,0 0 46,26 0 0,-78 0 312,0 0-343,0 0-31,-25 0 15,25 0 32,0 0 15</inkml:trace>
</inkml:ink>
</file>

<file path=ppt/ink/ink14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36.067"/>
    </inkml:context>
    <inkml:brush xml:id="br0">
      <inkml:brushProperty name="width" value="0.05" units="cm"/>
      <inkml:brushProperty name="height" value="0.05" units="cm"/>
      <inkml:brushProperty name="color" value="#FFFFFF"/>
      <inkml:brushProperty name="fitToCurve" value="1"/>
    </inkml:brush>
  </inkml:definitions>
  <inkml:trace contextRef="#ctx0" brushRef="#br0">185 0 0,'25'0'328,"1"0"-312,0 0-1,26 0-15,-26 0 32,0 0-1,0 0 0,26 0-15,-26 0 15,0 0 16,-1 0 15,-50 0 220,-27 0-267,26 0 16,0 0-15,0 0 0,-26 0-1,26 0 17,0 26-32,0-26 15,-25 0 1,25 0-1,0 0-15,0 0 32,-26 0-17,26 0 1,0 0 31,0 0-16,52 0 375,26 0-390,-26 0 46,0 0-15,0 0 16,26 0 31,-27 0 312,1 0-344,0 0 1,26 0 15,-78 0 547,0 0-578,0 0 31,-25 0-31,25 0 15</inkml:trace>
</inkml:ink>
</file>

<file path=ppt/ink/ink14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6:46.255"/>
    </inkml:context>
    <inkml:brush xml:id="br0">
      <inkml:brushProperty name="width" value="0.05" units="cm"/>
      <inkml:brushProperty name="height" value="0.05" units="cm"/>
      <inkml:brushProperty name="color" value="#FFFFFF"/>
      <inkml:brushProperty name="fitToCurve" value="1"/>
    </inkml:brush>
  </inkml:definitions>
  <inkml:trace contextRef="#ctx0" brushRef="#br0">518 0 0,'-103'0'282,"51"0"-282,-26 0 15,52 0 1,0 0-16,-26 0 15,26 0-15,0 0 16,1 0 0,-27 0-1,26 0 17,0 0 30,78 52 188,0-52-234,-27 0-16,53 0 15,-52 0 1,52 0-16,-52 26 16,0-26-1,0 0-15,26 0 16,-27 0 15,1 0-15,0 0 15,26 0 31,-26 0 251,0 0-235,0 0-62,26 0 15,-26 0-15,0 0 15,-1 0-16,27 0 17,-26 0-32,26 0 31,0 0-31,-26 0 16,26 0-1,-1 0-15,-25 26 16,0-26-1,0 0-15,26 0 16,-26 0 0,0 0-1,0 0-15,26 0 16,-26 0-16,-1 0 31,1 0-31,26 0 31,-26 0 1,0 0-17,52 0 17,-52 0-1,0 0-16,0 0 1,25 0 31,-25 0-16,0 0 0,0 0-31,26 0 32,-26 0-32,0 0 31,0 0-15,26 0 46,-52 26 141,-26-26-172,0 52 1,0-52 15,-26 0-16,26 0 0,0 0 78,78 0 360,-26 0-391,0 0-15,0 0 15,26 0 141,-52-26-204</inkml:trace>
</inkml:ink>
</file>

<file path=ppt/ink/ink14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10.467"/>
    </inkml:context>
    <inkml:brush xml:id="br0">
      <inkml:brushProperty name="width" value="0.05" units="cm"/>
      <inkml:brushProperty name="height" value="0.05" units="cm"/>
      <inkml:brushProperty name="color" value="#FFFFFF"/>
      <inkml:brushProperty name="fitToCurve" value="1"/>
    </inkml:brush>
  </inkml:definitions>
  <inkml:trace contextRef="#ctx0" brushRef="#br0">1726 0 0,'-78'0'422,"52"0"-422,-26 0 16,-51 26-16,25-26 15,26 0 1,-26 0-16,52 0 16,0 0-16,1 0 15,-27 0 1,26 0 0,0 0-1,0 0 1,-26 0 15,26 0 0,0 0 32,0 0 109,-25 0-110,25 0-46,0 0-1,0 0 1,-26 0 0,26 0-1,0 0 1,0 0 0,-26 0-1,26 0 1,1 26-1,-1-26 17,-26 0-1,26 0-15,0 0 15,0 0 0,-26 0 0,26 0-31,0 0 16,0 0 0,-25 0-16,25 0 31,0 0-31,0 0 15,-26 0 17,26 0-1,0 0 16,0 0 31,52 0 281,26 0-343,-26 0 0,0 0-1,0 0 16,26 0 1,-26 0 15,-1 0 15,1 0 16,26 0-15,-78 0 140,0 0-172,0 0 0,-25 0 1,25 0-1,0 0 16,0 0 15,52 0 188,26 0-203,-26 0 0,-1 0 15,-76 0 79,25 0-125,0 0-1,0 0 1,-26 0 0,26 0 15,0 0 16,78 0 62,-26 0-78,0 0-15,0 0 15,26 0 0,-52-52 1,26 52-17,-1 0 17,-76 0 202,25 0-203,0 0 47</inkml:trace>
</inkml:ink>
</file>

<file path=ppt/ink/ink15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13.978"/>
    </inkml:context>
    <inkml:brush xml:id="br0">
      <inkml:brushProperty name="width" value="0.05" units="cm"/>
      <inkml:brushProperty name="height" value="0.05" units="cm"/>
      <inkml:brushProperty name="color" value="#FFFFFF"/>
      <inkml:brushProperty name="fitToCurve" value="1"/>
    </inkml:brush>
  </inkml:definitions>
  <inkml:trace contextRef="#ctx0" brushRef="#br0">226 55 0,'52'0'406,"-26"0"-390,-1 0 15,1 0-15,26 0 46,-78 0 126,0 0-1,0 0-156,-25 0-15,25 0 0,0 0 15,0 0 0,-26 0 0,26 0 16,26 26-15,-26-26-1,0 0 0,-26 0 32,26 0-1,52 0 126,0 0-173,0-26 16,0 26-31,26 0 16,-26 0 0,26 0-1,0-26-15,-1 26 16,27 0 0,-52 0-16,26 0 15,0 0 1,-26 0-16,0 0 15,0 0-15,25 0 16,-25 0 0,0 0-16,0 0 15,26 0 1,-26 0-16,0 0 16,0 0-16,26 0 15,-27 0 1,1 0 15,0 0 0,26 0-15,-26 0 15,0 0 0,0 0 1,26 0-17,-26 0 32,0 0 0,-1 0-47,27 0 16,-26 0-16,0 0 31,0 0-31,26 0 16,-26 0 15,0 0-16,0 0 17,26 0 15,-78 0 140,0 0-156,0 0 16,-26 0 0,26 0 16,0 0 15,0 0 0</inkml:trace>
  <inkml:trace contextRef="#ctx0" brushRef="#br0" timeOffset="1337">1366 29 0,'-78'0'313,"52"0"-298,1 0-15,-27 0 32,26 0-32,0 0 31,0 0-15,-26 0 15,26 0 31,0 0 1,78 0 218,-26 0-265,0 0 15,0 0-15,26 0-1,-26 0 16,0 0 1,-1 0 30</inkml:trace>
  <inkml:trace contextRef="#ctx0" brushRef="#br0" timeOffset="2573">1262 29 0,'-77'0'297,"51"0"-297,0 0 16,0 0-1,-26 0 1,26 0 0,0 0 15,0 0 0,26-26 16,26 26 109,26 0-124,-26 0-32,0 0 15,0 0 1,26 0-16,0 0 15,-27 0-15,27 0 16,-26 0 0,0 0-16,0 0 15,26 0 17,-26 0-1,0 0 16</inkml:trace>
</inkml:ink>
</file>

<file path=ppt/ink/ink15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20.818"/>
    </inkml:context>
    <inkml:brush xml:id="br0">
      <inkml:brushProperty name="width" value="0.05" units="cm"/>
      <inkml:brushProperty name="height" value="0.05" units="cm"/>
      <inkml:brushProperty name="color" value="#FFFFFF"/>
      <inkml:brushProperty name="fitToCurve" value="1"/>
    </inkml:brush>
  </inkml:definitions>
  <inkml:trace contextRef="#ctx0" brushRef="#br0">830 129 0,'-52'0'312,"26"0"-296,0 0 0,0 0-1,-26 0-15,26 0 32,0 0-1,1 0 0,-27 0 16,26 0 78,26-26 266,26 26-376,-26-52 48,26 52-63,0 0 78,-26-26 0,25 26-16,27 0 32,-26 0 0,-26 26 15,0 0-31,0 0-31,0 0 31,0 26-15,0-26 15,0 0-15,0 0-17,0 26 17,0-26 93,-26-26 79,26-26-220,-26 0 1,26 0-1,0 0 1,0-26 0,0 26 15,0 0 0,0 0-15,0-26 31,-26 52 0,26-26-32,0 52 188,0-52 188,0 1-141,-25 25-78</inkml:trace>
  <inkml:trace contextRef="#ctx0" brushRef="#br0" timeOffset="1405">571 0 0,'-78'0'235,"26"0"-220,-26 0-15,26 0 16,1 0 0,25 0-16,0 0 15,0 0 1,-26 0 0,26 0-1,0 0 1,0 0 31,-26 0 0,78 0 156,0 0-172,0 0-15,26 0-1,-26 0 1,0 0-1,52 0 1,-53 0-16,27 0 16,0 0-16,-26 0 15,0 0 1,0 0-16,26 0 16,-26 0-1,25 0 1,1 0-16,-26 0 15,0 0 1,52 0 0,-52 0-16,26 0 15,25 0-15,-25 0 16,26 0-16,-52 0 16,52 0-1,-52 0-15,0 0 16,-1 0-1,27 0-15,-26 0 32,0 0-1,0 0-15,26 0 15</inkml:trace>
</inkml:ink>
</file>

<file path=ppt/ink/ink15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29.869"/>
    </inkml:context>
    <inkml:brush xml:id="br0">
      <inkml:brushProperty name="width" value="0.05" units="cm"/>
      <inkml:brushProperty name="height" value="0.05" units="cm"/>
      <inkml:brushProperty name="color" value="#FFFFFF"/>
      <inkml:brushProperty name="fitToCurve" value="1"/>
    </inkml:brush>
  </inkml:definitions>
  <inkml:trace contextRef="#ctx0" brushRef="#br0">4017 60 0,'-77'0'219,"-1"0"-219,-26 0 15,1 0 1,51 0-16,-26 0 16,26 0-1,0 0-15,1 0 16,25 0 0,-26 0-1,26 0 1,0 0-1,0 0 1,-26 0 15,26 0 1,0 0-17,0 0 1,-25 0 15,25 0-15,0 0 15,-52 0 0,52 0-31,-26 0 16,0 0-16,26 0 15,1 0 1,-1 0-16,-26 0 16,26 0-1,0 0 1,0 0-16,-52 0 16,52 0-1,-51 0-15,25 0 16,-26 0-1,52 0-15,0 0 16,0 0 0,-26 0-16,27 0 15,-1 0 1,0 0-16,-26 0 16,26 0 15,0 0-16,0 0 17,-26 0-1,26 0-15,0 0-1,0 0-15,-25 0 16,25 0-16,0 0 15,0 0 1,-26 0-16,26 0 16,0 0-1,0 0 1,-26 0 15,27 0-15,-1 0-1,-52 0 17,52 0-32,-26 0 15,0 0-15,0 0 16,27 0 0,-27 0-16,26 0 15,0 0 1,0 0-1,-26 0 1,26 0 15,0 0 1,0 0 14,-25 0-14,25 0-17,0 0-15,-52 0 16,52 0 0,0 0-16,-52 0 15,52 0-15,0 0 31,1 0-31,-27 0 32,26 0-17,0 0 17,0 0-1,-26 0 31,26 0-15,0-26-31,0 26-1,-25 0-15,25 0 16,0 0 0,0 0-1,-26 0 17,26 0-1,0 0 31,78 0 173,-26 0-220,0 0 1,0 0 0,26-26 15,-27 26-31,27 0 15,0 0 1,-26 0-16,26 0 16,0 0-16,-26 0 15,0 0 1,-1 0-16,27 0 16,-26 0 15,0 0-16,0 0 1,26 0 47,-78 0 233,0 0-264,0 0-17,-26 0 1,26 0 31,0 0-32,1 0 17,-27 0 30</inkml:trace>
</inkml:ink>
</file>

<file path=ppt/ink/ink15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51.620"/>
    </inkml:context>
    <inkml:brush xml:id="br0">
      <inkml:brushProperty name="width" value="0.05" units="cm"/>
      <inkml:brushProperty name="height" value="0.05" units="cm"/>
      <inkml:brushProperty name="color" value="#FFFFFF"/>
      <inkml:brushProperty name="fitToCurve" value="1"/>
    </inkml:brush>
  </inkml:definitions>
  <inkml:trace contextRef="#ctx0" brushRef="#br0">4561 211 0,'-233'0'266,"-78"0"-266,52 0 15,77-26 1,53 26-16,51 0 15,26 0-15,26 0 16,-26 0 0,26 0-1,1 0 1,-1 0 15,-26 0-15,52-26-1,-26 26 1,0 0 0,0-26-1,-26 26 1,26 0 15,0 0 0,0 0-31,-25-52 16,-1 52 0,-26 0-16,26 0 15,-26-26-15,27 26 16,25 0 0,-26 0-16,26 0 15,0 0 1,0 0-16,-26 0 15,26 0 1,-26-25 0,1 25-1,-1 0-15,26 0 16,-52 0-16,26 0 16,0 0-1,1 0-15,-27 0 16,52 0-1,0 0-15,0 0 16,-26 0 0,26 0-1,0 0 1,1 0 15,-27 0 0,26 0 1,0 0-32,0 0 15,-26 0 1,0 0-16,26 0 16,-25 0-16,-1 0 15,26 0 1,-26 0-1,26 0 1,0 0 0,0 0-16,-52 0 15,52 0 1,1 0 0,-53 0-16,26 0 15,-26 0-15,26 0 16,1 0-16,-1 0 15,26 0 1,-26 0-16,0 0 16,26 0-1,-26 0-15,1 0 16,25 0 0,-26 0-16,26 0 15,0 0 1,0 0-1,-26 0 1,26 0 0,0 0 31,0 0-16,-25 0 31</inkml:trace>
</inkml:ink>
</file>

<file path=ppt/ink/ink15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7:58.360"/>
    </inkml:context>
    <inkml:brush xml:id="br0">
      <inkml:brushProperty name="width" value="0.05" units="cm"/>
      <inkml:brushProperty name="height" value="0.05" units="cm"/>
      <inkml:brushProperty name="color" value="#FFFFFF"/>
      <inkml:brushProperty name="fitToCurve" value="1"/>
    </inkml:brush>
  </inkml:definitions>
  <inkml:trace contextRef="#ctx0" brushRef="#br0">648 64 0,'-78'0'250,"53"0"-234,-1 0-16,0 0 15,-26 0 1,26 0-1,0 0-15,0 0 16,-26-26 0,26 26-1,0 0 1,1 0 0,-27 0-1,26 0 16,0 0 1,0 0 15,-26 0 31,78 0 219,0 0-282,0 0 1,26 0 15,-26 0 0,0 0 1,-1 0-1,27 0 31,-26 0 16,0 0-15,0 0 15,-26-26-47,52 26-15,-26 0 15,0 0 47,-78 0 125,26 0-171,0 0-1,0 0 16,-26 0-16,26 0 32</inkml:trace>
  <inkml:trace contextRef="#ctx0" brushRef="#br0" timeOffset="2007">285 12 0,'-26'0'297,"1"0"-282,-27 0 17,26 0 15,52 0 124,0 0-139,0 0 15,-1 0-16,27 0 0,-26 0-15,0 0-1,0 0 17,26 0 30,-78 0 141,0 0-140,0 0-1,-26 0 548</inkml:trace>
  <inkml:trace contextRef="#ctx0" brushRef="#br0" timeOffset="4057">311 12 0,'-26'0'282,"0"0"-267,1 0 1,-27 0-1,26 0 1,0 0 0,0 0-1,-26 0 1,26 0 0,0 0 30,0 0-14,52 0 108,26 0-140,-26 0 16,0 0 0,0 0-16,26 0 15,-26 0 16,0 0-15,-1 0 0,27 0 15,-26 0 0,0 0-15,0 0-1,26 0-15,-26 0 16,0 0 0,0 0 15,25 0-15,-25 0 46,0 0 126,0 0-63,26 0-32,-26 0-15,-26 52 1</inkml:trace>
  <inkml:trace contextRef="#ctx0" brushRef="#br0" timeOffset="6165">726 64 0,'26'0'360,"0"0"-345,26 0 1,-26 0 47,-26 26-48,-26-26 126,0 0-110,0 0 0,0 0-15,-26 26 46,26-26 17,0 0-17,26 26-46,-26-26 15,-26 0 47,27 0 0,25 52-15,-26-52-48,0 0 32,-26 0-31,26 0 31,26 26-47,-26-26 31,0 0 0,-26 25-15,26-25 15,0 0 0,1 0 47,50 0 110,27 0-172,-26 0-1,26 0 1,0 0-1,-26 0 1,0 0-16,0 0 31,25 0-15,-25 0 31</inkml:trace>
</inkml:ink>
</file>

<file path=ppt/ink/ink15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02.046"/>
    </inkml:context>
    <inkml:brush xml:id="br0">
      <inkml:brushProperty name="width" value="0.05" units="cm"/>
      <inkml:brushProperty name="height" value="0.05" units="cm"/>
      <inkml:brushProperty name="color" value="#FFFFFF"/>
      <inkml:brushProperty name="fitToCurve" value="1"/>
    </inkml:brush>
  </inkml:definitions>
  <inkml:trace contextRef="#ctx0" brushRef="#br0">803 0 0,'0'52'250,"0"-26"-250,0 0 15,0 26-15,0-27 16,0 1 0,0 0 15,0 26-15,0-26 30,-26 0 1,1-26-31,-79 26-16,-26-26 16,27 0-1,-27 52-15,78-52 16,-26 0-1,27 0-15,25 0 32,-26 0-17,26 0 17,52 0-1,103-52-16,79-26-15,103 26 16,-156-25 0,-51 77-16,-52-26 15,26 26 1,-53 0 0,1 0 15,0 0 31</inkml:trace>
</inkml:ink>
</file>

<file path=ppt/ink/ink15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09.268"/>
    </inkml:context>
    <inkml:brush xml:id="br0">
      <inkml:brushProperty name="width" value="0.05" units="cm"/>
      <inkml:brushProperty name="height" value="0.05" units="cm"/>
      <inkml:brushProperty name="color" value="#FFFFFF"/>
      <inkml:brushProperty name="fitToCurve" value="1"/>
    </inkml:brush>
  </inkml:definitions>
  <inkml:trace contextRef="#ctx0" brushRef="#br0">573 441 0,'-78'0'234,"27"0"-218,-27 26-1,52-26-15,0 0 16,-26 0 0,26 0-16,0 26 31,0-26-31,-25 0 16,25 0 15,26 26-31,-26-26 31,0 0-15,26 52 15,-52-52 0,52 26 0,0 0-15,26-1-16,-26 27 16,26 0-1,0-26-15,-26 26 16,52-26 0,-27 0-1,-25 0 1,26 25-1,-26-25 17,26-26-17,26 0 17,-26-26-1,-26 1-31,26-1 15,-26-78 1,26 0-16,26-51 16,-26 25-1,-26 1-15,26 25 16,-26 52-16,26 26 16,-26-26-1,0 26-15,0 0 16,51 26 46,-25 52-62,26 130 16,78 77 0,-27-26-16,-25-77 15,-52-53 1,0-51-16,-26 0 15,0-26 1,0 0 15,26-26-15,-26-52 93,0 26-93,0 0 15,0 0-15,0-26-1,-26 27 1,26-1 0,0 0-16,-52-26 15,52 26 1,-26 0 15,26 0-15,0-26 31,-26 52-47,26-26 62,-26 26-46,26-26 31,-51 1-32,51-27-15,-26 26 32,26 0-17,-26 26 1,26-26-16,-26-26 47,26 26 0,-52 26-32,26 0 126,26 26-126,0 0 1,0 0-16,0 0 31,0 26-15,0-26 0,26-26-1,-26 26-15,0-1 31,0 27-15,0-26 15,0 0 1,26 0-1,-26 26 0,0-78 110,0 0-141,0 0 15,0-26 1,0 26 0,0 0-16,0 1 31,0-27-16,0 26 1,0 0 0,0 0-1,0-26 1,-26 52-16,26-26 31,0 0 16,0 78 156,0-26-187,0 0-1,0 0-15,0 26 16,0-26 0,0 0-1,0-1 1,0 27 15,0-26-15,0 0 15,0 0 0,0 26 32</inkml:trace>
  <inkml:trace contextRef="#ctx0" brushRef="#br0" timeOffset="2325">651 830 0,'-26'-78'344,"26"0"-344,0-25 15,0 51 1,0-26-16,0 52 15,0 0 1,0 0-16,0-25 16,0 25-16,0 0 31,0 0 0,-26 26 16,26 26 0,0 51-47,0-51 16,0 0-1,0 52 1,0-52-16,0 0 15,0 26 1,0-26 15,0 0-15,0 51 0,0-51-16,0 0 15,0 52 1,0-52-16,0 0 15,0 0-15,0 25 16,0-25 0,0 0-1,0 0 1,0 26-16,0-26 16,0 0-1,0 0-15,0 26 16,0-26-1,0-1 17,0 1-17,0 26 17,0-26 14,-26-26 48,26-26-63,0 0-15,0 0 0,0 0-1,0-25-15,0 25 16,0 0-16,0-52 16,0 52-1,0-26-15,0 0 16,0 1-1,0 25-15,0-26 16,0 26-16,0 0 16,0 0-1,0-26 17,0 26-1,0 0 16,-52 26-32,26 0 48,1 52-63,-1 0 15,26 26 1,-52 0-16,52-1 16,-26-25-1,26 26-15,0-52 16,0 0-16,-26-26 16,26 52-1,0-26-15,0-1 31,0 1-15,0 26 31,0-78 15,0 0-46,0 0 0,0-51-1,0 51-15,0 0 16,0-52-16,0 52 16,0 0-1,0-26-15,0 27 16,0-1-1,0 0 1,0-26 15,-26 52-15,26-26 31</inkml:trace>
</inkml:ink>
</file>

<file path=ppt/ink/ink15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37.210"/>
    </inkml:context>
    <inkml:brush xml:id="br0">
      <inkml:brushProperty name="width" value="0.05" units="cm"/>
      <inkml:brushProperty name="height" value="0.05" units="cm"/>
      <inkml:brushProperty name="color" value="#FFFFFF"/>
      <inkml:brushProperty name="fitToCurve" value="1"/>
    </inkml:brush>
  </inkml:definitions>
  <inkml:trace contextRef="#ctx0" brushRef="#br0">173 0 0,'26'52'375,"25"-52"-375,1 0 15,-26 0 1,26 0-16,0 0 16,-26 0-16,26 0 15,-1 0 1,-25 0 0,0 0-16,0 0 15,52 0-15,-52 0 31,0 0-31,26 0 32,-26 0-17,-1 0 17,-25 26 14,-51 0 17,-1-26-63,26 0 16,-26 25-1,0-25-15,-26 52 16,53-52-16,-27 0 15,0 26 1,0-26-16,-26 26 16,52-26-1,-25 26-15,-1-26 16,26 0 0,0 52-16,0-52 15,-26 0 16,52 26-15,-26-26 0,0 0 46,78 0 32,-26 0-78,0 0-1,52 0-15,-26 0 16,-27-26-16,53 26 15,-26 0 1,0 0 0,-26 0-16,0 0 15,51 0-15,-25 0 16,26 0 0,-26 0-16,26 0 15,-1 0-15,-25 0 16,0 0-1,-26 0-15,26 26 16,-26-26 0,0 0-1,0 0-15,25 26 47,-25-26-16,-26 26-15,0 25 15,0-25-15,-26 26 0,26 0-1,-25-26-15,-1 26 16,0 0-1,-26-26 1,52-1-16,-26 1 31,0 26 1,0-26-1,-26-26 0,52 26-15,-26-26 15,0 0 16,0 0-32,-25 0 1,-1 0-16,26 0 16,-26 0-16,26 0 31,0 0-15,0 0-1,-26 0 1,27 0 31,-1 0 31</inkml:trace>
</inkml:ink>
</file>

<file path=ppt/ink/ink15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41.253"/>
    </inkml:context>
    <inkml:brush xml:id="br0">
      <inkml:brushProperty name="width" value="0.05" units="cm"/>
      <inkml:brushProperty name="height" value="0.05" units="cm"/>
      <inkml:brushProperty name="color" value="#FFFFFF"/>
      <inkml:brushProperty name="fitToCurve" value="1"/>
    </inkml:brush>
  </inkml:definitions>
  <inkml:trace contextRef="#ctx0" brushRef="#br0">0 235 0,'26'0'328,"0"0"-328,26 0 16,-27 0-16,1 0 15,0 0 1,26 0 0,-26 0-1,0 0 1,0 0 0,26 0-1,-26 0-15,0 0 16,-1 0-1,27 0 1,0 0 0,-26 0-16,52 0 15,-26 0-15,51 0 16,-25-26 0,-26 26-16,-26 0 15,52 0 1,-53 0-16,1-52 15,26 52-15,-26 0 16,0 0 0,0 0-1,26 0 17,-26 0-17,0 0 32,-26-26-31,26 26 31,-52-26 109,-52 26-141,26 0-15,-26 0 16,26 0 0,-25 0-16,-27 0 15,78 0 1,0 0-16,0 0 16,-26 0-16,27 0 15,-1 0 1,0 0-1,-26 0 17,78 0 61,0 0-93,51 0 16,-25 0-16,26 0 16,-52 0-1,26 0-15,0-26 32,-26 26-17</inkml:trace>
  <inkml:trace contextRef="#ctx0" brushRef="#br0" timeOffset="934">1037 79 0,'285'-52'219,"52"52"-204,-52-26-15,-104 26 16,-51 0-16,-53 0 16,-51 0-16,0 0 15,26 0 1,-26 0-1,0 0 32,0 0 16,-104 0 46,0 0-93,-129 0-16,-78 0 15,0 26 1,78-26-16,77 26 16,78-26-1,-26 0-15,52 0 16,0 0-16,-25 0 31,25 0 32</inkml:trace>
</inkml:ink>
</file>

<file path=ppt/ink/ink15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39:59.104"/>
    </inkml:context>
    <inkml:brush xml:id="br0">
      <inkml:brushProperty name="width" value="0.05" units="cm"/>
      <inkml:brushProperty name="height" value="0.05" units="cm"/>
      <inkml:brushProperty name="color" value="#FFFFFF"/>
      <inkml:brushProperty name="fitToCurve" value="1"/>
    </inkml:brush>
  </inkml:definitions>
  <inkml:trace contextRef="#ctx0" brushRef="#br0">0 0 0,'156'0'203,"51"0"-187,-77 0-16,-27 0 15,-51 0 1,26 0-16,-52 26 15,0-26-15,0 0 16,26 0 15,-27 0-15,1 0-16,0 0 16,26 51-1,-26-51-15,0 0 16,0 0-16,26 0 15,-26 26 1,0-26-16,51 0 16,-51 0-1,0 0-15,52 0 16,-52 0 0,0 0-16,51 0 15,-51 0-15,0 0 16,0 0-1,26 0-15,-26 0 16,0 0 0,0 0-16,26 0 31,-26 0-15,-1 0-16,1 0 15,26 0-15,0 0 16,-26 0-1,52 0 1,-26 0-16,25 0 16,-51 0-16,52 0 15,-52 0 1,0 0-16,0 0 16,26 0-1,-26 0-15,-1 0 16,1 0-1,26 0 1,-26 0 15,0 0 1,0 0 14,26 0-30,-26 0 0,0 0-1,0 0 1,25 0-16,-25 0 31,0 0-15,0 0 15,26-26 16,-52 1 15,0-1 1,-26 26-47,0 0 93</inkml:trace>
</inkml:ink>
</file>

<file path=ppt/ink/ink16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19-05-29T20:40:07.344"/>
    </inkml:context>
    <inkml:brush xml:id="br0">
      <inkml:brushProperty name="width" value="0.05" units="cm"/>
      <inkml:brushProperty name="height" value="0.05" units="cm"/>
      <inkml:brushProperty name="color" value="#FFFFFF"/>
      <inkml:brushProperty name="fitToCurve" value="1"/>
    </inkml:brush>
  </inkml:definitions>
  <inkml:trace contextRef="#ctx0" brushRef="#br0">0 6039 0,'0'285'234,"0"-78"-218,0-77-1,0-78-15,0 0 16,0-26 0,0-1-16,0 1 31,0-52 47,0-181-78,0-104 16,0-181-16,26 103 15,-26 130 1,0 103-1,0 78-15,0 27 16,0-1-16,0 26 31,0 78 79,0 0-110,0 51 15,0 130 1,-26 260-16,26 51 16,0-233-1,0-129-15,0-131 16,0 27-16,0-52 31,0 0-15,0-104 46,0-207-46,337-1374-1,103-284-15,-206 1009 16,-131 649 0,-77 182-16,-26 25 15,0 52-15,0 78 94,0 0-78,0 181-16,-26 259 15,0 338 1,1-130-16,-1-260 16,26-207-16,0-103 15,0-78 1,0 0-1,0-26-15,-52-26 16,52 26-16,0 0 47,0-52 15,0-52-46,0-26 0,26-77-16,77-53 15,27-77-15,-52 52 16,25 52 0,-25 103-16,-52 52 15,0 26-15,0-25 16,26 25-1,-26 26 1,0 52 0,0 103-1,103 130-15,-25 208 16,-1 25-16,-51-129 16,0-156-1,-52-103-15,0-79 16,0 1-1,0-26-15,-26-26 79,0-26-79,26-26 15,-77-25-15,51-1 16,-26 0-1,0-25-15,26 51 16,0 26 0,0-52-16,-26 52 15,52 0-15,-26 26 16,26-52 0,-25 26-16,-1 1 15,-26-1 1,0-26-16,26 52 15,-52-26 1,52 0-16,0 26 16,-25-26-1,25 26-15,26-52 16,-26 52 0,0 0-1,-26 0 16,52 26-31,-26 0 16,26 52 0,-26 0-16,0 51 15,26 53-15,-52-105 16,52 27 0,0-26-16,0-52 15,0 0-15,0-1 16,-26-102 46,26-364-62,26-1710 16,52 181 0,-26 1322-1,-52 493-15,0 77 16,0 52-16,0 78 62,-26 0-46,26 155 0,-52 311-16,-207 1089 15,52-181-15,155-934 16,52-259-1,-52-129-15,52-52 16,0-26 0,0 26-1,-26-52 1,0-26 62,26 0-62,0-52-1,0 130 79,-26-26-78,26 52-1,-52-52-15,52 51 16,-25-51 0,25 26-16,0 0 15,-26-26 1,26 0-1,-26 0 1,26 26-16,-52-1 16,52-25-1,-26 52 1,0-26-16,0 26 16,26-27-16,-52 27 15,26-52 1,26 0-16,0 26 15,-26-52 1,26 26-16,0 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r>
              <a:rPr lang="en-US" dirty="0"/>
              <a:t>Subhasis Chakravarthy</a:t>
            </a:r>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CCFD897D-2B47-4D87-B848-C8DB6636FF79}" type="datetimeFigureOut">
              <a:rPr lang="en-US" smtClean="0"/>
              <a:pPr/>
              <a:t>2/28/2020</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2D862908-1022-4ED0-888A-46DD3068B7E5}" type="slidenum">
              <a:rPr lang="en-US" smtClean="0"/>
              <a:pPr/>
              <a:t>‹#›</a:t>
            </a:fld>
            <a:endParaRPr lang="en-US" dirty="0"/>
          </a:p>
        </p:txBody>
      </p:sp>
    </p:spTree>
    <p:extLst>
      <p:ext uri="{BB962C8B-B14F-4D97-AF65-F5344CB8AC3E}">
        <p14:creationId xmlns:p14="http://schemas.microsoft.com/office/powerpoint/2010/main" xmlns="" val="33370828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213840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xmlns="" val="184132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2527891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3103296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xmlns="" val="456493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xmlns="" val="2885400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Revolutionary: new scientific theory to replace a problematic paradigm</a:t>
            </a:r>
          </a:p>
        </p:txBody>
      </p:sp>
    </p:spTree>
    <p:extLst>
      <p:ext uri="{BB962C8B-B14F-4D97-AF65-F5344CB8AC3E}">
        <p14:creationId xmlns:p14="http://schemas.microsoft.com/office/powerpoint/2010/main" xmlns="" val="1343140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xmlns="" val="918224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xmlns="" val="2232912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745555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2380706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2567607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638409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1055136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1301315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2094947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22500146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2499618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r>
              <a:rPr lang="en-US" dirty="0" smtClean="0"/>
              <a:t>13 November 2019</a:t>
            </a:r>
            <a:endParaRPr lang="en-US" dirty="0"/>
          </a:p>
        </p:txBody>
      </p:sp>
      <p:sp>
        <p:nvSpPr>
          <p:cNvPr id="5" name="Footer Placeholder 4"/>
          <p:cNvSpPr>
            <a:spLocks noGrp="1"/>
          </p:cNvSpPr>
          <p:nvPr>
            <p:ph type="ftr" sz="quarter" idx="11"/>
          </p:nvPr>
        </p:nvSpPr>
        <p:spPr/>
        <p:txBody>
          <a:bodyPr/>
          <a:lstStyle/>
          <a:p>
            <a:r>
              <a:rPr lang="en-US" dirty="0" smtClean="0"/>
              <a:t>Department of Electronics &amp; communication Engineering, NIT Silchar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56137818"/>
      </p:ext>
    </p:extLst>
  </p:cSld>
  <p:clrMapOvr>
    <a:masterClrMapping/>
  </p:clrMapOvr>
  <p:transition>
    <p:pull dir="d"/>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dirty="0" smtClean="0"/>
              <a:t>13 November 2019</a:t>
            </a:r>
            <a:endParaRPr lang="en-US" dirty="0"/>
          </a:p>
        </p:txBody>
      </p:sp>
      <p:sp>
        <p:nvSpPr>
          <p:cNvPr id="5" name="Footer Placeholder 4"/>
          <p:cNvSpPr>
            <a:spLocks noGrp="1"/>
          </p:cNvSpPr>
          <p:nvPr>
            <p:ph type="ftr" sz="quarter" idx="11"/>
          </p:nvPr>
        </p:nvSpPr>
        <p:spPr/>
        <p:txBody>
          <a:bodyPr/>
          <a:lstStyle/>
          <a:p>
            <a:r>
              <a:rPr lang="en-US" dirty="0" smtClean="0"/>
              <a:t>Department of Electronics &amp; communication Engineering, NIT Silchar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837499411"/>
      </p:ext>
    </p:extLst>
  </p:cSld>
  <p:clrMapOvr>
    <a:masterClrMapping/>
  </p:clrMapOvr>
  <p:transition>
    <p:pull dir="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dirty="0" smtClean="0"/>
              <a:t>13 November 2019</a:t>
            </a:r>
            <a:endParaRPr lang="en-US" dirty="0"/>
          </a:p>
        </p:txBody>
      </p:sp>
      <p:sp>
        <p:nvSpPr>
          <p:cNvPr id="5" name="Footer Placeholder 4"/>
          <p:cNvSpPr>
            <a:spLocks noGrp="1"/>
          </p:cNvSpPr>
          <p:nvPr>
            <p:ph type="ftr" sz="quarter" idx="11"/>
          </p:nvPr>
        </p:nvSpPr>
        <p:spPr/>
        <p:txBody>
          <a:bodyPr/>
          <a:lstStyle/>
          <a:p>
            <a:r>
              <a:rPr lang="en-US" dirty="0" smtClean="0"/>
              <a:t>Department of Electronics &amp; communication Engineering, NIT Silchar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223464057"/>
      </p:ext>
    </p:extLst>
  </p:cSld>
  <p:clrMapOvr>
    <a:masterClrMapping/>
  </p:clrMapOvr>
  <p:transition>
    <p:pull dir="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r>
              <a:rPr lang="en-US" dirty="0" smtClean="0"/>
              <a:t>13 November 2019</a:t>
            </a:r>
            <a:endParaRPr lang="en-US" dirty="0"/>
          </a:p>
        </p:txBody>
      </p:sp>
      <p:sp>
        <p:nvSpPr>
          <p:cNvPr id="6" name="Footer Placeholder 5"/>
          <p:cNvSpPr>
            <a:spLocks noGrp="1"/>
          </p:cNvSpPr>
          <p:nvPr>
            <p:ph type="ftr" sz="quarter" idx="11"/>
          </p:nvPr>
        </p:nvSpPr>
        <p:spPr/>
        <p:txBody>
          <a:bodyPr/>
          <a:lstStyle/>
          <a:p>
            <a:r>
              <a:rPr lang="en-US" dirty="0" smtClean="0"/>
              <a:t>Department of Electronics &amp; communication Engineering, NIT Silchar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935029896"/>
      </p:ext>
    </p:extLst>
  </p:cSld>
  <p:clrMapOvr>
    <a:masterClrMapping/>
  </p:clrMapOvr>
  <p:transition>
    <p:pull dir="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r>
              <a:rPr lang="en-US" dirty="0" smtClean="0"/>
              <a:t>13 November 2019</a:t>
            </a:r>
            <a:endParaRPr lang="en-US" dirty="0"/>
          </a:p>
        </p:txBody>
      </p:sp>
      <p:sp>
        <p:nvSpPr>
          <p:cNvPr id="8" name="Footer Placeholder 7"/>
          <p:cNvSpPr>
            <a:spLocks noGrp="1"/>
          </p:cNvSpPr>
          <p:nvPr>
            <p:ph type="ftr" sz="quarter" idx="11"/>
          </p:nvPr>
        </p:nvSpPr>
        <p:spPr/>
        <p:txBody>
          <a:bodyPr/>
          <a:lstStyle/>
          <a:p>
            <a:r>
              <a:rPr lang="en-US" dirty="0" smtClean="0"/>
              <a:t>Department of Electronics &amp; communication Engineering, NIT Silchar </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581316847"/>
      </p:ext>
    </p:extLst>
  </p:cSld>
  <p:clrMapOvr>
    <a:masterClrMapping/>
  </p:clrMapOvr>
  <p:transition>
    <p:pull dir="d"/>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r>
              <a:rPr lang="en-US" dirty="0" smtClean="0"/>
              <a:t>13 November 2019</a:t>
            </a:r>
            <a:endParaRPr lang="en-US" dirty="0"/>
          </a:p>
        </p:txBody>
      </p:sp>
      <p:sp>
        <p:nvSpPr>
          <p:cNvPr id="4" name="Footer Placeholder 3"/>
          <p:cNvSpPr>
            <a:spLocks noGrp="1"/>
          </p:cNvSpPr>
          <p:nvPr>
            <p:ph type="ftr" sz="quarter" idx="11"/>
          </p:nvPr>
        </p:nvSpPr>
        <p:spPr/>
        <p:txBody>
          <a:bodyPr/>
          <a:lstStyle/>
          <a:p>
            <a:r>
              <a:rPr lang="en-US" dirty="0" smtClean="0"/>
              <a:t>Department of Electronics &amp; communication Engineering, NIT Silchar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1612310610"/>
      </p:ext>
    </p:extLst>
  </p:cSld>
  <p:clrMapOvr>
    <a:masterClrMapping/>
  </p:clrMapOvr>
  <p:transition>
    <p:pull dir="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dirty="0" smtClean="0"/>
              <a:t>13 November 2019</a:t>
            </a:r>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smtClean="0"/>
              <a:t>Department of Electronics &amp; communication Engineering, NIT Silchar </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843445499"/>
      </p:ext>
    </p:extLst>
  </p:cSld>
  <p:clrMapOvr>
    <a:masterClrMapping/>
  </p:clrMapOvr>
  <p:transition>
    <p:pull dir="d"/>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r>
              <a:rPr lang="en-US" dirty="0" smtClean="0"/>
              <a:t>13 November 2019</a:t>
            </a:r>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dirty="0" smtClean="0"/>
              <a:t>Department of Electronics &amp; communication Engineering, NIT Silchar </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2544039637"/>
      </p:ext>
    </p:extLst>
  </p:cSld>
  <p:clrMapOvr>
    <a:masterClrMapping/>
  </p:clrMapOvr>
  <p:transition>
    <p:pull dir="d"/>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cstate="print"/>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dirty="0" smtClean="0"/>
              <a:t>13 November 2019</a:t>
            </a:r>
            <a:endParaRPr lang="en-US" dirty="0"/>
          </a:p>
        </p:txBody>
      </p:sp>
      <p:sp>
        <p:nvSpPr>
          <p:cNvPr id="6" name="Footer Placeholder 5"/>
          <p:cNvSpPr>
            <a:spLocks noGrp="1"/>
          </p:cNvSpPr>
          <p:nvPr>
            <p:ph type="ftr" sz="quarter" idx="11"/>
          </p:nvPr>
        </p:nvSpPr>
        <p:spPr/>
        <p:txBody>
          <a:bodyPr/>
          <a:lstStyle/>
          <a:p>
            <a:r>
              <a:rPr lang="en-US" dirty="0" smtClean="0"/>
              <a:t>Department of Electronics &amp; communication Engineering, NIT Silchar </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2558046783"/>
      </p:ext>
    </p:extLst>
  </p:cSld>
  <p:clrMapOvr>
    <a:masterClrMapping/>
  </p:clrMapOvr>
  <p:transition>
    <p:pull dir="d"/>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dirty="0" smtClean="0"/>
              <a:t>13 November 2019</a:t>
            </a:r>
            <a:endParaRPr lang="en-US" dirty="0"/>
          </a:p>
        </p:txBody>
      </p:sp>
      <p:sp>
        <p:nvSpPr>
          <p:cNvPr id="5" name="Footer Placeholder 4"/>
          <p:cNvSpPr>
            <a:spLocks noGrp="1"/>
          </p:cNvSpPr>
          <p:nvPr>
            <p:ph type="ftr" sz="quarter" idx="11"/>
          </p:nvPr>
        </p:nvSpPr>
        <p:spPr/>
        <p:txBody>
          <a:bodyPr/>
          <a:lstStyle/>
          <a:p>
            <a:r>
              <a:rPr lang="en-US" dirty="0" smtClean="0"/>
              <a:t>Department of Electronics &amp; communication Engineering, NIT Silchar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1765587176"/>
      </p:ext>
    </p:extLst>
  </p:cSld>
  <p:clrMapOvr>
    <a:masterClrMapping/>
  </p:clrMapOvr>
  <p:transition>
    <p:pull dir="d"/>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dirty="0" smtClean="0"/>
              <a:t>13 November 2019</a:t>
            </a:r>
            <a:endParaRPr lang="en-US" dirty="0"/>
          </a:p>
        </p:txBody>
      </p:sp>
      <p:sp>
        <p:nvSpPr>
          <p:cNvPr id="5" name="Footer Placeholder 4"/>
          <p:cNvSpPr>
            <a:spLocks noGrp="1"/>
          </p:cNvSpPr>
          <p:nvPr>
            <p:ph type="ftr" sz="quarter" idx="11"/>
          </p:nvPr>
        </p:nvSpPr>
        <p:spPr/>
        <p:txBody>
          <a:bodyPr/>
          <a:lstStyle/>
          <a:p>
            <a:r>
              <a:rPr lang="en-US" dirty="0" smtClean="0"/>
              <a:t>Department of Electronics &amp; communication Engineering, NIT Silchar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xmlns="" val="308864846"/>
      </p:ext>
    </p:extLst>
  </p:cSld>
  <p:clrMapOvr>
    <a:masterClrMapping/>
  </p:clrMapOvr>
  <p:transition>
    <p:pull dir="d"/>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r>
              <a:rPr lang="en-US" dirty="0" smtClean="0"/>
              <a:t>13 November 2019</a:t>
            </a:r>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smtClean="0"/>
              <a:t>Department of Electronics &amp; communication Engineering, NIT Silchar </a:t>
            </a:r>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B6F15528-21DE-4FAA-801E-634DDDAF4B2B}" type="slidenum">
              <a:rPr lang="en-US" smtClean="0"/>
              <a:pPr/>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949312774"/>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ransition>
    <p:pull dir="d"/>
  </p:transition>
  <p:timing>
    <p:tnLst>
      <p:par>
        <p:cTn id="1" dur="indefinite" restart="never" nodeType="tmRoot"/>
      </p:par>
    </p:tnLst>
  </p:timing>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9.emf"/><Relationship Id="rId26" Type="http://schemas.openxmlformats.org/officeDocument/2006/relationships/image" Target="../media/image13.emf"/><Relationship Id="rId39" Type="http://schemas.openxmlformats.org/officeDocument/2006/relationships/customXml" Target="../ink/ink18.xml"/><Relationship Id="rId21" Type="http://schemas.openxmlformats.org/officeDocument/2006/relationships/customXml" Target="../ink/ink9.xml"/><Relationship Id="rId34" Type="http://schemas.openxmlformats.org/officeDocument/2006/relationships/image" Target="../media/image17.emf"/><Relationship Id="rId42" Type="http://schemas.openxmlformats.org/officeDocument/2006/relationships/image" Target="../media/image21.emf"/><Relationship Id="rId47" Type="http://schemas.openxmlformats.org/officeDocument/2006/relationships/customXml" Target="../ink/ink22.xml"/><Relationship Id="rId50" Type="http://schemas.openxmlformats.org/officeDocument/2006/relationships/image" Target="../media/image25.emf"/><Relationship Id="rId55" Type="http://schemas.openxmlformats.org/officeDocument/2006/relationships/customXml" Target="../ink/ink26.xml"/><Relationship Id="rId63" Type="http://schemas.openxmlformats.org/officeDocument/2006/relationships/customXml" Target="../ink/ink29.xml"/><Relationship Id="rId68" Type="http://schemas.openxmlformats.org/officeDocument/2006/relationships/image" Target="../media/image33.emf"/><Relationship Id="rId76" Type="http://schemas.openxmlformats.org/officeDocument/2006/relationships/image" Target="../media/image36.emf"/><Relationship Id="rId84" Type="http://schemas.openxmlformats.org/officeDocument/2006/relationships/image" Target="../media/image38.emf"/><Relationship Id="rId89" Type="http://schemas.openxmlformats.org/officeDocument/2006/relationships/customXml" Target="../ink/ink37.xml"/><Relationship Id="rId7" Type="http://schemas.openxmlformats.org/officeDocument/2006/relationships/customXml" Target="../ink/ink3.xml"/><Relationship Id="rId92" Type="http://schemas.openxmlformats.org/officeDocument/2006/relationships/image" Target="../media/image40.emf"/><Relationship Id="rId2" Type="http://schemas.openxmlformats.org/officeDocument/2006/relationships/notesSlide" Target="../notesSlides/notesSlide3.xml"/><Relationship Id="rId16" Type="http://schemas.openxmlformats.org/officeDocument/2006/relationships/image" Target="../media/image8.emf"/><Relationship Id="rId29" Type="http://schemas.openxmlformats.org/officeDocument/2006/relationships/customXml" Target="../ink/ink13.xml"/><Relationship Id="rId24" Type="http://schemas.openxmlformats.org/officeDocument/2006/relationships/image" Target="../media/image12.emf"/><Relationship Id="rId32" Type="http://schemas.openxmlformats.org/officeDocument/2006/relationships/image" Target="../media/image16.emf"/><Relationship Id="rId37" Type="http://schemas.openxmlformats.org/officeDocument/2006/relationships/customXml" Target="../ink/ink17.xml"/><Relationship Id="rId40" Type="http://schemas.openxmlformats.org/officeDocument/2006/relationships/image" Target="../media/image20.emf"/><Relationship Id="rId45" Type="http://schemas.openxmlformats.org/officeDocument/2006/relationships/customXml" Target="../ink/ink21.xml"/><Relationship Id="rId53" Type="http://schemas.openxmlformats.org/officeDocument/2006/relationships/customXml" Target="../ink/ink25.xml"/><Relationship Id="rId58" Type="http://schemas.openxmlformats.org/officeDocument/2006/relationships/image" Target="../media/image29.emf"/><Relationship Id="rId66" Type="http://schemas.openxmlformats.org/officeDocument/2006/relationships/image" Target="../media/image32.emf"/><Relationship Id="rId74" Type="http://schemas.openxmlformats.org/officeDocument/2006/relationships/image" Target="../media/image35.emf"/><Relationship Id="rId5" Type="http://schemas.openxmlformats.org/officeDocument/2006/relationships/customXml" Target="../ink/ink2.xml"/><Relationship Id="rId82" Type="http://schemas.openxmlformats.org/officeDocument/2006/relationships/image" Target="../media/image37.emf"/><Relationship Id="rId90" Type="http://schemas.openxmlformats.org/officeDocument/2006/relationships/image" Target="../media/image39.emf"/><Relationship Id="rId10" Type="http://schemas.openxmlformats.org/officeDocument/2006/relationships/image" Target="../media/image6.emf"/><Relationship Id="rId19" Type="http://schemas.openxmlformats.org/officeDocument/2006/relationships/customXml" Target="../ink/ink8.xml"/><Relationship Id="rId31" Type="http://schemas.openxmlformats.org/officeDocument/2006/relationships/customXml" Target="../ink/ink14.xml"/><Relationship Id="rId44" Type="http://schemas.openxmlformats.org/officeDocument/2006/relationships/image" Target="../media/image22.emf"/><Relationship Id="rId52" Type="http://schemas.openxmlformats.org/officeDocument/2006/relationships/image" Target="../media/image26.emf"/><Relationship Id="rId60" Type="http://schemas.openxmlformats.org/officeDocument/2006/relationships/image" Target="../media/image30.emf"/><Relationship Id="rId65" Type="http://schemas.openxmlformats.org/officeDocument/2006/relationships/customXml" Target="../ink/ink30.xml"/><Relationship Id="rId73" Type="http://schemas.openxmlformats.org/officeDocument/2006/relationships/customXml" Target="../ink/ink33.xml"/><Relationship Id="rId81" Type="http://schemas.openxmlformats.org/officeDocument/2006/relationships/customXml" Target="../ink/ink35.xml"/><Relationship Id="rId4" Type="http://schemas.openxmlformats.org/officeDocument/2006/relationships/image" Target="../media/image3.emf"/><Relationship Id="rId9" Type="http://schemas.openxmlformats.org/officeDocument/2006/relationships/customXml" Target="../ink/ink4.xml"/><Relationship Id="rId14" Type="http://schemas.openxmlformats.org/officeDocument/2006/relationships/image" Target="../media/image7.emf"/><Relationship Id="rId22" Type="http://schemas.openxmlformats.org/officeDocument/2006/relationships/image" Target="../media/image11.emf"/><Relationship Id="rId27" Type="http://schemas.openxmlformats.org/officeDocument/2006/relationships/customXml" Target="../ink/ink12.xml"/><Relationship Id="rId30" Type="http://schemas.openxmlformats.org/officeDocument/2006/relationships/image" Target="../media/image15.emf"/><Relationship Id="rId35" Type="http://schemas.openxmlformats.org/officeDocument/2006/relationships/customXml" Target="../ink/ink16.xml"/><Relationship Id="rId43" Type="http://schemas.openxmlformats.org/officeDocument/2006/relationships/customXml" Target="../ink/ink20.xml"/><Relationship Id="rId48" Type="http://schemas.openxmlformats.org/officeDocument/2006/relationships/image" Target="../media/image24.emf"/><Relationship Id="rId56" Type="http://schemas.openxmlformats.org/officeDocument/2006/relationships/image" Target="../media/image28.emf"/><Relationship Id="rId64" Type="http://schemas.openxmlformats.org/officeDocument/2006/relationships/image" Target="../media/image31.emf"/><Relationship Id="rId69" Type="http://schemas.openxmlformats.org/officeDocument/2006/relationships/customXml" Target="../ink/ink32.xml"/><Relationship Id="rId8" Type="http://schemas.openxmlformats.org/officeDocument/2006/relationships/image" Target="../media/image5.emf"/><Relationship Id="rId51" Type="http://schemas.openxmlformats.org/officeDocument/2006/relationships/customXml" Target="../ink/ink24.xml"/><Relationship Id="rId93" Type="http://schemas.openxmlformats.org/officeDocument/2006/relationships/image" Target="../media/image2.png"/><Relationship Id="rId3" Type="http://schemas.openxmlformats.org/officeDocument/2006/relationships/customXml" Target="../ink/ink1.xml"/><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38" Type="http://schemas.openxmlformats.org/officeDocument/2006/relationships/image" Target="../media/image19.emf"/><Relationship Id="rId46" Type="http://schemas.openxmlformats.org/officeDocument/2006/relationships/image" Target="../media/image23.emf"/><Relationship Id="rId59" Type="http://schemas.openxmlformats.org/officeDocument/2006/relationships/customXml" Target="../ink/ink28.xml"/><Relationship Id="rId67" Type="http://schemas.openxmlformats.org/officeDocument/2006/relationships/customXml" Target="../ink/ink31.xml"/><Relationship Id="rId20" Type="http://schemas.openxmlformats.org/officeDocument/2006/relationships/image" Target="../media/image10.emf"/><Relationship Id="rId41" Type="http://schemas.openxmlformats.org/officeDocument/2006/relationships/customXml" Target="../ink/ink19.xml"/><Relationship Id="rId54" Type="http://schemas.openxmlformats.org/officeDocument/2006/relationships/image" Target="../media/image27.emf"/><Relationship Id="rId70" Type="http://schemas.openxmlformats.org/officeDocument/2006/relationships/image" Target="../media/image34.emf"/><Relationship Id="rId75" Type="http://schemas.openxmlformats.org/officeDocument/2006/relationships/customXml" Target="../ink/ink34.xml"/><Relationship Id="rId83" Type="http://schemas.openxmlformats.org/officeDocument/2006/relationships/customXml" Target="../ink/ink36.xml"/><Relationship Id="rId91" Type="http://schemas.openxmlformats.org/officeDocument/2006/relationships/customXml" Target="../ink/ink38.xml"/><Relationship Id="rId1" Type="http://schemas.openxmlformats.org/officeDocument/2006/relationships/slideLayout" Target="../slideLayouts/slideLayout2.xml"/><Relationship Id="rId6" Type="http://schemas.openxmlformats.org/officeDocument/2006/relationships/image" Target="../media/image4.emf"/><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14.emf"/><Relationship Id="rId36" Type="http://schemas.openxmlformats.org/officeDocument/2006/relationships/image" Target="../media/image18.emf"/><Relationship Id="rId49" Type="http://schemas.openxmlformats.org/officeDocument/2006/relationships/customXml" Target="../ink/ink23.xml"/><Relationship Id="rId57" Type="http://schemas.openxmlformats.org/officeDocument/2006/relationships/customXml" Target="../ink/ink2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hrtopics.com/prioritizing-and-using-time-management-skills-to-get-more-done-every-day/" TargetMode="External"/><Relationship Id="rId2" Type="http://schemas.openxmlformats.org/officeDocument/2006/relationships/hyperlink" Target="https://innovinc-services.com/stress-management"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luxafor.com/the-eisenhower-matrix/" TargetMode="External"/><Relationship Id="rId4" Type="http://schemas.openxmlformats.org/officeDocument/2006/relationships/hyperlink" Target="https://francescocirillo.com/pages/pomodoro-technique" TargetMode="External"/></Relationships>
</file>

<file path=ppt/slides/_rels/slide17.xml.rels><?xml version="1.0" encoding="UTF-8" standalone="yes"?>
<Relationships xmlns="http://schemas.openxmlformats.org/package/2006/relationships"><Relationship Id="rId13" Type="http://schemas.openxmlformats.org/officeDocument/2006/relationships/customXml" Target="../ink/ink44.xml"/><Relationship Id="rId18" Type="http://schemas.openxmlformats.org/officeDocument/2006/relationships/image" Target="../media/image52.emf"/><Relationship Id="rId26" Type="http://schemas.openxmlformats.org/officeDocument/2006/relationships/image" Target="../media/image56.emf"/><Relationship Id="rId39" Type="http://schemas.openxmlformats.org/officeDocument/2006/relationships/customXml" Target="../ink/ink57.xml"/><Relationship Id="rId21" Type="http://schemas.openxmlformats.org/officeDocument/2006/relationships/customXml" Target="../ink/ink48.xml"/><Relationship Id="rId34" Type="http://schemas.openxmlformats.org/officeDocument/2006/relationships/image" Target="../media/image60.emf"/><Relationship Id="rId42" Type="http://schemas.openxmlformats.org/officeDocument/2006/relationships/image" Target="../media/image64.emf"/><Relationship Id="rId47" Type="http://schemas.openxmlformats.org/officeDocument/2006/relationships/customXml" Target="../ink/ink61.xml"/><Relationship Id="rId50" Type="http://schemas.openxmlformats.org/officeDocument/2006/relationships/image" Target="../media/image68.emf"/><Relationship Id="rId55" Type="http://schemas.openxmlformats.org/officeDocument/2006/relationships/customXml" Target="../ink/ink65.xml"/><Relationship Id="rId63" Type="http://schemas.openxmlformats.org/officeDocument/2006/relationships/customXml" Target="../ink/ink69.xml"/><Relationship Id="rId68" Type="http://schemas.openxmlformats.org/officeDocument/2006/relationships/image" Target="../media/image77.emf"/><Relationship Id="rId76" Type="http://schemas.openxmlformats.org/officeDocument/2006/relationships/image" Target="../media/image81.emf"/><Relationship Id="rId7" Type="http://schemas.openxmlformats.org/officeDocument/2006/relationships/customXml" Target="../ink/ink41.xml"/><Relationship Id="rId71" Type="http://schemas.openxmlformats.org/officeDocument/2006/relationships/customXml" Target="../ink/ink73.xml"/><Relationship Id="rId2" Type="http://schemas.openxmlformats.org/officeDocument/2006/relationships/notesSlide" Target="../notesSlides/notesSlide10.xml"/><Relationship Id="rId16" Type="http://schemas.openxmlformats.org/officeDocument/2006/relationships/image" Target="../media/image51.emf"/><Relationship Id="rId29" Type="http://schemas.openxmlformats.org/officeDocument/2006/relationships/customXml" Target="../ink/ink52.xml"/><Relationship Id="rId11" Type="http://schemas.openxmlformats.org/officeDocument/2006/relationships/customXml" Target="../ink/ink43.xml"/><Relationship Id="rId24" Type="http://schemas.openxmlformats.org/officeDocument/2006/relationships/image" Target="../media/image55.emf"/><Relationship Id="rId32" Type="http://schemas.openxmlformats.org/officeDocument/2006/relationships/image" Target="../media/image59.emf"/><Relationship Id="rId37" Type="http://schemas.openxmlformats.org/officeDocument/2006/relationships/customXml" Target="../ink/ink56.xml"/><Relationship Id="rId40" Type="http://schemas.openxmlformats.org/officeDocument/2006/relationships/image" Target="../media/image63.emf"/><Relationship Id="rId45" Type="http://schemas.openxmlformats.org/officeDocument/2006/relationships/customXml" Target="../ink/ink60.xml"/><Relationship Id="rId53" Type="http://schemas.openxmlformats.org/officeDocument/2006/relationships/customXml" Target="../ink/ink64.xml"/><Relationship Id="rId58" Type="http://schemas.openxmlformats.org/officeDocument/2006/relationships/image" Target="../media/image72.emf"/><Relationship Id="rId66" Type="http://schemas.openxmlformats.org/officeDocument/2006/relationships/image" Target="../media/image76.emf"/><Relationship Id="rId74" Type="http://schemas.openxmlformats.org/officeDocument/2006/relationships/image" Target="../media/image80.emf"/><Relationship Id="rId79" Type="http://schemas.openxmlformats.org/officeDocument/2006/relationships/image" Target="../media/image2.png"/><Relationship Id="rId5" Type="http://schemas.openxmlformats.org/officeDocument/2006/relationships/customXml" Target="../ink/ink40.xml"/><Relationship Id="rId61" Type="http://schemas.openxmlformats.org/officeDocument/2006/relationships/customXml" Target="../ink/ink68.xml"/><Relationship Id="rId10" Type="http://schemas.openxmlformats.org/officeDocument/2006/relationships/image" Target="../media/image48.emf"/><Relationship Id="rId19" Type="http://schemas.openxmlformats.org/officeDocument/2006/relationships/customXml" Target="../ink/ink47.xml"/><Relationship Id="rId31" Type="http://schemas.openxmlformats.org/officeDocument/2006/relationships/customXml" Target="../ink/ink53.xml"/><Relationship Id="rId44" Type="http://schemas.openxmlformats.org/officeDocument/2006/relationships/image" Target="../media/image65.emf"/><Relationship Id="rId52" Type="http://schemas.openxmlformats.org/officeDocument/2006/relationships/image" Target="../media/image69.emf"/><Relationship Id="rId60" Type="http://schemas.openxmlformats.org/officeDocument/2006/relationships/image" Target="../media/image73.emf"/><Relationship Id="rId65" Type="http://schemas.openxmlformats.org/officeDocument/2006/relationships/customXml" Target="../ink/ink70.xml"/><Relationship Id="rId73" Type="http://schemas.openxmlformats.org/officeDocument/2006/relationships/customXml" Target="../ink/ink74.xml"/><Relationship Id="rId78" Type="http://schemas.openxmlformats.org/officeDocument/2006/relationships/image" Target="../media/image82.emf"/><Relationship Id="rId4" Type="http://schemas.openxmlformats.org/officeDocument/2006/relationships/image" Target="../media/image46.emf"/><Relationship Id="rId9" Type="http://schemas.openxmlformats.org/officeDocument/2006/relationships/customXml" Target="../ink/ink42.xml"/><Relationship Id="rId14" Type="http://schemas.openxmlformats.org/officeDocument/2006/relationships/image" Target="../media/image50.emf"/><Relationship Id="rId22" Type="http://schemas.openxmlformats.org/officeDocument/2006/relationships/image" Target="../media/image54.emf"/><Relationship Id="rId27" Type="http://schemas.openxmlformats.org/officeDocument/2006/relationships/customXml" Target="../ink/ink51.xml"/><Relationship Id="rId30" Type="http://schemas.openxmlformats.org/officeDocument/2006/relationships/image" Target="../media/image58.emf"/><Relationship Id="rId35" Type="http://schemas.openxmlformats.org/officeDocument/2006/relationships/customXml" Target="../ink/ink55.xml"/><Relationship Id="rId43" Type="http://schemas.openxmlformats.org/officeDocument/2006/relationships/customXml" Target="../ink/ink59.xml"/><Relationship Id="rId48" Type="http://schemas.openxmlformats.org/officeDocument/2006/relationships/image" Target="../media/image67.emf"/><Relationship Id="rId56" Type="http://schemas.openxmlformats.org/officeDocument/2006/relationships/image" Target="../media/image71.emf"/><Relationship Id="rId64" Type="http://schemas.openxmlformats.org/officeDocument/2006/relationships/image" Target="../media/image75.emf"/><Relationship Id="rId69" Type="http://schemas.openxmlformats.org/officeDocument/2006/relationships/customXml" Target="../ink/ink72.xml"/><Relationship Id="rId77" Type="http://schemas.openxmlformats.org/officeDocument/2006/relationships/customXml" Target="../ink/ink76.xml"/><Relationship Id="rId8" Type="http://schemas.openxmlformats.org/officeDocument/2006/relationships/image" Target="../media/image47.emf"/><Relationship Id="rId51" Type="http://schemas.openxmlformats.org/officeDocument/2006/relationships/customXml" Target="../ink/ink63.xml"/><Relationship Id="rId72" Type="http://schemas.openxmlformats.org/officeDocument/2006/relationships/image" Target="../media/image79.emf"/><Relationship Id="rId3" Type="http://schemas.openxmlformats.org/officeDocument/2006/relationships/customXml" Target="../ink/ink39.xml"/><Relationship Id="rId12" Type="http://schemas.openxmlformats.org/officeDocument/2006/relationships/image" Target="../media/image49.emf"/><Relationship Id="rId17" Type="http://schemas.openxmlformats.org/officeDocument/2006/relationships/customXml" Target="../ink/ink46.xml"/><Relationship Id="rId25" Type="http://schemas.openxmlformats.org/officeDocument/2006/relationships/customXml" Target="../ink/ink50.xml"/><Relationship Id="rId33" Type="http://schemas.openxmlformats.org/officeDocument/2006/relationships/customXml" Target="../ink/ink54.xml"/><Relationship Id="rId38" Type="http://schemas.openxmlformats.org/officeDocument/2006/relationships/image" Target="../media/image62.emf"/><Relationship Id="rId46" Type="http://schemas.openxmlformats.org/officeDocument/2006/relationships/image" Target="../media/image66.emf"/><Relationship Id="rId59" Type="http://schemas.openxmlformats.org/officeDocument/2006/relationships/customXml" Target="../ink/ink67.xml"/><Relationship Id="rId67" Type="http://schemas.openxmlformats.org/officeDocument/2006/relationships/customXml" Target="../ink/ink71.xml"/><Relationship Id="rId20" Type="http://schemas.openxmlformats.org/officeDocument/2006/relationships/image" Target="../media/image53.emf"/><Relationship Id="rId41" Type="http://schemas.openxmlformats.org/officeDocument/2006/relationships/customXml" Target="../ink/ink58.xml"/><Relationship Id="rId54" Type="http://schemas.openxmlformats.org/officeDocument/2006/relationships/image" Target="../media/image70.emf"/><Relationship Id="rId62" Type="http://schemas.openxmlformats.org/officeDocument/2006/relationships/image" Target="../media/image74.emf"/><Relationship Id="rId70" Type="http://schemas.openxmlformats.org/officeDocument/2006/relationships/image" Target="../media/image78.emf"/><Relationship Id="rId75" Type="http://schemas.openxmlformats.org/officeDocument/2006/relationships/customXml" Target="../ink/ink75.xml"/><Relationship Id="rId1" Type="http://schemas.openxmlformats.org/officeDocument/2006/relationships/slideLayout" Target="../slideLayouts/slideLayout2.xml"/><Relationship Id="rId6" Type="http://schemas.openxmlformats.org/officeDocument/2006/relationships/image" Target="../media/image4.emf"/><Relationship Id="rId15" Type="http://schemas.openxmlformats.org/officeDocument/2006/relationships/customXml" Target="../ink/ink45.xml"/><Relationship Id="rId23" Type="http://schemas.openxmlformats.org/officeDocument/2006/relationships/customXml" Target="../ink/ink49.xml"/><Relationship Id="rId28" Type="http://schemas.openxmlformats.org/officeDocument/2006/relationships/image" Target="../media/image57.emf"/><Relationship Id="rId36" Type="http://schemas.openxmlformats.org/officeDocument/2006/relationships/image" Target="../media/image61.emf"/><Relationship Id="rId49" Type="http://schemas.openxmlformats.org/officeDocument/2006/relationships/customXml" Target="../ink/ink62.xml"/><Relationship Id="rId57" Type="http://schemas.openxmlformats.org/officeDocument/2006/relationships/customXml" Target="../ink/ink66.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oleObject" Target="../embeddings/oleObject11.bin"/><Relationship Id="rId3" Type="http://schemas.openxmlformats.org/officeDocument/2006/relationships/image" Target="../media/image2.png"/><Relationship Id="rId7" Type="http://schemas.openxmlformats.org/officeDocument/2006/relationships/oleObject" Target="../embeddings/oleObject5.bin"/><Relationship Id="rId12"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11" Type="http://schemas.openxmlformats.org/officeDocument/2006/relationships/oleObject" Target="../embeddings/oleObject9.bin"/><Relationship Id="rId5" Type="http://schemas.openxmlformats.org/officeDocument/2006/relationships/oleObject" Target="../embeddings/oleObject3.bin"/><Relationship Id="rId10" Type="http://schemas.openxmlformats.org/officeDocument/2006/relationships/oleObject" Target="../embeddings/oleObject8.bin"/><Relationship Id="rId4" Type="http://schemas.openxmlformats.org/officeDocument/2006/relationships/oleObject" Target="../embeddings/oleObject2.bin"/><Relationship Id="rId9" Type="http://schemas.openxmlformats.org/officeDocument/2006/relationships/oleObject" Target="../embeddings/oleObject7.bin"/><Relationship Id="rId14" Type="http://schemas.openxmlformats.org/officeDocument/2006/relationships/oleObject" Target="../embeddings/oleObject12.bin"/></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oleObject" Target="../embeddings/oleObject16.bin"/><Relationship Id="rId4" Type="http://schemas.openxmlformats.org/officeDocument/2006/relationships/oleObject" Target="../embeddings/oleObject15.bin"/></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9.bin"/><Relationship Id="rId5" Type="http://schemas.openxmlformats.org/officeDocument/2006/relationships/oleObject" Target="../embeddings/oleObject18.bin"/><Relationship Id="rId4" Type="http://schemas.openxmlformats.org/officeDocument/2006/relationships/oleObject" Target="../embeddings/oleObject17.bin"/></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oleObject20.bin"/></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oleObject" Target="../embeddings/oleObject22.bin"/><Relationship Id="rId4" Type="http://schemas.openxmlformats.org/officeDocument/2006/relationships/oleObject" Target="../embeddings/oleObject21.bin"/></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oleObject" Target="../embeddings/oleObject23.bin"/></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3" Type="http://schemas.openxmlformats.org/officeDocument/2006/relationships/customXml" Target="../ink/ink82.xml"/><Relationship Id="rId18" Type="http://schemas.openxmlformats.org/officeDocument/2006/relationships/image" Target="../media/image51.emf"/><Relationship Id="rId26" Type="http://schemas.openxmlformats.org/officeDocument/2006/relationships/image" Target="../media/image55.emf"/><Relationship Id="rId39" Type="http://schemas.openxmlformats.org/officeDocument/2006/relationships/customXml" Target="../ink/ink95.xml"/><Relationship Id="rId21" Type="http://schemas.openxmlformats.org/officeDocument/2006/relationships/customXml" Target="../ink/ink86.xml"/><Relationship Id="rId34" Type="http://schemas.openxmlformats.org/officeDocument/2006/relationships/image" Target="../media/image59.emf"/><Relationship Id="rId42" Type="http://schemas.openxmlformats.org/officeDocument/2006/relationships/image" Target="../media/image63.emf"/><Relationship Id="rId47" Type="http://schemas.openxmlformats.org/officeDocument/2006/relationships/customXml" Target="../ink/ink99.xml"/><Relationship Id="rId50" Type="http://schemas.openxmlformats.org/officeDocument/2006/relationships/image" Target="../media/image67.emf"/><Relationship Id="rId55" Type="http://schemas.openxmlformats.org/officeDocument/2006/relationships/customXml" Target="../ink/ink103.xml"/><Relationship Id="rId63" Type="http://schemas.openxmlformats.org/officeDocument/2006/relationships/customXml" Target="../ink/ink107.xml"/><Relationship Id="rId68" Type="http://schemas.openxmlformats.org/officeDocument/2006/relationships/image" Target="../media/image109.emf"/><Relationship Id="rId76" Type="http://schemas.openxmlformats.org/officeDocument/2006/relationships/image" Target="../media/image111.emf"/><Relationship Id="rId84" Type="http://schemas.openxmlformats.org/officeDocument/2006/relationships/image" Target="../media/image113.emf"/><Relationship Id="rId89" Type="http://schemas.openxmlformats.org/officeDocument/2006/relationships/customXml" Target="../ink/ink120.xml"/><Relationship Id="rId7" Type="http://schemas.openxmlformats.org/officeDocument/2006/relationships/customXml" Target="../ink/ink79.xml"/><Relationship Id="rId71" Type="http://schemas.openxmlformats.org/officeDocument/2006/relationships/customXml" Target="../ink/ink111.xml"/><Relationship Id="rId92" Type="http://schemas.openxmlformats.org/officeDocument/2006/relationships/image" Target="../media/image81.emf"/><Relationship Id="rId2" Type="http://schemas.openxmlformats.org/officeDocument/2006/relationships/notesSlide" Target="../notesSlides/notesSlide12.xml"/><Relationship Id="rId16" Type="http://schemas.openxmlformats.org/officeDocument/2006/relationships/image" Target="../media/image50.emf"/><Relationship Id="rId29" Type="http://schemas.openxmlformats.org/officeDocument/2006/relationships/customXml" Target="../ink/ink90.xml"/><Relationship Id="rId11" Type="http://schemas.openxmlformats.org/officeDocument/2006/relationships/customXml" Target="../ink/ink81.xml"/><Relationship Id="rId24" Type="http://schemas.openxmlformats.org/officeDocument/2006/relationships/image" Target="../media/image54.emf"/><Relationship Id="rId32" Type="http://schemas.openxmlformats.org/officeDocument/2006/relationships/image" Target="../media/image58.emf"/><Relationship Id="rId37" Type="http://schemas.openxmlformats.org/officeDocument/2006/relationships/customXml" Target="../ink/ink94.xml"/><Relationship Id="rId40" Type="http://schemas.openxmlformats.org/officeDocument/2006/relationships/image" Target="../media/image62.emf"/><Relationship Id="rId45" Type="http://schemas.openxmlformats.org/officeDocument/2006/relationships/customXml" Target="../ink/ink98.xml"/><Relationship Id="rId53" Type="http://schemas.openxmlformats.org/officeDocument/2006/relationships/customXml" Target="../ink/ink102.xml"/><Relationship Id="rId58" Type="http://schemas.openxmlformats.org/officeDocument/2006/relationships/image" Target="../media/image108.emf"/><Relationship Id="rId66" Type="http://schemas.openxmlformats.org/officeDocument/2006/relationships/image" Target="../media/image74.emf"/><Relationship Id="rId74" Type="http://schemas.openxmlformats.org/officeDocument/2006/relationships/image" Target="../media/image110.emf"/><Relationship Id="rId79" Type="http://schemas.openxmlformats.org/officeDocument/2006/relationships/customXml" Target="../ink/ink115.xml"/><Relationship Id="rId87" Type="http://schemas.openxmlformats.org/officeDocument/2006/relationships/customXml" Target="../ink/ink119.xml"/><Relationship Id="rId5" Type="http://schemas.openxmlformats.org/officeDocument/2006/relationships/customXml" Target="../ink/ink78.xml"/><Relationship Id="rId61" Type="http://schemas.openxmlformats.org/officeDocument/2006/relationships/customXml" Target="../ink/ink106.xml"/><Relationship Id="rId82" Type="http://schemas.openxmlformats.org/officeDocument/2006/relationships/image" Target="../media/image112.emf"/><Relationship Id="rId90" Type="http://schemas.openxmlformats.org/officeDocument/2006/relationships/image" Target="../media/image114.emf"/><Relationship Id="rId95" Type="http://schemas.openxmlformats.org/officeDocument/2006/relationships/image" Target="../media/image2.png"/><Relationship Id="rId19" Type="http://schemas.openxmlformats.org/officeDocument/2006/relationships/customXml" Target="../ink/ink85.xml"/><Relationship Id="rId14" Type="http://schemas.openxmlformats.org/officeDocument/2006/relationships/image" Target="../media/image49.emf"/><Relationship Id="rId22" Type="http://schemas.openxmlformats.org/officeDocument/2006/relationships/image" Target="../media/image53.emf"/><Relationship Id="rId27" Type="http://schemas.openxmlformats.org/officeDocument/2006/relationships/customXml" Target="../ink/ink89.xml"/><Relationship Id="rId30" Type="http://schemas.openxmlformats.org/officeDocument/2006/relationships/image" Target="../media/image57.emf"/><Relationship Id="rId35" Type="http://schemas.openxmlformats.org/officeDocument/2006/relationships/customXml" Target="../ink/ink93.xml"/><Relationship Id="rId43" Type="http://schemas.openxmlformats.org/officeDocument/2006/relationships/customXml" Target="../ink/ink97.xml"/><Relationship Id="rId48" Type="http://schemas.openxmlformats.org/officeDocument/2006/relationships/image" Target="../media/image66.emf"/><Relationship Id="rId56" Type="http://schemas.openxmlformats.org/officeDocument/2006/relationships/image" Target="../media/image70.emf"/><Relationship Id="rId64" Type="http://schemas.openxmlformats.org/officeDocument/2006/relationships/image" Target="../media/image73.emf"/><Relationship Id="rId69" Type="http://schemas.openxmlformats.org/officeDocument/2006/relationships/customXml" Target="../ink/ink110.xml"/><Relationship Id="rId77" Type="http://schemas.openxmlformats.org/officeDocument/2006/relationships/customXml" Target="../ink/ink114.xml"/><Relationship Id="rId8" Type="http://schemas.openxmlformats.org/officeDocument/2006/relationships/image" Target="../media/image107.emf"/><Relationship Id="rId51" Type="http://schemas.openxmlformats.org/officeDocument/2006/relationships/customXml" Target="../ink/ink101.xml"/><Relationship Id="rId72" Type="http://schemas.openxmlformats.org/officeDocument/2006/relationships/image" Target="../media/image76.emf"/><Relationship Id="rId80" Type="http://schemas.openxmlformats.org/officeDocument/2006/relationships/image" Target="../media/image78.emf"/><Relationship Id="rId85" Type="http://schemas.openxmlformats.org/officeDocument/2006/relationships/customXml" Target="../ink/ink118.xml"/><Relationship Id="rId93" Type="http://schemas.openxmlformats.org/officeDocument/2006/relationships/customXml" Target="../ink/ink122.xml"/><Relationship Id="rId3" Type="http://schemas.openxmlformats.org/officeDocument/2006/relationships/customXml" Target="../ink/ink77.xml"/><Relationship Id="rId12" Type="http://schemas.openxmlformats.org/officeDocument/2006/relationships/image" Target="../media/image48.emf"/><Relationship Id="rId17" Type="http://schemas.openxmlformats.org/officeDocument/2006/relationships/customXml" Target="../ink/ink84.xml"/><Relationship Id="rId25" Type="http://schemas.openxmlformats.org/officeDocument/2006/relationships/customXml" Target="../ink/ink88.xml"/><Relationship Id="rId33" Type="http://schemas.openxmlformats.org/officeDocument/2006/relationships/customXml" Target="../ink/ink92.xml"/><Relationship Id="rId38" Type="http://schemas.openxmlformats.org/officeDocument/2006/relationships/image" Target="../media/image61.emf"/><Relationship Id="rId46" Type="http://schemas.openxmlformats.org/officeDocument/2006/relationships/image" Target="../media/image65.emf"/><Relationship Id="rId59" Type="http://schemas.openxmlformats.org/officeDocument/2006/relationships/customXml" Target="../ink/ink105.xml"/><Relationship Id="rId67" Type="http://schemas.openxmlformats.org/officeDocument/2006/relationships/customXml" Target="../ink/ink109.xml"/><Relationship Id="rId20" Type="http://schemas.openxmlformats.org/officeDocument/2006/relationships/image" Target="../media/image52.emf"/><Relationship Id="rId41" Type="http://schemas.openxmlformats.org/officeDocument/2006/relationships/customXml" Target="../ink/ink96.xml"/><Relationship Id="rId54" Type="http://schemas.openxmlformats.org/officeDocument/2006/relationships/image" Target="../media/image69.emf"/><Relationship Id="rId62" Type="http://schemas.openxmlformats.org/officeDocument/2006/relationships/image" Target="../media/image72.emf"/><Relationship Id="rId70" Type="http://schemas.openxmlformats.org/officeDocument/2006/relationships/image" Target="../media/image75.emf"/><Relationship Id="rId75" Type="http://schemas.openxmlformats.org/officeDocument/2006/relationships/customXml" Target="../ink/ink113.xml"/><Relationship Id="rId83" Type="http://schemas.openxmlformats.org/officeDocument/2006/relationships/customXml" Target="../ink/ink117.xml"/><Relationship Id="rId88" Type="http://schemas.openxmlformats.org/officeDocument/2006/relationships/image" Target="../media/image80.emf"/><Relationship Id="rId91" Type="http://schemas.openxmlformats.org/officeDocument/2006/relationships/customXml" Target="../ink/ink121.xml"/><Relationship Id="rId1" Type="http://schemas.openxmlformats.org/officeDocument/2006/relationships/slideLayout" Target="../slideLayouts/slideLayout2.xml"/><Relationship Id="rId6" Type="http://schemas.openxmlformats.org/officeDocument/2006/relationships/image" Target="../media/image106.emf"/><Relationship Id="rId15" Type="http://schemas.openxmlformats.org/officeDocument/2006/relationships/customXml" Target="../ink/ink83.xml"/><Relationship Id="rId23" Type="http://schemas.openxmlformats.org/officeDocument/2006/relationships/customXml" Target="../ink/ink87.xml"/><Relationship Id="rId28" Type="http://schemas.openxmlformats.org/officeDocument/2006/relationships/image" Target="../media/image56.emf"/><Relationship Id="rId36" Type="http://schemas.openxmlformats.org/officeDocument/2006/relationships/image" Target="../media/image60.emf"/><Relationship Id="rId49" Type="http://schemas.openxmlformats.org/officeDocument/2006/relationships/customXml" Target="../ink/ink100.xml"/><Relationship Id="rId57" Type="http://schemas.openxmlformats.org/officeDocument/2006/relationships/customXml" Target="../ink/ink104.xml"/><Relationship Id="rId10" Type="http://schemas.openxmlformats.org/officeDocument/2006/relationships/image" Target="../media/image47.emf"/><Relationship Id="rId31" Type="http://schemas.openxmlformats.org/officeDocument/2006/relationships/customXml" Target="../ink/ink91.xml"/><Relationship Id="rId44" Type="http://schemas.openxmlformats.org/officeDocument/2006/relationships/image" Target="../media/image64.emf"/><Relationship Id="rId52" Type="http://schemas.openxmlformats.org/officeDocument/2006/relationships/image" Target="../media/image68.emf"/><Relationship Id="rId60" Type="http://schemas.openxmlformats.org/officeDocument/2006/relationships/image" Target="../media/image71.emf"/><Relationship Id="rId65" Type="http://schemas.openxmlformats.org/officeDocument/2006/relationships/customXml" Target="../ink/ink108.xml"/><Relationship Id="rId73" Type="http://schemas.openxmlformats.org/officeDocument/2006/relationships/customXml" Target="../ink/ink112.xml"/><Relationship Id="rId78" Type="http://schemas.openxmlformats.org/officeDocument/2006/relationships/image" Target="../media/image77.emf"/><Relationship Id="rId81" Type="http://schemas.openxmlformats.org/officeDocument/2006/relationships/customXml" Target="../ink/ink116.xml"/><Relationship Id="rId86" Type="http://schemas.openxmlformats.org/officeDocument/2006/relationships/image" Target="../media/image79.emf"/><Relationship Id="rId94" Type="http://schemas.openxmlformats.org/officeDocument/2006/relationships/image" Target="../media/image82.emf"/><Relationship Id="rId4" Type="http://schemas.openxmlformats.org/officeDocument/2006/relationships/image" Target="../media/image46.emf"/><Relationship Id="rId9" Type="http://schemas.openxmlformats.org/officeDocument/2006/relationships/customXml" Target="../ink/ink80.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2.png"/><Relationship Id="rId7"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6.bin"/><Relationship Id="rId5" Type="http://schemas.openxmlformats.org/officeDocument/2006/relationships/oleObject" Target="../embeddings/oleObject25.bin"/><Relationship Id="rId4" Type="http://schemas.openxmlformats.org/officeDocument/2006/relationships/oleObject" Target="../embeddings/oleObject24.bin"/><Relationship Id="rId9" Type="http://schemas.openxmlformats.org/officeDocument/2006/relationships/oleObject" Target="../embeddings/oleObject29.bin"/></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31.bin"/><Relationship Id="rId5" Type="http://schemas.openxmlformats.org/officeDocument/2006/relationships/oleObject" Target="../embeddings/oleObject30.bin"/><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oleObject" Target="../embeddings/oleObject32.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34.bin"/><Relationship Id="rId5" Type="http://schemas.openxmlformats.org/officeDocument/2006/relationships/oleObject" Target="../embeddings/oleObject33.bin"/><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38.bin"/><Relationship Id="rId5" Type="http://schemas.openxmlformats.org/officeDocument/2006/relationships/oleObject" Target="../embeddings/oleObject37.bin"/><Relationship Id="rId4" Type="http://schemas.openxmlformats.org/officeDocument/2006/relationships/oleObject" Target="../embeddings/oleObject36.bin"/></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4.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7.png"/><Relationship Id="rId1" Type="http://schemas.openxmlformats.org/officeDocument/2006/relationships/slideLayout" Target="../slideLayouts/slideLayout2.xml"/><Relationship Id="rId4" Type="http://schemas.openxmlformats.org/officeDocument/2006/relationships/image" Target="../media/image138.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8" Type="http://schemas.openxmlformats.org/officeDocument/2006/relationships/image" Target="../media/image147.png"/><Relationship Id="rId3" Type="http://schemas.openxmlformats.org/officeDocument/2006/relationships/image" Target="../media/image143.png"/><Relationship Id="rId7" Type="http://schemas.openxmlformats.org/officeDocument/2006/relationships/image" Target="../media/image146.png"/><Relationship Id="rId2" Type="http://schemas.openxmlformats.org/officeDocument/2006/relationships/image" Target="../media/image142.png"/><Relationship Id="rId1" Type="http://schemas.openxmlformats.org/officeDocument/2006/relationships/slideLayout" Target="../slideLayouts/slideLayout2.xml"/><Relationship Id="rId6" Type="http://schemas.openxmlformats.org/officeDocument/2006/relationships/image" Target="../media/image145.png"/><Relationship Id="rId5" Type="http://schemas.openxmlformats.org/officeDocument/2006/relationships/image" Target="../media/image2.png"/><Relationship Id="rId4" Type="http://schemas.openxmlformats.org/officeDocument/2006/relationships/image" Target="../media/image144.png"/></Relationships>
</file>

<file path=ppt/slides/_rels/slide49.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50.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55.png"/></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6.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7.jpe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8.jpe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slideLayout" Target="../slideLayouts/slideLayout8.xml"/><Relationship Id="rId1" Type="http://schemas.openxmlformats.org/officeDocument/2006/relationships/vmlDrawing" Target="../drawings/vmlDrawing14.vml"/><Relationship Id="rId5" Type="http://schemas.openxmlformats.org/officeDocument/2006/relationships/image" Target="../media/image2.png"/><Relationship Id="rId4" Type="http://schemas.openxmlformats.org/officeDocument/2006/relationships/oleObject" Target="../embeddings/oleObject39.bin"/></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1.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2.jpe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geeksforgeeks.org/collision-detection-csmacd/"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ti.com/lit/ug/spru395b/spru395b.pdf"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3" Type="http://schemas.openxmlformats.org/officeDocument/2006/relationships/customXml" Target="../ink/ink128.xml"/><Relationship Id="rId18" Type="http://schemas.openxmlformats.org/officeDocument/2006/relationships/image" Target="../media/image52.emf"/><Relationship Id="rId26" Type="http://schemas.openxmlformats.org/officeDocument/2006/relationships/image" Target="../media/image56.emf"/><Relationship Id="rId39" Type="http://schemas.openxmlformats.org/officeDocument/2006/relationships/customXml" Target="../ink/ink141.xml"/><Relationship Id="rId21" Type="http://schemas.openxmlformats.org/officeDocument/2006/relationships/customXml" Target="../ink/ink132.xml"/><Relationship Id="rId34" Type="http://schemas.openxmlformats.org/officeDocument/2006/relationships/image" Target="../media/image60.emf"/><Relationship Id="rId42" Type="http://schemas.openxmlformats.org/officeDocument/2006/relationships/image" Target="../media/image64.emf"/><Relationship Id="rId47" Type="http://schemas.openxmlformats.org/officeDocument/2006/relationships/customXml" Target="../ink/ink145.xml"/><Relationship Id="rId50" Type="http://schemas.openxmlformats.org/officeDocument/2006/relationships/image" Target="../media/image68.emf"/><Relationship Id="rId55" Type="http://schemas.openxmlformats.org/officeDocument/2006/relationships/customXml" Target="../ink/ink149.xml"/><Relationship Id="rId63" Type="http://schemas.openxmlformats.org/officeDocument/2006/relationships/customXml" Target="../ink/ink153.xml"/><Relationship Id="rId68" Type="http://schemas.openxmlformats.org/officeDocument/2006/relationships/image" Target="../media/image77.emf"/><Relationship Id="rId76" Type="http://schemas.openxmlformats.org/officeDocument/2006/relationships/image" Target="../media/image81.emf"/><Relationship Id="rId7" Type="http://schemas.openxmlformats.org/officeDocument/2006/relationships/customXml" Target="../ink/ink125.xml"/><Relationship Id="rId71" Type="http://schemas.openxmlformats.org/officeDocument/2006/relationships/customXml" Target="../ink/ink157.xml"/><Relationship Id="rId2" Type="http://schemas.openxmlformats.org/officeDocument/2006/relationships/notesSlide" Target="../notesSlides/notesSlide15.xml"/><Relationship Id="rId16" Type="http://schemas.openxmlformats.org/officeDocument/2006/relationships/image" Target="../media/image51.emf"/><Relationship Id="rId29" Type="http://schemas.openxmlformats.org/officeDocument/2006/relationships/customXml" Target="../ink/ink136.xml"/><Relationship Id="rId11" Type="http://schemas.openxmlformats.org/officeDocument/2006/relationships/customXml" Target="../ink/ink127.xml"/><Relationship Id="rId24" Type="http://schemas.openxmlformats.org/officeDocument/2006/relationships/image" Target="../media/image55.emf"/><Relationship Id="rId32" Type="http://schemas.openxmlformats.org/officeDocument/2006/relationships/image" Target="../media/image59.emf"/><Relationship Id="rId37" Type="http://schemas.openxmlformats.org/officeDocument/2006/relationships/customXml" Target="../ink/ink140.xml"/><Relationship Id="rId40" Type="http://schemas.openxmlformats.org/officeDocument/2006/relationships/image" Target="../media/image63.emf"/><Relationship Id="rId45" Type="http://schemas.openxmlformats.org/officeDocument/2006/relationships/customXml" Target="../ink/ink144.xml"/><Relationship Id="rId53" Type="http://schemas.openxmlformats.org/officeDocument/2006/relationships/customXml" Target="../ink/ink148.xml"/><Relationship Id="rId58" Type="http://schemas.openxmlformats.org/officeDocument/2006/relationships/image" Target="../media/image72.emf"/><Relationship Id="rId66" Type="http://schemas.openxmlformats.org/officeDocument/2006/relationships/image" Target="../media/image76.emf"/><Relationship Id="rId74" Type="http://schemas.openxmlformats.org/officeDocument/2006/relationships/image" Target="../media/image80.emf"/><Relationship Id="rId79" Type="http://schemas.openxmlformats.org/officeDocument/2006/relationships/image" Target="../media/image2.png"/><Relationship Id="rId5" Type="http://schemas.openxmlformats.org/officeDocument/2006/relationships/customXml" Target="../ink/ink124.xml"/><Relationship Id="rId61" Type="http://schemas.openxmlformats.org/officeDocument/2006/relationships/customXml" Target="../ink/ink152.xml"/><Relationship Id="rId10" Type="http://schemas.openxmlformats.org/officeDocument/2006/relationships/image" Target="../media/image48.emf"/><Relationship Id="rId19" Type="http://schemas.openxmlformats.org/officeDocument/2006/relationships/customXml" Target="../ink/ink131.xml"/><Relationship Id="rId31" Type="http://schemas.openxmlformats.org/officeDocument/2006/relationships/customXml" Target="../ink/ink137.xml"/><Relationship Id="rId44" Type="http://schemas.openxmlformats.org/officeDocument/2006/relationships/image" Target="../media/image65.emf"/><Relationship Id="rId52" Type="http://schemas.openxmlformats.org/officeDocument/2006/relationships/image" Target="../media/image69.emf"/><Relationship Id="rId60" Type="http://schemas.openxmlformats.org/officeDocument/2006/relationships/image" Target="../media/image73.emf"/><Relationship Id="rId65" Type="http://schemas.openxmlformats.org/officeDocument/2006/relationships/customXml" Target="../ink/ink154.xml"/><Relationship Id="rId73" Type="http://schemas.openxmlformats.org/officeDocument/2006/relationships/customXml" Target="../ink/ink158.xml"/><Relationship Id="rId78" Type="http://schemas.openxmlformats.org/officeDocument/2006/relationships/image" Target="../media/image82.emf"/><Relationship Id="rId4" Type="http://schemas.openxmlformats.org/officeDocument/2006/relationships/image" Target="../media/image46.emf"/><Relationship Id="rId9" Type="http://schemas.openxmlformats.org/officeDocument/2006/relationships/customXml" Target="../ink/ink126.xml"/><Relationship Id="rId14" Type="http://schemas.openxmlformats.org/officeDocument/2006/relationships/image" Target="../media/image50.emf"/><Relationship Id="rId22" Type="http://schemas.openxmlformats.org/officeDocument/2006/relationships/image" Target="../media/image54.emf"/><Relationship Id="rId27" Type="http://schemas.openxmlformats.org/officeDocument/2006/relationships/customXml" Target="../ink/ink135.xml"/><Relationship Id="rId30" Type="http://schemas.openxmlformats.org/officeDocument/2006/relationships/image" Target="../media/image58.emf"/><Relationship Id="rId35" Type="http://schemas.openxmlformats.org/officeDocument/2006/relationships/customXml" Target="../ink/ink139.xml"/><Relationship Id="rId43" Type="http://schemas.openxmlformats.org/officeDocument/2006/relationships/customXml" Target="../ink/ink143.xml"/><Relationship Id="rId48" Type="http://schemas.openxmlformats.org/officeDocument/2006/relationships/image" Target="../media/image67.emf"/><Relationship Id="rId56" Type="http://schemas.openxmlformats.org/officeDocument/2006/relationships/image" Target="../media/image71.emf"/><Relationship Id="rId64" Type="http://schemas.openxmlformats.org/officeDocument/2006/relationships/image" Target="../media/image75.emf"/><Relationship Id="rId69" Type="http://schemas.openxmlformats.org/officeDocument/2006/relationships/customXml" Target="../ink/ink156.xml"/><Relationship Id="rId77" Type="http://schemas.openxmlformats.org/officeDocument/2006/relationships/customXml" Target="../ink/ink160.xml"/><Relationship Id="rId8" Type="http://schemas.openxmlformats.org/officeDocument/2006/relationships/image" Target="../media/image47.emf"/><Relationship Id="rId51" Type="http://schemas.openxmlformats.org/officeDocument/2006/relationships/customXml" Target="../ink/ink147.xml"/><Relationship Id="rId72" Type="http://schemas.openxmlformats.org/officeDocument/2006/relationships/image" Target="../media/image79.emf"/><Relationship Id="rId3" Type="http://schemas.openxmlformats.org/officeDocument/2006/relationships/customXml" Target="../ink/ink123.xml"/><Relationship Id="rId12" Type="http://schemas.openxmlformats.org/officeDocument/2006/relationships/image" Target="../media/image49.emf"/><Relationship Id="rId17" Type="http://schemas.openxmlformats.org/officeDocument/2006/relationships/customXml" Target="../ink/ink130.xml"/><Relationship Id="rId25" Type="http://schemas.openxmlformats.org/officeDocument/2006/relationships/customXml" Target="../ink/ink134.xml"/><Relationship Id="rId33" Type="http://schemas.openxmlformats.org/officeDocument/2006/relationships/customXml" Target="../ink/ink138.xml"/><Relationship Id="rId38" Type="http://schemas.openxmlformats.org/officeDocument/2006/relationships/image" Target="../media/image62.emf"/><Relationship Id="rId46" Type="http://schemas.openxmlformats.org/officeDocument/2006/relationships/image" Target="../media/image66.emf"/><Relationship Id="rId59" Type="http://schemas.openxmlformats.org/officeDocument/2006/relationships/customXml" Target="../ink/ink151.xml"/><Relationship Id="rId67" Type="http://schemas.openxmlformats.org/officeDocument/2006/relationships/customXml" Target="../ink/ink155.xml"/><Relationship Id="rId20" Type="http://schemas.openxmlformats.org/officeDocument/2006/relationships/image" Target="../media/image53.emf"/><Relationship Id="rId41" Type="http://schemas.openxmlformats.org/officeDocument/2006/relationships/customXml" Target="../ink/ink142.xml"/><Relationship Id="rId54" Type="http://schemas.openxmlformats.org/officeDocument/2006/relationships/image" Target="../media/image70.emf"/><Relationship Id="rId62" Type="http://schemas.openxmlformats.org/officeDocument/2006/relationships/image" Target="../media/image74.emf"/><Relationship Id="rId70" Type="http://schemas.openxmlformats.org/officeDocument/2006/relationships/image" Target="../media/image78.emf"/><Relationship Id="rId75" Type="http://schemas.openxmlformats.org/officeDocument/2006/relationships/customXml" Target="../ink/ink159.xml"/><Relationship Id="rId1" Type="http://schemas.openxmlformats.org/officeDocument/2006/relationships/slideLayout" Target="../slideLayouts/slideLayout2.xml"/><Relationship Id="rId6" Type="http://schemas.openxmlformats.org/officeDocument/2006/relationships/image" Target="../media/image4.emf"/><Relationship Id="rId15" Type="http://schemas.openxmlformats.org/officeDocument/2006/relationships/customXml" Target="../ink/ink129.xml"/><Relationship Id="rId23" Type="http://schemas.openxmlformats.org/officeDocument/2006/relationships/customXml" Target="../ink/ink133.xml"/><Relationship Id="rId28" Type="http://schemas.openxmlformats.org/officeDocument/2006/relationships/image" Target="../media/image57.emf"/><Relationship Id="rId36" Type="http://schemas.openxmlformats.org/officeDocument/2006/relationships/image" Target="../media/image61.emf"/><Relationship Id="rId49" Type="http://schemas.openxmlformats.org/officeDocument/2006/relationships/customXml" Target="../ink/ink146.xml"/><Relationship Id="rId57" Type="http://schemas.openxmlformats.org/officeDocument/2006/relationships/customXml" Target="../ink/ink150.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66.png"/><Relationship Id="rId4" Type="http://schemas.openxmlformats.org/officeDocument/2006/relationships/image" Target="../media/image2.png"/></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notesSlide" Target="../notesSlides/notesSlide18.xml"/><Relationship Id="rId7"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42.bin"/><Relationship Id="rId5" Type="http://schemas.openxmlformats.org/officeDocument/2006/relationships/oleObject" Target="../embeddings/oleObject41.bin"/><Relationship Id="rId4" Type="http://schemas.openxmlformats.org/officeDocument/2006/relationships/oleObject" Target="../embeddings/oleObject40.bin"/><Relationship Id="rId9" Type="http://schemas.openxmlformats.org/officeDocument/2006/relationships/image" Target="../media/image2.png"/></Relationships>
</file>

<file path=ppt/slides/_rels/slide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2.png"/><Relationship Id="rId5" Type="http://schemas.openxmlformats.org/officeDocument/2006/relationships/oleObject" Target="../embeddings/oleObject47.bin"/><Relationship Id="rId4" Type="http://schemas.openxmlformats.org/officeDocument/2006/relationships/oleObject" Target="../embeddings/oleObject46.bin"/></Relationships>
</file>

<file path=ppt/slides/_rels/slide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2.png"/><Relationship Id="rId5" Type="http://schemas.openxmlformats.org/officeDocument/2006/relationships/oleObject" Target="../embeddings/oleObject50.bin"/><Relationship Id="rId4" Type="http://schemas.openxmlformats.org/officeDocument/2006/relationships/oleObject" Target="../embeddings/oleObject49.bin"/></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2.png"/><Relationship Id="rId4" Type="http://schemas.openxmlformats.org/officeDocument/2006/relationships/oleObject" Target="../embeddings/oleObject52.bin"/></Relationships>
</file>

<file path=ppt/slides/_rels/slide8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oleObject" Target="../embeddings/oleObject53.bin"/><Relationship Id="rId7"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56.bin"/><Relationship Id="rId5" Type="http://schemas.openxmlformats.org/officeDocument/2006/relationships/oleObject" Target="../embeddings/oleObject55.bin"/><Relationship Id="rId4" Type="http://schemas.openxmlformats.org/officeDocument/2006/relationships/oleObject" Target="../embeddings/oleObject54.bin"/></Relationships>
</file>

<file path=ppt/slides/_rels/slide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1706881"/>
            <a:ext cx="9144000"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Subtitle 2"/>
          <p:cNvSpPr txBox="1">
            <a:spLocks/>
          </p:cNvSpPr>
          <p:nvPr/>
        </p:nvSpPr>
        <p:spPr>
          <a:xfrm>
            <a:off x="1223554" y="3093446"/>
            <a:ext cx="6400800" cy="752880"/>
          </a:xfrm>
          <a:prstGeom prst="rect">
            <a:avLst/>
          </a:prstGeom>
        </p:spPr>
        <p:txBody>
          <a:bodyPr vert="horz">
            <a:noAutofit/>
          </a:bodyPr>
          <a:lstStyle/>
          <a:p>
            <a:pPr marR="0" lvl="0" indent="-274320" algn="ctr" defTabSz="914400" rtl="0" eaLnBrk="1" fontAlgn="auto" latinLnBrk="0" hangingPunct="1">
              <a:lnSpc>
                <a:spcPct val="100000"/>
              </a:lnSpc>
              <a:spcAft>
                <a:spcPts val="0"/>
              </a:spcAft>
              <a:buClr>
                <a:schemeClr val="accent1"/>
              </a:buClr>
              <a:buSzPct val="85000"/>
              <a:tabLst/>
              <a:defRPr/>
            </a:pPr>
            <a:r>
              <a:rPr kumimoji="0" lang="en-US" sz="2400" b="1" i="0" strike="noStrike" kern="1200" cap="none" spc="0" normalizeH="0" baseline="0" noProof="0" dirty="0">
                <a:ln>
                  <a:noFill/>
                </a:ln>
                <a:solidFill>
                  <a:schemeClr val="tx1"/>
                </a:solidFill>
                <a:effectLst/>
                <a:uLnTx/>
                <a:uFillTx/>
                <a:ea typeface="+mn-ea"/>
              </a:rPr>
              <a:t> </a:t>
            </a:r>
            <a:r>
              <a:rPr kumimoji="0" lang="en-US" sz="2400" b="1" i="0"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Abhinaba Dey</a:t>
            </a:r>
            <a:endParaRPr kumimoji="0" lang="en-US" sz="2400" b="1" i="0"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R="0" lvl="0" indent="-274320" algn="ctr" defTabSz="914400" rtl="0" eaLnBrk="1" fontAlgn="auto" latinLnBrk="0" hangingPunct="1">
              <a:lnSpc>
                <a:spcPct val="100000"/>
              </a:lnSpc>
              <a:spcAft>
                <a:spcPts val="0"/>
              </a:spcAft>
              <a:buClr>
                <a:schemeClr val="accent1"/>
              </a:buClr>
              <a:buSzPct val="85000"/>
              <a:tabLst/>
              <a:defRPr/>
            </a:pPr>
            <a:r>
              <a:rPr kumimoji="0" lang="en-US" sz="2400" b="0" i="0"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Registration No.  </a:t>
            </a:r>
            <a:r>
              <a:rPr kumimoji="0" lang="en-US" sz="2400" b="1" i="0"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18-3-04-120</a:t>
            </a:r>
            <a:endParaRPr kumimoji="0" lang="en-US" sz="2400" b="1" i="0"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a:p>
            <a:pPr marR="0" lvl="0" indent="-274320" algn="ctr" defTabSz="914400" rtl="0" eaLnBrk="1" fontAlgn="auto" latinLnBrk="0" hangingPunct="1">
              <a:lnSpc>
                <a:spcPct val="100000"/>
              </a:lnSpc>
              <a:spcAft>
                <a:spcPts val="0"/>
              </a:spcAft>
              <a:buClr>
                <a:schemeClr val="accent1"/>
              </a:buClr>
              <a:buSzPct val="85000"/>
              <a:buFont typeface="Wingdings 2"/>
              <a:buChar char=""/>
              <a:tabLst/>
              <a:defRPr/>
            </a:pPr>
            <a:endParaRPr kumimoji="0" lang="en-US" sz="24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8" name="Title 1"/>
          <p:cNvSpPr txBox="1">
            <a:spLocks/>
          </p:cNvSpPr>
          <p:nvPr/>
        </p:nvSpPr>
        <p:spPr>
          <a:xfrm>
            <a:off x="228600" y="131463"/>
            <a:ext cx="8610600" cy="630537"/>
          </a:xfrm>
          <a:prstGeom prst="rect">
            <a:avLst/>
          </a:prstGeom>
          <a:ln/>
        </p:spPr>
        <p:style>
          <a:lnRef idx="2">
            <a:schemeClr val="accent6"/>
          </a:lnRef>
          <a:fillRef idx="1">
            <a:schemeClr val="lt1"/>
          </a:fillRef>
          <a:effectRef idx="0">
            <a:schemeClr val="accent6"/>
          </a:effectRef>
          <a:fontRef idx="minor">
            <a:schemeClr val="dk1"/>
          </a:fontRef>
        </p:style>
        <p:txBody>
          <a:bodyPr bIns="91440" anchor="b" anchorCtr="0">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effectLst>
                  <a:outerShdw blurRad="50800" dist="38100" dir="2700000" algn="tl" rotWithShape="0">
                    <a:prstClr val="black">
                      <a:alpha val="40000"/>
                    </a:prstClr>
                  </a:outerShdw>
                </a:effectLst>
                <a:latin typeface="Times New Roman" pitchFamily="18" charset="0"/>
                <a:ea typeface="+mj-ea"/>
                <a:cs typeface="Times New Roman" pitchFamily="18" charset="0"/>
              </a:rPr>
              <a:t>COMPREHENSIVE SEMINAR</a:t>
            </a:r>
            <a:endParaRPr kumimoji="0" lang="en-US" sz="3200" b="0" i="0" u="none" strike="noStrike" kern="1200" cap="none" spc="0" normalizeH="0" baseline="0" noProof="0" dirty="0">
              <a:ln>
                <a:noFill/>
              </a:ln>
              <a:solidFill>
                <a:schemeClr val="tx2"/>
              </a:solidFill>
              <a:effectLst>
                <a:outerShdw blurRad="50800" dist="38100" dir="2700000" algn="tl" rotWithShape="0">
                  <a:prstClr val="black">
                    <a:alpha val="40000"/>
                  </a:prstClr>
                </a:outerShdw>
              </a:effectLst>
              <a:uLnTx/>
              <a:uFillTx/>
              <a:latin typeface="Times New Roman" pitchFamily="18" charset="0"/>
              <a:ea typeface="+mj-ea"/>
              <a:cs typeface="Times New Roman" pitchFamily="18" charset="0"/>
            </a:endParaRPr>
          </a:p>
        </p:txBody>
      </p:sp>
      <p:sp>
        <p:nvSpPr>
          <p:cNvPr id="10" name="Rectangle 1"/>
          <p:cNvSpPr>
            <a:spLocks noChangeArrowheads="1"/>
          </p:cNvSpPr>
          <p:nvPr/>
        </p:nvSpPr>
        <p:spPr bwMode="auto">
          <a:xfrm>
            <a:off x="457200" y="6324600"/>
            <a:ext cx="82296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IN" sz="2000" b="1" dirty="0" smtClean="0"/>
              <a:t>Electronics </a:t>
            </a:r>
            <a:r>
              <a:rPr lang="en-IN" sz="2000" b="1" dirty="0"/>
              <a:t>&amp; communication</a:t>
            </a:r>
            <a:r>
              <a:rPr kumimoji="0" lang="en-US" sz="20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Engineering</a:t>
            </a:r>
            <a:endParaRPr kumimoji="0" lang="en-US" sz="20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endParaRPr>
          </a:p>
        </p:txBody>
      </p:sp>
      <p:pic>
        <p:nvPicPr>
          <p:cNvPr id="6" name="Picture 5" descr="C:\Users\Subhasis\Desktop\logo nit.png"/>
          <p:cNvPicPr/>
          <p:nvPr/>
        </p:nvPicPr>
        <p:blipFill>
          <a:blip r:embed="rId3" cstate="print"/>
          <a:srcRect/>
          <a:stretch>
            <a:fillRect/>
          </a:stretch>
        </p:blipFill>
        <p:spPr bwMode="auto">
          <a:xfrm>
            <a:off x="3321231" y="1021555"/>
            <a:ext cx="2205446" cy="1869141"/>
          </a:xfrm>
          <a:prstGeom prst="rect">
            <a:avLst/>
          </a:prstGeom>
          <a:noFill/>
          <a:ln w="9525">
            <a:noFill/>
            <a:miter lim="800000"/>
            <a:headEnd/>
            <a:tailEnd/>
          </a:ln>
        </p:spPr>
      </p:pic>
      <p:sp>
        <p:nvSpPr>
          <p:cNvPr id="2" name="Rectangle 1"/>
          <p:cNvSpPr/>
          <p:nvPr/>
        </p:nvSpPr>
        <p:spPr>
          <a:xfrm>
            <a:off x="390144" y="4423304"/>
            <a:ext cx="8375904" cy="1200329"/>
          </a:xfrm>
          <a:prstGeom prst="rect">
            <a:avLst/>
          </a:prstGeom>
        </p:spPr>
        <p:txBody>
          <a:bodyPr wrap="square">
            <a:spAutoFit/>
          </a:bodyPr>
          <a:lstStyle/>
          <a:p>
            <a:pPr algn="ctr"/>
            <a:endParaRPr lang="en-US" sz="2400" i="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Supervisor </a:t>
            </a:r>
            <a:r>
              <a:rPr lang="en-US" sz="2400" b="1" dirty="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 Dr</a:t>
            </a:r>
            <a:r>
              <a:rPr lang="en-US" sz="2400" b="1" dirty="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Prabina Pattanayak</a:t>
            </a:r>
            <a:endParaRPr lang="en-US" sz="2400" b="1" dirty="0">
              <a:latin typeface="Times New Roman" panose="02020603050405020304" pitchFamily="18" charset="0"/>
              <a:cs typeface="Times New Roman" panose="02020603050405020304" pitchFamily="18" charset="0"/>
            </a:endParaRPr>
          </a:p>
        </p:txBody>
      </p:sp>
      <p:sp>
        <p:nvSpPr>
          <p:cNvPr id="17" name="TextBox 16"/>
          <p:cNvSpPr txBox="1"/>
          <p:nvPr/>
        </p:nvSpPr>
        <p:spPr>
          <a:xfrm>
            <a:off x="2984863" y="4223249"/>
            <a:ext cx="2667000" cy="400110"/>
          </a:xfrm>
          <a:prstGeom prst="rect">
            <a:avLst/>
          </a:prstGeom>
          <a:noFill/>
        </p:spPr>
        <p:txBody>
          <a:bodyPr wrap="square" rtlCol="0">
            <a:spAutoFit/>
          </a:bodyPr>
          <a:lstStyle/>
          <a:p>
            <a:pPr algn="ctr"/>
            <a:r>
              <a:rPr lang="en-IN" sz="2000" b="1" u="sng" dirty="0">
                <a:latin typeface="Times New Roman" panose="02020603050405020304" pitchFamily="18" charset="0"/>
                <a:cs typeface="Times New Roman" panose="02020603050405020304" pitchFamily="18" charset="0"/>
              </a:rPr>
              <a:t>Date - </a:t>
            </a:r>
            <a:r>
              <a:rPr lang="en-IN" sz="2000" b="1" u="sng" dirty="0" smtClean="0">
                <a:latin typeface="Times New Roman" panose="02020603050405020304" pitchFamily="18" charset="0"/>
                <a:cs typeface="Times New Roman" panose="02020603050405020304" pitchFamily="18" charset="0"/>
              </a:rPr>
              <a:t>28/02/2020</a:t>
            </a:r>
            <a:endParaRPr lang="en-IN" sz="2000" b="1" u="sng"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0</a:t>
            </a:fld>
            <a:endParaRPr lang="en-US" dirty="0"/>
          </a:p>
        </p:txBody>
      </p:sp>
    </p:spTree>
  </p:cSld>
  <p:clrMapOvr>
    <a:masterClrMapping/>
  </p:clrMapOvr>
  <p:transition>
    <p:pull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4"/>
            <a:ext cx="7330440" cy="1465995"/>
          </a:xfrm>
        </p:spPr>
        <p:txBody>
          <a:bodyPr/>
          <a:lstStyle/>
          <a:p>
            <a:r>
              <a:rPr lang="en-US" dirty="0" smtClean="0">
                <a:solidFill>
                  <a:schemeClr val="tx1"/>
                </a:solidFill>
                <a:latin typeface="Times New Roman" pitchFamily="18" charset="0"/>
                <a:cs typeface="Times New Roman" pitchFamily="18" charset="0"/>
              </a:rPr>
              <a:t>Content</a:t>
            </a:r>
            <a:endParaRPr lang="en-US"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838199" y="1845734"/>
            <a:ext cx="8077201" cy="4250266"/>
          </a:xfrm>
        </p:spPr>
        <p:txBody>
          <a:bodyPr>
            <a:normAutofit fontScale="40000" lnSpcReduction="20000"/>
          </a:bodyPr>
          <a:lstStyle/>
          <a:p>
            <a:pPr>
              <a:lnSpc>
                <a:spcPct val="120000"/>
              </a:lnSpc>
              <a:buFont typeface="Wingdings" panose="05000000000000000000" pitchFamily="2" charset="2"/>
              <a:buChar char="Ø"/>
            </a:pPr>
            <a:r>
              <a:rPr lang="en-IN" sz="3400" dirty="0" smtClean="0">
                <a:solidFill>
                  <a:schemeClr val="tx1"/>
                </a:solidFill>
                <a:latin typeface="Times New Roman" panose="02020603050405020304" pitchFamily="18" charset="0"/>
                <a:cs typeface="Times New Roman" panose="02020603050405020304" pitchFamily="18" charset="0"/>
              </a:rPr>
              <a:t>Details of Course Work</a:t>
            </a:r>
            <a:endParaRPr lang="en-US" sz="3400" dirty="0" smtClean="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Ø"/>
            </a:pPr>
            <a:r>
              <a:rPr lang="en-US" sz="3400" dirty="0" smtClean="0">
                <a:solidFill>
                  <a:schemeClr val="tx1"/>
                </a:solidFill>
                <a:latin typeface="Times New Roman" panose="02020603050405020304" pitchFamily="18" charset="0"/>
                <a:cs typeface="Times New Roman" panose="02020603050405020304" pitchFamily="18" charset="0"/>
              </a:rPr>
              <a:t>Grades Obtained</a:t>
            </a:r>
          </a:p>
          <a:p>
            <a:pPr>
              <a:lnSpc>
                <a:spcPct val="120000"/>
              </a:lnSpc>
              <a:buFont typeface="Wingdings" panose="05000000000000000000" pitchFamily="2" charset="2"/>
              <a:buChar char="Ø"/>
            </a:pPr>
            <a:r>
              <a:rPr lang="en-US" sz="3400" dirty="0" smtClean="0">
                <a:solidFill>
                  <a:schemeClr val="tx1"/>
                </a:solidFill>
                <a:latin typeface="Times New Roman" panose="02020603050405020304" pitchFamily="18" charset="0"/>
                <a:cs typeface="Times New Roman" panose="02020603050405020304" pitchFamily="18" charset="0"/>
              </a:rPr>
              <a:t>Description of Course Work </a:t>
            </a:r>
          </a:p>
          <a:p>
            <a:pPr lvl="1">
              <a:lnSpc>
                <a:spcPct val="120000"/>
              </a:lnSpc>
              <a:buFont typeface="Wingdings" panose="05000000000000000000" pitchFamily="2" charset="2"/>
              <a:buChar char="§"/>
            </a:pPr>
            <a:r>
              <a:rPr lang="en-IN" sz="3500" dirty="0" smtClean="0">
                <a:solidFill>
                  <a:schemeClr val="tx1"/>
                </a:solidFill>
                <a:latin typeface="Times New Roman" panose="02020603050405020304" pitchFamily="18" charset="0"/>
                <a:cs typeface="Times New Roman" panose="02020603050405020304" pitchFamily="18" charset="0"/>
              </a:rPr>
              <a:t>Research Methodology</a:t>
            </a:r>
            <a:endParaRPr lang="en-US" sz="3500" dirty="0" smtClean="0">
              <a:solidFill>
                <a:schemeClr val="tx1"/>
              </a:solidFill>
              <a:latin typeface="Times New Roman" panose="02020603050405020304" pitchFamily="18" charset="0"/>
              <a:cs typeface="Times New Roman" panose="02020603050405020304" pitchFamily="18" charset="0"/>
            </a:endParaRPr>
          </a:p>
          <a:p>
            <a:pPr lvl="1">
              <a:lnSpc>
                <a:spcPct val="120000"/>
              </a:lnSpc>
              <a:buFont typeface="Wingdings" panose="05000000000000000000" pitchFamily="2" charset="2"/>
              <a:buChar char="§"/>
            </a:pPr>
            <a:r>
              <a:rPr lang="en-US" sz="3500" dirty="0" smtClean="0">
                <a:solidFill>
                  <a:schemeClr val="tx1"/>
                </a:solidFill>
                <a:latin typeface="Times New Roman" panose="02020603050405020304" pitchFamily="18" charset="0"/>
                <a:cs typeface="Times New Roman" panose="02020603050405020304" pitchFamily="18" charset="0"/>
              </a:rPr>
              <a:t>Linear Algebra and Random Process</a:t>
            </a:r>
          </a:p>
          <a:p>
            <a:pPr lvl="1">
              <a:lnSpc>
                <a:spcPct val="120000"/>
              </a:lnSpc>
              <a:buFont typeface="Wingdings" panose="05000000000000000000" pitchFamily="2" charset="2"/>
              <a:buChar char="§"/>
            </a:pPr>
            <a:r>
              <a:rPr lang="en-IN" sz="3500" dirty="0" smtClean="0">
                <a:solidFill>
                  <a:schemeClr val="tx1"/>
                </a:solidFill>
                <a:latin typeface="Times New Roman" panose="02020603050405020304" pitchFamily="18" charset="0"/>
                <a:cs typeface="Times New Roman" panose="02020603050405020304" pitchFamily="18" charset="0"/>
              </a:rPr>
              <a:t>Advanced Digital Communication</a:t>
            </a:r>
          </a:p>
          <a:p>
            <a:pPr lvl="1">
              <a:lnSpc>
                <a:spcPct val="120000"/>
              </a:lnSpc>
              <a:buFont typeface="Wingdings" panose="05000000000000000000" pitchFamily="2" charset="2"/>
              <a:buChar char="§"/>
            </a:pPr>
            <a:r>
              <a:rPr lang="en-IN" sz="3500" dirty="0" smtClean="0">
                <a:solidFill>
                  <a:schemeClr val="tx1"/>
                </a:solidFill>
                <a:latin typeface="Times New Roman" panose="02020603050405020304" pitchFamily="18" charset="0"/>
                <a:cs typeface="Times New Roman" panose="02020603050405020304" pitchFamily="18" charset="0"/>
              </a:rPr>
              <a:t>Signal Processing</a:t>
            </a:r>
          </a:p>
          <a:p>
            <a:pPr lvl="1">
              <a:lnSpc>
                <a:spcPct val="120000"/>
              </a:lnSpc>
              <a:buFont typeface="Wingdings" panose="05000000000000000000" pitchFamily="2" charset="2"/>
              <a:buChar char="§"/>
            </a:pPr>
            <a:r>
              <a:rPr lang="en-IN" sz="3500" dirty="0" smtClean="0">
                <a:solidFill>
                  <a:schemeClr val="tx1"/>
                </a:solidFill>
                <a:latin typeface="Times New Roman" panose="02020603050405020304" pitchFamily="18" charset="0"/>
                <a:cs typeface="Times New Roman" panose="02020603050405020304" pitchFamily="18" charset="0"/>
              </a:rPr>
              <a:t>Communication Networks</a:t>
            </a:r>
          </a:p>
          <a:p>
            <a:pPr lvl="1">
              <a:lnSpc>
                <a:spcPct val="120000"/>
              </a:lnSpc>
              <a:buFont typeface="Wingdings" panose="05000000000000000000" pitchFamily="2" charset="2"/>
              <a:buChar char="§"/>
            </a:pPr>
            <a:r>
              <a:rPr lang="en-IN" sz="3500" dirty="0" smtClean="0">
                <a:solidFill>
                  <a:schemeClr val="tx1"/>
                </a:solidFill>
                <a:latin typeface="Times New Roman" panose="02020603050405020304" pitchFamily="18" charset="0"/>
                <a:cs typeface="Times New Roman" panose="02020603050405020304" pitchFamily="18" charset="0"/>
              </a:rPr>
              <a:t>Digital Signal Processors</a:t>
            </a:r>
          </a:p>
          <a:p>
            <a:pPr lvl="1">
              <a:lnSpc>
                <a:spcPct val="120000"/>
              </a:lnSpc>
              <a:buFont typeface="Wingdings" panose="05000000000000000000" pitchFamily="2" charset="2"/>
              <a:buChar char="§"/>
            </a:pPr>
            <a:r>
              <a:rPr lang="en-IN" sz="3500" dirty="0" smtClean="0">
                <a:solidFill>
                  <a:schemeClr val="tx1"/>
                </a:solidFill>
                <a:latin typeface="Times New Roman" panose="02020603050405020304" pitchFamily="18" charset="0"/>
                <a:cs typeface="Times New Roman" panose="02020603050405020304" pitchFamily="18" charset="0"/>
              </a:rPr>
              <a:t>Wireless Communication</a:t>
            </a:r>
            <a:endParaRPr lang="en-US" sz="3500" dirty="0" smtClean="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Ø"/>
            </a:pPr>
            <a:r>
              <a:rPr lang="en-US" sz="3400" dirty="0" smtClean="0">
                <a:solidFill>
                  <a:schemeClr val="tx1"/>
                </a:solidFill>
                <a:latin typeface="Times New Roman" panose="02020603050405020304" pitchFamily="18" charset="0"/>
                <a:cs typeface="Times New Roman" panose="02020603050405020304" pitchFamily="18" charset="0"/>
              </a:rPr>
              <a:t>Broad Area of Research Interest</a:t>
            </a:r>
          </a:p>
          <a:p>
            <a:pPr>
              <a:lnSpc>
                <a:spcPct val="120000"/>
              </a:lnSpc>
              <a:buFont typeface="Wingdings" panose="05000000000000000000" pitchFamily="2" charset="2"/>
              <a:buChar char="Ø"/>
            </a:pPr>
            <a:r>
              <a:rPr lang="en-US" sz="3400" dirty="0" smtClean="0">
                <a:solidFill>
                  <a:schemeClr val="tx1"/>
                </a:solidFill>
                <a:latin typeface="Times New Roman" panose="02020603050405020304" pitchFamily="18" charset="0"/>
                <a:cs typeface="Times New Roman" panose="02020603050405020304" pitchFamily="18" charset="0"/>
              </a:rPr>
              <a:t>Conclusion</a:t>
            </a:r>
          </a:p>
          <a:p>
            <a:endParaRPr lang="en-US" dirty="0"/>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6" name="Picture 5" descr="C:\Users\Subhasis\Desktop\logo nit.png"/>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7" name="TextBox 6">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9" name="Rectangle 8"/>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 name="Title 1"/>
          <p:cNvSpPr>
            <a:spLocks noGrp="1"/>
          </p:cNvSpPr>
          <p:nvPr>
            <p:ph type="title"/>
          </p:nvPr>
        </p:nvSpPr>
        <p:spPr>
          <a:xfrm>
            <a:off x="335281" y="320840"/>
            <a:ext cx="7772400" cy="609600"/>
          </a:xfrm>
        </p:spPr>
        <p:txBody>
          <a:bodyPr>
            <a:normAutofit/>
          </a:bodyPr>
          <a:lstStyle/>
          <a:p>
            <a:r>
              <a:rPr lang="en-US" sz="4000" b="1" u="sng" dirty="0" smtClean="0">
                <a:solidFill>
                  <a:schemeClr val="tx1"/>
                </a:solidFill>
                <a:latin typeface="Times New Roman" pitchFamily="18" charset="0"/>
                <a:cs typeface="Times New Roman" pitchFamily="18" charset="0"/>
              </a:rPr>
              <a:t>Courses Undertaken</a:t>
            </a:r>
            <a:endParaRPr lang="en-US" sz="4000" b="1" u="sng" dirty="0">
              <a:solidFill>
                <a:schemeClr val="tx1"/>
              </a:solidFill>
              <a:latin typeface="Times New Roman" pitchFamily="18" charset="0"/>
              <a:cs typeface="Times New Roman" pitchFamily="18" charset="0"/>
            </a:endParaRPr>
          </a:p>
        </p:txBody>
      </p:sp>
      <p:sp>
        <p:nvSpPr>
          <p:cNvPr id="7"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chemeClr val="bg1"/>
                </a:solidFill>
              </a:rPr>
              <a:pPr/>
              <a:t>2</a:t>
            </a:fld>
            <a:endParaRPr lang="en-US" dirty="0">
              <a:solidFill>
                <a:schemeClr val="bg1"/>
              </a:solidFill>
            </a:endParaRPr>
          </a:p>
        </p:txBody>
      </p:sp>
      <p:graphicFrame>
        <p:nvGraphicFramePr>
          <p:cNvPr id="12" name="Table 11">
            <a:extLst>
              <a:ext uri="{FF2B5EF4-FFF2-40B4-BE49-F238E27FC236}">
                <a16:creationId xmlns="" xmlns:a16="http://schemas.microsoft.com/office/drawing/2014/main" id="{B50C7DB7-CB91-478B-8BE1-7F7934E11293}"/>
              </a:ext>
            </a:extLst>
          </p:cNvPr>
          <p:cNvGraphicFramePr>
            <a:graphicFrameLocks noGrp="1"/>
          </p:cNvGraphicFramePr>
          <p:nvPr>
            <p:extLst>
              <p:ext uri="{D42A27DB-BD31-4B8C-83A1-F6EECF244321}">
                <p14:modId xmlns:p14="http://schemas.microsoft.com/office/powerpoint/2010/main" xmlns="" val="72942872"/>
              </p:ext>
            </p:extLst>
          </p:nvPr>
        </p:nvGraphicFramePr>
        <p:xfrm>
          <a:off x="304800" y="990601"/>
          <a:ext cx="8534398" cy="5131528"/>
        </p:xfrm>
        <a:graphic>
          <a:graphicData uri="http://schemas.openxmlformats.org/drawingml/2006/table">
            <a:tbl>
              <a:tblPr firstRow="1" bandRow="1">
                <a:tableStyleId>{5C22544A-7EE6-4342-B048-85BDC9FD1C3A}</a:tableStyleId>
              </a:tblPr>
              <a:tblGrid>
                <a:gridCol w="863452">
                  <a:extLst>
                    <a:ext uri="{9D8B030D-6E8A-4147-A177-3AD203B41FA5}">
                      <a16:colId xmlns="" xmlns:a16="http://schemas.microsoft.com/office/drawing/2014/main" val="2571088024"/>
                    </a:ext>
                  </a:extLst>
                </a:gridCol>
                <a:gridCol w="3556147">
                  <a:extLst>
                    <a:ext uri="{9D8B030D-6E8A-4147-A177-3AD203B41FA5}">
                      <a16:colId xmlns="" xmlns:a16="http://schemas.microsoft.com/office/drawing/2014/main" val="1167397704"/>
                    </a:ext>
                  </a:extLst>
                </a:gridCol>
                <a:gridCol w="1574505">
                  <a:extLst>
                    <a:ext uri="{9D8B030D-6E8A-4147-A177-3AD203B41FA5}">
                      <a16:colId xmlns="" xmlns:a16="http://schemas.microsoft.com/office/drawing/2014/main" val="4139016724"/>
                    </a:ext>
                  </a:extLst>
                </a:gridCol>
                <a:gridCol w="1063672">
                  <a:extLst>
                    <a:ext uri="{9D8B030D-6E8A-4147-A177-3AD203B41FA5}">
                      <a16:colId xmlns="" xmlns:a16="http://schemas.microsoft.com/office/drawing/2014/main" val="3637820800"/>
                    </a:ext>
                  </a:extLst>
                </a:gridCol>
                <a:gridCol w="1476622">
                  <a:extLst>
                    <a:ext uri="{9D8B030D-6E8A-4147-A177-3AD203B41FA5}">
                      <a16:colId xmlns="" xmlns:a16="http://schemas.microsoft.com/office/drawing/2014/main" val="898743746"/>
                    </a:ext>
                  </a:extLst>
                </a:gridCol>
              </a:tblGrid>
              <a:tr h="629918">
                <a:tc>
                  <a:txBody>
                    <a:bodyPr/>
                    <a:lstStyle/>
                    <a:p>
                      <a:r>
                        <a:rPr lang="en-US" dirty="0">
                          <a:latin typeface="Times New Roman" pitchFamily="18" charset="0"/>
                          <a:cs typeface="Times New Roman" pitchFamily="18" charset="0"/>
                        </a:rPr>
                        <a:t>Sl. No.</a:t>
                      </a:r>
                    </a:p>
                  </a:txBody>
                  <a:tcPr anchor="ctr"/>
                </a:tc>
                <a:tc>
                  <a:txBody>
                    <a:bodyPr/>
                    <a:lstStyle/>
                    <a:p>
                      <a:r>
                        <a:rPr lang="en-US" dirty="0">
                          <a:latin typeface="Times New Roman" pitchFamily="18" charset="0"/>
                          <a:cs typeface="Times New Roman" pitchFamily="18" charset="0"/>
                        </a:rPr>
                        <a:t>Name of the course</a:t>
                      </a:r>
                    </a:p>
                  </a:txBody>
                  <a:tcPr anchor="ctr"/>
                </a:tc>
                <a:tc>
                  <a:txBody>
                    <a:bodyPr/>
                    <a:lstStyle/>
                    <a:p>
                      <a:r>
                        <a:rPr lang="en-US" dirty="0">
                          <a:latin typeface="Times New Roman" pitchFamily="18" charset="0"/>
                          <a:cs typeface="Times New Roman" pitchFamily="18" charset="0"/>
                        </a:rPr>
                        <a:t>Subject code</a:t>
                      </a:r>
                    </a:p>
                  </a:txBody>
                  <a:tcPr anchor="ctr"/>
                </a:tc>
                <a:tc>
                  <a:txBody>
                    <a:bodyPr/>
                    <a:lstStyle/>
                    <a:p>
                      <a:r>
                        <a:rPr lang="en-US" dirty="0">
                          <a:latin typeface="Times New Roman" pitchFamily="18" charset="0"/>
                          <a:cs typeface="Times New Roman" pitchFamily="18" charset="0"/>
                        </a:rPr>
                        <a:t>Credit</a:t>
                      </a:r>
                    </a:p>
                  </a:txBody>
                  <a:tcPr anchor="ctr"/>
                </a:tc>
                <a:tc>
                  <a:txBody>
                    <a:bodyPr/>
                    <a:lstStyle/>
                    <a:p>
                      <a:r>
                        <a:rPr lang="en-US" dirty="0">
                          <a:latin typeface="Times New Roman" pitchFamily="18" charset="0"/>
                          <a:cs typeface="Times New Roman" pitchFamily="18" charset="0"/>
                        </a:rPr>
                        <a:t>Grade obtained</a:t>
                      </a:r>
                    </a:p>
                  </a:txBody>
                  <a:tcPr anchor="ctr"/>
                </a:tc>
                <a:extLst>
                  <a:ext uri="{0D108BD9-81ED-4DB2-BD59-A6C34878D82A}">
                    <a16:rowId xmlns="" xmlns:a16="http://schemas.microsoft.com/office/drawing/2014/main" val="3140831892"/>
                  </a:ext>
                </a:extLst>
              </a:tr>
              <a:tr h="497944">
                <a:tc>
                  <a:txBody>
                    <a:bodyPr/>
                    <a:lstStyle/>
                    <a:p>
                      <a:r>
                        <a:rPr lang="en-US" dirty="0" smtClean="0">
                          <a:latin typeface="Times New Roman" pitchFamily="18" charset="0"/>
                          <a:cs typeface="Times New Roman" pitchFamily="18" charset="0"/>
                        </a:rPr>
                        <a:t>1.</a:t>
                      </a:r>
                      <a:endParaRPr lang="en-US" dirty="0">
                        <a:latin typeface="Times New Roman" pitchFamily="18" charset="0"/>
                        <a:cs typeface="Times New Roman" pitchFamily="18" charset="0"/>
                      </a:endParaRPr>
                    </a:p>
                  </a:txBody>
                  <a:tcPr anchor="ctr"/>
                </a:tc>
                <a:tc>
                  <a:txBody>
                    <a:bodyPr/>
                    <a:lstStyle/>
                    <a:p>
                      <a:r>
                        <a:rPr lang="en-US" dirty="0">
                          <a:latin typeface="Times New Roman" pitchFamily="18" charset="0"/>
                          <a:cs typeface="Times New Roman" pitchFamily="18" charset="0"/>
                        </a:rPr>
                        <a:t>Research Methodology</a:t>
                      </a:r>
                    </a:p>
                  </a:txBody>
                  <a:tcPr anchor="ctr"/>
                </a:tc>
                <a:tc>
                  <a:txBody>
                    <a:bodyPr/>
                    <a:lstStyle/>
                    <a:p>
                      <a:r>
                        <a:rPr lang="en-US" dirty="0">
                          <a:latin typeface="Times New Roman" pitchFamily="18" charset="0"/>
                          <a:cs typeface="Times New Roman" pitchFamily="18" charset="0"/>
                        </a:rPr>
                        <a:t>IC 001</a:t>
                      </a:r>
                    </a:p>
                  </a:txBody>
                  <a:tcPr anchor="ctr"/>
                </a:tc>
                <a:tc>
                  <a:txBody>
                    <a:bodyPr/>
                    <a:lstStyle/>
                    <a:p>
                      <a:r>
                        <a:rPr lang="en-US" dirty="0">
                          <a:latin typeface="Times New Roman" pitchFamily="18" charset="0"/>
                          <a:cs typeface="Times New Roman" pitchFamily="18" charset="0"/>
                        </a:rPr>
                        <a:t>6</a:t>
                      </a:r>
                    </a:p>
                  </a:txBody>
                  <a:tcPr anchor="ctr"/>
                </a:tc>
                <a:tc>
                  <a:txBody>
                    <a:bodyPr/>
                    <a:lstStyle/>
                    <a:p>
                      <a:r>
                        <a:rPr lang="en-US" dirty="0" smtClean="0">
                          <a:latin typeface="Times New Roman" pitchFamily="18" charset="0"/>
                          <a:cs typeface="Times New Roman" pitchFamily="18" charset="0"/>
                        </a:rPr>
                        <a:t>AB</a:t>
                      </a:r>
                      <a:endParaRPr lang="en-US" dirty="0">
                        <a:latin typeface="Times New Roman" pitchFamily="18" charset="0"/>
                        <a:cs typeface="Times New Roman" pitchFamily="18" charset="0"/>
                      </a:endParaRPr>
                    </a:p>
                  </a:txBody>
                  <a:tcPr anchor="ctr"/>
                </a:tc>
                <a:extLst>
                  <a:ext uri="{0D108BD9-81ED-4DB2-BD59-A6C34878D82A}">
                    <a16:rowId xmlns="" xmlns:a16="http://schemas.microsoft.com/office/drawing/2014/main" val="2148602430"/>
                  </a:ext>
                </a:extLst>
              </a:tr>
              <a:tr h="629918">
                <a:tc>
                  <a:txBody>
                    <a:bodyPr/>
                    <a:lstStyle/>
                    <a:p>
                      <a:r>
                        <a:rPr lang="en-US" dirty="0" smtClean="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itchFamily="18" charset="0"/>
                          <a:cs typeface="Times New Roman" pitchFamily="18" charset="0"/>
                        </a:rPr>
                        <a:t>Linear Algebra and Random Processes</a:t>
                      </a:r>
                      <a:endParaRPr lang="en-US" dirty="0">
                        <a:latin typeface="Times New Roman" pitchFamily="18" charset="0"/>
                        <a:cs typeface="Times New Roman" pitchFamily="18" charset="0"/>
                      </a:endParaRPr>
                    </a:p>
                  </a:txBody>
                  <a:tcPr anchor="ctr"/>
                </a:tc>
                <a:tc>
                  <a:txBody>
                    <a:bodyPr/>
                    <a:lstStyle/>
                    <a:p>
                      <a:r>
                        <a:rPr lang="en-US" dirty="0">
                          <a:latin typeface="Times New Roman" pitchFamily="18" charset="0"/>
                          <a:cs typeface="Times New Roman" pitchFamily="18" charset="0"/>
                        </a:rPr>
                        <a:t>EC </a:t>
                      </a:r>
                      <a:r>
                        <a:rPr lang="en-US" dirty="0" smtClean="0">
                          <a:latin typeface="Times New Roman" pitchFamily="18" charset="0"/>
                          <a:cs typeface="Times New Roman" pitchFamily="18" charset="0"/>
                        </a:rPr>
                        <a:t>535</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8</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AA</a:t>
                      </a:r>
                      <a:endParaRPr lang="en-US" dirty="0">
                        <a:latin typeface="Times New Roman" pitchFamily="18" charset="0"/>
                        <a:cs typeface="Times New Roman" pitchFamily="18" charset="0"/>
                      </a:endParaRPr>
                    </a:p>
                  </a:txBody>
                  <a:tcPr anchor="ctr"/>
                </a:tc>
                <a:extLst>
                  <a:ext uri="{0D108BD9-81ED-4DB2-BD59-A6C34878D82A}">
                    <a16:rowId xmlns="" xmlns:a16="http://schemas.microsoft.com/office/drawing/2014/main" val="983394977"/>
                  </a:ext>
                </a:extLst>
              </a:tr>
              <a:tr h="497944">
                <a:tc>
                  <a:txBody>
                    <a:bodyPr/>
                    <a:lstStyle/>
                    <a:p>
                      <a:r>
                        <a:rPr lang="en-US" dirty="0" smtClean="0">
                          <a:latin typeface="Times New Roman" pitchFamily="18" charset="0"/>
                          <a:cs typeface="Times New Roman" pitchFamily="18" charset="0"/>
                        </a:rPr>
                        <a:t>3.</a:t>
                      </a:r>
                      <a:endParaRPr lang="en-US" dirty="0">
                        <a:latin typeface="Times New Roman" pitchFamily="18" charset="0"/>
                        <a:cs typeface="Times New Roman" pitchFamily="18" charset="0"/>
                      </a:endParaRPr>
                    </a:p>
                  </a:txBody>
                  <a:tcPr anchor="ctr"/>
                </a:tc>
                <a:tc>
                  <a:txBody>
                    <a:bodyPr/>
                    <a:lstStyle/>
                    <a:p>
                      <a:r>
                        <a:rPr lang="en-US" dirty="0">
                          <a:latin typeface="Times New Roman" pitchFamily="18" charset="0"/>
                          <a:cs typeface="Times New Roman" pitchFamily="18" charset="0"/>
                        </a:rPr>
                        <a:t>Signal Processing</a:t>
                      </a:r>
                    </a:p>
                  </a:txBody>
                  <a:tcPr anchor="ctr"/>
                </a:tc>
                <a:tc>
                  <a:txBody>
                    <a:bodyPr/>
                    <a:lstStyle/>
                    <a:p>
                      <a:r>
                        <a:rPr lang="en-US" dirty="0">
                          <a:latin typeface="Times New Roman" pitchFamily="18" charset="0"/>
                          <a:cs typeface="Times New Roman" pitchFamily="18" charset="0"/>
                        </a:rPr>
                        <a:t>EC 536</a:t>
                      </a:r>
                    </a:p>
                  </a:txBody>
                  <a:tcPr anchor="ctr"/>
                </a:tc>
                <a:tc>
                  <a:txBody>
                    <a:bodyPr/>
                    <a:lstStyle/>
                    <a:p>
                      <a:r>
                        <a:rPr lang="en-US" dirty="0">
                          <a:latin typeface="Times New Roman" pitchFamily="18" charset="0"/>
                          <a:cs typeface="Times New Roman" pitchFamily="18" charset="0"/>
                        </a:rPr>
                        <a:t>6</a:t>
                      </a:r>
                    </a:p>
                  </a:txBody>
                  <a:tcPr anchor="ctr"/>
                </a:tc>
                <a:tc>
                  <a:txBody>
                    <a:bodyPr/>
                    <a:lstStyle/>
                    <a:p>
                      <a:r>
                        <a:rPr lang="en-US" dirty="0" smtClean="0">
                          <a:latin typeface="Times New Roman" pitchFamily="18" charset="0"/>
                          <a:cs typeface="Times New Roman" pitchFamily="18" charset="0"/>
                        </a:rPr>
                        <a:t>BB</a:t>
                      </a:r>
                      <a:endParaRPr lang="en-US" dirty="0">
                        <a:latin typeface="Times New Roman" pitchFamily="18" charset="0"/>
                        <a:cs typeface="Times New Roman" pitchFamily="18" charset="0"/>
                      </a:endParaRPr>
                    </a:p>
                  </a:txBody>
                  <a:tcPr anchor="ctr"/>
                </a:tc>
                <a:extLst>
                  <a:ext uri="{0D108BD9-81ED-4DB2-BD59-A6C34878D82A}">
                    <a16:rowId xmlns="" xmlns:a16="http://schemas.microsoft.com/office/drawing/2014/main" val="3294122090"/>
                  </a:ext>
                </a:extLst>
              </a:tr>
              <a:tr h="497944">
                <a:tc>
                  <a:txBody>
                    <a:bodyPr/>
                    <a:lstStyle/>
                    <a:p>
                      <a:r>
                        <a:rPr lang="en-US" dirty="0" smtClean="0">
                          <a:latin typeface="Times New Roman" pitchFamily="18" charset="0"/>
                          <a:cs typeface="Times New Roman" pitchFamily="18" charset="0"/>
                        </a:rPr>
                        <a:t>4.</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Advanced Digital Communication</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EC 537</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6</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AB</a:t>
                      </a:r>
                      <a:endParaRPr lang="en-US" dirty="0">
                        <a:latin typeface="Times New Roman" pitchFamily="18" charset="0"/>
                        <a:cs typeface="Times New Roman" pitchFamily="18" charset="0"/>
                      </a:endParaRPr>
                    </a:p>
                  </a:txBody>
                  <a:tcPr anchor="ctr"/>
                </a:tc>
              </a:tr>
              <a:tr h="497944">
                <a:tc>
                  <a:txBody>
                    <a:bodyPr/>
                    <a:lstStyle/>
                    <a:p>
                      <a:r>
                        <a:rPr lang="en-US" dirty="0" smtClean="0">
                          <a:latin typeface="Times New Roman" pitchFamily="18" charset="0"/>
                          <a:cs typeface="Times New Roman" pitchFamily="18" charset="0"/>
                        </a:rPr>
                        <a:t>5.</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Communication Networks</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EC 542</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6</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AA</a:t>
                      </a:r>
                      <a:endParaRPr lang="en-US" dirty="0">
                        <a:latin typeface="Times New Roman" pitchFamily="18" charset="0"/>
                        <a:cs typeface="Times New Roman" pitchFamily="18" charset="0"/>
                      </a:endParaRPr>
                    </a:p>
                  </a:txBody>
                  <a:tcPr anchor="ctr"/>
                </a:tc>
              </a:tr>
              <a:tr h="497944">
                <a:tc>
                  <a:txBody>
                    <a:bodyPr/>
                    <a:lstStyle/>
                    <a:p>
                      <a:r>
                        <a:rPr lang="en-US" dirty="0" smtClean="0">
                          <a:latin typeface="Times New Roman" pitchFamily="18" charset="0"/>
                          <a:cs typeface="Times New Roman" pitchFamily="18" charset="0"/>
                        </a:rPr>
                        <a:t>6.</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Digital Signal Processors</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EC</a:t>
                      </a:r>
                      <a:r>
                        <a:rPr lang="en-US" baseline="0" dirty="0" smtClean="0">
                          <a:latin typeface="Times New Roman" pitchFamily="18" charset="0"/>
                          <a:cs typeface="Times New Roman" pitchFamily="18" charset="0"/>
                        </a:rPr>
                        <a:t> 543</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6</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BB</a:t>
                      </a:r>
                      <a:endParaRPr lang="en-US" dirty="0">
                        <a:latin typeface="Times New Roman" pitchFamily="18" charset="0"/>
                        <a:cs typeface="Times New Roman" pitchFamily="18" charset="0"/>
                      </a:endParaRPr>
                    </a:p>
                  </a:txBody>
                  <a:tcPr anchor="ctr"/>
                </a:tc>
              </a:tr>
              <a:tr h="497944">
                <a:tc>
                  <a:txBody>
                    <a:bodyPr/>
                    <a:lstStyle/>
                    <a:p>
                      <a:r>
                        <a:rPr lang="en-US" dirty="0" smtClean="0">
                          <a:latin typeface="Times New Roman" pitchFamily="18" charset="0"/>
                          <a:cs typeface="Times New Roman" pitchFamily="18" charset="0"/>
                        </a:rPr>
                        <a:t>7.</a:t>
                      </a:r>
                      <a:endParaRPr lang="en-US" dirty="0">
                        <a:latin typeface="Times New Roman" pitchFamily="18" charset="0"/>
                        <a:cs typeface="Times New Roman" pitchFamily="18" charset="0"/>
                      </a:endParaRPr>
                    </a:p>
                  </a:txBody>
                  <a:tcPr anchor="ctr"/>
                </a:tc>
                <a:tc>
                  <a:txBody>
                    <a:bodyPr/>
                    <a:lstStyle/>
                    <a:p>
                      <a:r>
                        <a:rPr lang="en-US" dirty="0" smtClean="0">
                          <a:latin typeface="Times New Roman" pitchFamily="18" charset="0"/>
                          <a:cs typeface="Times New Roman" pitchFamily="18" charset="0"/>
                        </a:rPr>
                        <a:t>Wireless Communication</a:t>
                      </a:r>
                      <a:endParaRPr lang="en-US" dirty="0">
                        <a:latin typeface="Times New Roman" pitchFamily="18" charset="0"/>
                        <a:cs typeface="Times New Roman" pitchFamily="18" charset="0"/>
                      </a:endParaRPr>
                    </a:p>
                  </a:txBody>
                  <a:tcPr anchor="ctr"/>
                </a:tc>
                <a:tc>
                  <a:txBody>
                    <a:bodyPr/>
                    <a:lstStyle/>
                    <a:p>
                      <a:r>
                        <a:rPr lang="en-US" dirty="0">
                          <a:latin typeface="Times New Roman" pitchFamily="18" charset="0"/>
                          <a:cs typeface="Times New Roman" pitchFamily="18" charset="0"/>
                        </a:rPr>
                        <a:t>EC </a:t>
                      </a:r>
                      <a:r>
                        <a:rPr lang="en-US" dirty="0" smtClean="0">
                          <a:latin typeface="Times New Roman" pitchFamily="18" charset="0"/>
                          <a:cs typeface="Times New Roman" pitchFamily="18" charset="0"/>
                        </a:rPr>
                        <a:t>572</a:t>
                      </a:r>
                      <a:endParaRPr lang="en-US" dirty="0">
                        <a:latin typeface="Times New Roman" pitchFamily="18" charset="0"/>
                        <a:cs typeface="Times New Roman" pitchFamily="18" charset="0"/>
                      </a:endParaRPr>
                    </a:p>
                  </a:txBody>
                  <a:tcPr anchor="ctr"/>
                </a:tc>
                <a:tc>
                  <a:txBody>
                    <a:bodyPr/>
                    <a:lstStyle/>
                    <a:p>
                      <a:r>
                        <a:rPr lang="en-US" dirty="0">
                          <a:latin typeface="Times New Roman" pitchFamily="18" charset="0"/>
                          <a:cs typeface="Times New Roman" pitchFamily="18" charset="0"/>
                        </a:rPr>
                        <a:t>6</a:t>
                      </a:r>
                    </a:p>
                  </a:txBody>
                  <a:tcPr anchor="ctr"/>
                </a:tc>
                <a:tc>
                  <a:txBody>
                    <a:bodyPr/>
                    <a:lstStyle/>
                    <a:p>
                      <a:r>
                        <a:rPr lang="en-US" dirty="0" smtClean="0">
                          <a:latin typeface="Times New Roman" pitchFamily="18" charset="0"/>
                          <a:cs typeface="Times New Roman" pitchFamily="18" charset="0"/>
                        </a:rPr>
                        <a:t>AA</a:t>
                      </a:r>
                      <a:endParaRPr lang="en-US" dirty="0">
                        <a:latin typeface="Times New Roman" pitchFamily="18" charset="0"/>
                        <a:cs typeface="Times New Roman" pitchFamily="18" charset="0"/>
                      </a:endParaRPr>
                    </a:p>
                  </a:txBody>
                  <a:tcPr anchor="ctr"/>
                </a:tc>
                <a:extLst>
                  <a:ext uri="{0D108BD9-81ED-4DB2-BD59-A6C34878D82A}">
                    <a16:rowId xmlns="" xmlns:a16="http://schemas.microsoft.com/office/drawing/2014/main" val="10004"/>
                  </a:ext>
                </a:extLst>
              </a:tr>
              <a:tr h="497944">
                <a:tc gridSpan="3">
                  <a:txBody>
                    <a:bodyPr/>
                    <a:lstStyle/>
                    <a:p>
                      <a:pPr algn="r"/>
                      <a:r>
                        <a:rPr lang="en-US" dirty="0" smtClean="0">
                          <a:latin typeface="Times New Roman" pitchFamily="18" charset="0"/>
                          <a:cs typeface="Times New Roman" pitchFamily="18" charset="0"/>
                        </a:rPr>
                        <a:t>Total </a:t>
                      </a:r>
                      <a:r>
                        <a:rPr lang="en-US" dirty="0">
                          <a:latin typeface="Times New Roman" pitchFamily="18" charset="0"/>
                          <a:cs typeface="Times New Roman" pitchFamily="18" charset="0"/>
                        </a:rPr>
                        <a:t>credit completed</a:t>
                      </a:r>
                    </a:p>
                  </a:txBody>
                  <a:tcPr anchor="ctr"/>
                </a:tc>
                <a:tc hMerge="1">
                  <a:txBody>
                    <a:bodyPr/>
                    <a:lstStyle/>
                    <a:p>
                      <a:endParaRPr lang="en-US" dirty="0"/>
                    </a:p>
                  </a:txBody>
                  <a:tcPr anchor="ctr"/>
                </a:tc>
                <a:tc hMerge="1">
                  <a:txBody>
                    <a:bodyPr/>
                    <a:lstStyle/>
                    <a:p>
                      <a:endParaRPr lang="en-US" dirty="0"/>
                    </a:p>
                  </a:txBody>
                  <a:tcPr anchor="ctr"/>
                </a:tc>
                <a:tc gridSpan="2">
                  <a:txBody>
                    <a:bodyPr/>
                    <a:lstStyle/>
                    <a:p>
                      <a:r>
                        <a:rPr lang="en-US" dirty="0" smtClean="0">
                          <a:latin typeface="Times New Roman" pitchFamily="18" charset="0"/>
                          <a:cs typeface="Times New Roman" pitchFamily="18" charset="0"/>
                        </a:rPr>
                        <a:t>44</a:t>
                      </a:r>
                      <a:endParaRPr lang="en-US" dirty="0">
                        <a:latin typeface="Times New Roman" pitchFamily="18" charset="0"/>
                        <a:cs typeface="Times New Roman" pitchFamily="18" charset="0"/>
                      </a:endParaRPr>
                    </a:p>
                  </a:txBody>
                  <a:tcPr anchor="ctr"/>
                </a:tc>
                <a:tc hMerge="1">
                  <a:txBody>
                    <a:bodyPr/>
                    <a:lstStyle/>
                    <a:p>
                      <a:endParaRPr lang="en-US" dirty="0"/>
                    </a:p>
                  </a:txBody>
                  <a:tcPr anchor="ctr"/>
                </a:tc>
                <a:extLst>
                  <a:ext uri="{0D108BD9-81ED-4DB2-BD59-A6C34878D82A}">
                    <a16:rowId xmlns="" xmlns:a16="http://schemas.microsoft.com/office/drawing/2014/main" val="1060968343"/>
                  </a:ext>
                </a:extLst>
              </a:tr>
              <a:tr h="359953">
                <a:tc gridSpan="3">
                  <a:txBody>
                    <a:bodyPr/>
                    <a:lstStyle/>
                    <a:p>
                      <a:pPr algn="r"/>
                      <a:r>
                        <a:rPr lang="en-US" dirty="0" smtClean="0">
                          <a:latin typeface="Times New Roman" pitchFamily="18" charset="0"/>
                          <a:cs typeface="Times New Roman" pitchFamily="18" charset="0"/>
                        </a:rPr>
                        <a:t>CPI </a:t>
                      </a:r>
                      <a:r>
                        <a:rPr lang="en-US" dirty="0">
                          <a:latin typeface="Times New Roman" pitchFamily="18" charset="0"/>
                          <a:cs typeface="Times New Roman" pitchFamily="18" charset="0"/>
                        </a:rPr>
                        <a:t>obtained</a:t>
                      </a:r>
                    </a:p>
                  </a:txBody>
                  <a:tcPr anchor="ctr"/>
                </a:tc>
                <a:tc hMerge="1">
                  <a:txBody>
                    <a:bodyPr/>
                    <a:lstStyle/>
                    <a:p>
                      <a:endParaRPr lang="en-US" dirty="0"/>
                    </a:p>
                  </a:txBody>
                  <a:tcPr anchor="ctr"/>
                </a:tc>
                <a:tc hMerge="1">
                  <a:txBody>
                    <a:bodyPr/>
                    <a:lstStyle/>
                    <a:p>
                      <a:endParaRPr lang="en-US" dirty="0"/>
                    </a:p>
                  </a:txBody>
                  <a:tcPr anchor="ctr"/>
                </a:tc>
                <a:tc gridSpan="2">
                  <a:txBody>
                    <a:bodyPr/>
                    <a:lstStyle/>
                    <a:p>
                      <a:r>
                        <a:rPr lang="en-US" dirty="0" smtClean="0">
                          <a:latin typeface="Times New Roman" pitchFamily="18" charset="0"/>
                          <a:cs typeface="Times New Roman" pitchFamily="18" charset="0"/>
                        </a:rPr>
                        <a:t>9.18</a:t>
                      </a:r>
                      <a:endParaRPr lang="en-US" dirty="0">
                        <a:latin typeface="Times New Roman" pitchFamily="18" charset="0"/>
                        <a:cs typeface="Times New Roman" pitchFamily="18" charset="0"/>
                      </a:endParaRPr>
                    </a:p>
                  </a:txBody>
                  <a:tcPr anchor="ctr"/>
                </a:tc>
                <a:tc hMerge="1">
                  <a:txBody>
                    <a:bodyPr/>
                    <a:lstStyle/>
                    <a:p>
                      <a:endParaRPr lang="en-US" dirty="0"/>
                    </a:p>
                  </a:txBody>
                  <a:tcPr anchor="ctr"/>
                </a:tc>
                <a:extLst>
                  <a:ext uri="{0D108BD9-81ED-4DB2-BD59-A6C34878D82A}">
                    <a16:rowId xmlns="" xmlns:a16="http://schemas.microsoft.com/office/drawing/2014/main" val="179566881"/>
                  </a:ext>
                </a:extLst>
              </a:tr>
            </a:tbl>
          </a:graphicData>
        </a:graphic>
      </p:graphicFrame>
      <p:pic>
        <p:nvPicPr>
          <p:cNvPr id="6" name="Picture 5" descr="C:\Users\Subhasis\Desktop\logo nit.png"/>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62F7EE57-3C24-4501-B991-D9E86760D5D3}"/>
              </a:ext>
            </a:extLst>
          </p:cNvPr>
          <p:cNvSpPr>
            <a:spLocks noGrp="1"/>
          </p:cNvSpPr>
          <p:nvPr>
            <p:ph type="title"/>
          </p:nvPr>
        </p:nvSpPr>
        <p:spPr>
          <a:xfrm>
            <a:off x="848976" y="125153"/>
            <a:ext cx="7543800" cy="941648"/>
          </a:xfrm>
        </p:spPr>
        <p:txBody>
          <a:bodyPr>
            <a:normAutofit/>
          </a:bodyPr>
          <a:lstStyle/>
          <a:p>
            <a:pPr algn="ctr">
              <a:defRPr/>
            </a:pPr>
            <a:r>
              <a:rPr lang="en-US" sz="2400" b="1" dirty="0" smtClean="0">
                <a:solidFill>
                  <a:schemeClr val="tx1"/>
                </a:solidFill>
                <a:latin typeface="+mn-lt"/>
                <a:cs typeface="Times New Roman" panose="02020603050405020304" pitchFamily="18" charset="0"/>
              </a:rPr>
              <a:t>COURSE I</a:t>
            </a:r>
            <a:endParaRPr lang="en-US" sz="2400" b="1" dirty="0">
              <a:solidFill>
                <a:schemeClr val="tx1"/>
              </a:solidFill>
              <a:latin typeface="+mn-lt"/>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9558A6C-653A-42D5-910F-6320902B3C5C}"/>
              </a:ext>
            </a:extLst>
          </p:cNvPr>
          <p:cNvSpPr>
            <a:spLocks noGrp="1"/>
          </p:cNvSpPr>
          <p:nvPr>
            <p:ph idx="1"/>
          </p:nvPr>
        </p:nvSpPr>
        <p:spPr>
          <a:xfrm>
            <a:off x="860606" y="1752600"/>
            <a:ext cx="7826194" cy="4659306"/>
          </a:xfrm>
        </p:spPr>
        <p:txBody>
          <a:bodyPr/>
          <a:lstStyle/>
          <a:p>
            <a:r>
              <a:rPr lang="en-US" sz="3000" kern="0" dirty="0" smtClean="0">
                <a:solidFill>
                  <a:schemeClr val="tx1"/>
                </a:solidFill>
                <a:cs typeface="Times New Roman" panose="02020603050405020304" pitchFamily="18" charset="0"/>
              </a:rPr>
              <a:t>          </a:t>
            </a:r>
          </a:p>
          <a:p>
            <a:pPr marL="201168" lvl="1" indent="0">
              <a:buNone/>
            </a:pPr>
            <a:endParaRPr lang="en-US" sz="3000" kern="0" dirty="0">
              <a:solidFill>
                <a:schemeClr val="tx1"/>
              </a:solidFill>
              <a:cs typeface="Times New Roman" panose="02020603050405020304" pitchFamily="18" charset="0"/>
            </a:endParaRPr>
          </a:p>
          <a:p>
            <a:pPr marL="0" lvl="0" indent="0">
              <a:lnSpc>
                <a:spcPct val="100000"/>
              </a:lnSpc>
              <a:spcBef>
                <a:spcPct val="0"/>
              </a:spcBef>
              <a:spcAft>
                <a:spcPts val="0"/>
              </a:spcAft>
              <a:buClrTx/>
              <a:buSzTx/>
              <a:buNone/>
              <a:defRPr/>
            </a:pPr>
            <a:r>
              <a:rPr lang="en-US" sz="3000" kern="0" dirty="0">
                <a:solidFill>
                  <a:schemeClr val="tx1"/>
                </a:solidFill>
                <a:effectLst>
                  <a:outerShdw blurRad="38100" dist="38100" dir="2700000" algn="tl">
                    <a:srgbClr val="000000">
                      <a:alpha val="43137"/>
                    </a:srgbClr>
                  </a:outerShdw>
                </a:effectLst>
                <a:cs typeface="Times New Roman" panose="02020603050405020304" pitchFamily="18" charset="0"/>
              </a:rPr>
              <a:t>  </a:t>
            </a:r>
            <a:r>
              <a:rPr lang="en-US" sz="2800" kern="0" dirty="0">
                <a:solidFill>
                  <a:schemeClr val="accent4">
                    <a:lumMod val="50000"/>
                  </a:schemeClr>
                </a:solidFill>
                <a:effectLst>
                  <a:outerShdw blurRad="38100" dist="38100" dir="2700000" algn="tl">
                    <a:srgbClr val="000000">
                      <a:alpha val="43137"/>
                    </a:srgbClr>
                  </a:outerShdw>
                </a:effectLst>
                <a:cs typeface="Times New Roman" panose="02020603050405020304" pitchFamily="18" charset="0"/>
              </a:rPr>
              <a:t>      </a:t>
            </a:r>
            <a:r>
              <a:rPr lang="en-US" sz="2800" kern="0" dirty="0" smtClean="0">
                <a:solidFill>
                  <a:schemeClr val="accent4">
                    <a:lumMod val="50000"/>
                  </a:schemeClr>
                </a:solidFill>
                <a:effectLst>
                  <a:outerShdw blurRad="38100" dist="38100" dir="2700000" algn="tl">
                    <a:srgbClr val="000000">
                      <a:alpha val="43137"/>
                    </a:srgbClr>
                  </a:outerShdw>
                </a:effectLst>
                <a:cs typeface="Times New Roman" panose="02020603050405020304" pitchFamily="18" charset="0"/>
              </a:rPr>
              <a:t>           </a:t>
            </a:r>
            <a:r>
              <a:rPr lang="en-US" sz="3000" b="1" kern="0" dirty="0" smtClean="0">
                <a:solidFill>
                  <a:schemeClr val="tx1"/>
                </a:solidFill>
                <a:cs typeface="Times New Roman" panose="02020603050405020304" pitchFamily="18" charset="0"/>
              </a:rPr>
              <a:t>IC </a:t>
            </a:r>
            <a:r>
              <a:rPr lang="en-US" sz="3000" b="1" kern="0" dirty="0">
                <a:solidFill>
                  <a:schemeClr val="tx1"/>
                </a:solidFill>
                <a:cs typeface="Times New Roman" panose="02020603050405020304" pitchFamily="18" charset="0"/>
              </a:rPr>
              <a:t>001: </a:t>
            </a:r>
            <a:r>
              <a:rPr lang="en-US" sz="3000" b="1" dirty="0" smtClean="0">
                <a:solidFill>
                  <a:schemeClr val="tx1"/>
                </a:solidFill>
                <a:latin typeface="Times New Roman" pitchFamily="18" charset="0"/>
                <a:cs typeface="Times New Roman" pitchFamily="18" charset="0"/>
              </a:rPr>
              <a:t>Research Methodology</a:t>
            </a:r>
          </a:p>
          <a:p>
            <a:pPr marL="1028700" lvl="1" indent="-540000">
              <a:buNone/>
            </a:pPr>
            <a:r>
              <a:rPr lang="en-US" sz="3000" b="1" dirty="0" smtClean="0">
                <a:solidFill>
                  <a:schemeClr val="tx1"/>
                </a:solidFill>
                <a:latin typeface="Times New Roman" pitchFamily="18" charset="0"/>
                <a:cs typeface="Times New Roman" pitchFamily="18" charset="0"/>
              </a:rPr>
              <a:t>          </a:t>
            </a:r>
            <a:r>
              <a:rPr lang="en-IN" sz="2000" dirty="0" smtClean="0">
                <a:solidFill>
                  <a:schemeClr val="tx1"/>
                </a:solidFill>
                <a:latin typeface="Times New Roman" panose="02020603050405020304" pitchFamily="18" charset="0"/>
                <a:cs typeface="Times New Roman" panose="02020603050405020304" pitchFamily="18" charset="0"/>
              </a:rPr>
              <a:t>Course Instructors:</a:t>
            </a:r>
          </a:p>
          <a:p>
            <a:pPr marL="1485900" lvl="2" indent="-540000">
              <a:buNone/>
            </a:pPr>
            <a:r>
              <a:rPr lang="en-IN" sz="1800" dirty="0" smtClean="0">
                <a:latin typeface="Times New Roman" panose="02020603050405020304" pitchFamily="18" charset="0"/>
                <a:cs typeface="Times New Roman" panose="02020603050405020304" pitchFamily="18" charset="0"/>
              </a:rPr>
              <a:t>                                          </a:t>
            </a:r>
            <a:r>
              <a:rPr lang="en-IN" sz="1800" dirty="0" smtClean="0">
                <a:solidFill>
                  <a:schemeClr val="tx1"/>
                </a:solidFill>
                <a:latin typeface="Times New Roman" panose="02020603050405020304" pitchFamily="18" charset="0"/>
                <a:cs typeface="Times New Roman" panose="02020603050405020304" pitchFamily="18" charset="0"/>
              </a:rPr>
              <a:t>Prof. G. Das, Professor Dept. of Humanities</a:t>
            </a:r>
          </a:p>
          <a:p>
            <a:pPr marL="1485900" lvl="2" indent="-540000">
              <a:buNone/>
            </a:pPr>
            <a:r>
              <a:rPr lang="en-IN" sz="1800" dirty="0" smtClean="0">
                <a:solidFill>
                  <a:schemeClr val="tx1"/>
                </a:solidFill>
                <a:latin typeface="Times New Roman" panose="02020603050405020304" pitchFamily="18" charset="0"/>
                <a:cs typeface="Times New Roman" panose="02020603050405020304" pitchFamily="18" charset="0"/>
              </a:rPr>
              <a:t>                                          Prof. N. Sinha, Professor Dept. of EE</a:t>
            </a:r>
          </a:p>
          <a:p>
            <a:pPr marL="1485900" lvl="2" indent="-540000">
              <a:buNone/>
            </a:pPr>
            <a:r>
              <a:rPr lang="en-IN" sz="1800" dirty="0" smtClean="0">
                <a:solidFill>
                  <a:schemeClr val="tx1"/>
                </a:solidFill>
                <a:latin typeface="Times New Roman" panose="02020603050405020304" pitchFamily="18" charset="0"/>
                <a:cs typeface="Times New Roman" panose="02020603050405020304" pitchFamily="18" charset="0"/>
              </a:rPr>
              <a:t>                                          Prof. B. K. Roy, Professor Dept. of EE</a:t>
            </a:r>
          </a:p>
          <a:p>
            <a:pPr marL="1485900" lvl="2" indent="-540000">
              <a:buNone/>
            </a:pPr>
            <a:r>
              <a:rPr lang="en-IN" sz="1800" dirty="0" smtClean="0">
                <a:solidFill>
                  <a:schemeClr val="tx1"/>
                </a:solidFill>
                <a:latin typeface="Times New Roman" panose="02020603050405020304" pitchFamily="18" charset="0"/>
                <a:cs typeface="Times New Roman" panose="02020603050405020304" pitchFamily="18" charset="0"/>
              </a:rPr>
              <a:t>                                          Prof. A. Roy,  Professor, Dept. of Physics</a:t>
            </a:r>
          </a:p>
          <a:p>
            <a:pPr marL="1485900" lvl="2" indent="-540000">
              <a:buNone/>
            </a:pPr>
            <a:r>
              <a:rPr lang="en-IN" sz="1800" dirty="0" smtClean="0">
                <a:solidFill>
                  <a:schemeClr val="tx1"/>
                </a:solidFill>
                <a:latin typeface="Times New Roman" panose="02020603050405020304" pitchFamily="18" charset="0"/>
                <a:cs typeface="Times New Roman" panose="02020603050405020304" pitchFamily="18" charset="0"/>
              </a:rPr>
              <a:t>                                          Prof. M. A. Ahmed, Professor, Dept of Civil</a:t>
            </a:r>
          </a:p>
          <a:p>
            <a:pPr marL="0" lvl="0" indent="0">
              <a:lnSpc>
                <a:spcPct val="100000"/>
              </a:lnSpc>
              <a:spcBef>
                <a:spcPct val="0"/>
              </a:spcBef>
              <a:spcAft>
                <a:spcPts val="0"/>
              </a:spcAft>
              <a:buClrTx/>
              <a:buSzTx/>
              <a:buNone/>
              <a:defRPr/>
            </a:pPr>
            <a:endParaRPr lang="en-US" sz="3000" b="1" dirty="0">
              <a:solidFill>
                <a:schemeClr val="tx1"/>
              </a:solidFill>
              <a:latin typeface="Times New Roman" pitchFamily="18" charset="0"/>
              <a:cs typeface="Times New Roman" pitchFamily="18" charset="0"/>
            </a:endParaRPr>
          </a:p>
          <a:p>
            <a:endParaRPr lang="en-IN" dirty="0"/>
          </a:p>
        </p:txBody>
      </p:sp>
      <p:sp>
        <p:nvSpPr>
          <p:cNvPr id="46"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ADAA7110-07E3-4531-A869-BA67F91F7D2A}"/>
              </a:ext>
            </a:extLst>
          </p:cNvPr>
          <p:cNvSpPr>
            <a:spLocks noGrp="1"/>
          </p:cNvSpPr>
          <p:nvPr>
            <p:ph type="sldNum" sz="quarter" idx="12"/>
          </p:nvPr>
        </p:nvSpPr>
        <p:spPr/>
        <p:txBody>
          <a:bodyPr/>
          <a:lstStyle/>
          <a:p>
            <a:fld id="{B6F15528-21DE-4FAA-801E-634DDDAF4B2B}" type="slidenum">
              <a:rPr lang="en-US" smtClean="0"/>
              <a:pPr/>
              <a:t>3</a:t>
            </a:fld>
            <a:endParaRPr lang="en-US" dirty="0"/>
          </a:p>
        </p:txBody>
      </p:sp>
      <mc:AlternateContent xmlns:mc="http://schemas.openxmlformats.org/markup-compatibility/2006">
        <mc:Choice xmlns:p14="http://schemas.microsoft.com/office/powerpoint/2010/main" xmlns="" Requires="p14">
          <p:contentPart p14:bwMode="auto" r:id="rId3">
            <p14:nvContentPartPr>
              <p14:cNvPr id="9" name="Ink 8">
                <a:extLst>
                  <a:ext uri="{FF2B5EF4-FFF2-40B4-BE49-F238E27FC236}">
                    <a16:creationId xmlns="" xmlns:a16="http://schemas.microsoft.com/office/drawing/2014/main" id="{EC47A80E-8DAF-4CB2-8925-6403D2AD8EDE}"/>
                  </a:ext>
                </a:extLst>
              </p14:cNvPr>
              <p14:cNvContentPartPr/>
              <p14:nvPr/>
            </p14:nvContentPartPr>
            <p14:xfrm>
              <a:off x="877056" y="1696614"/>
              <a:ext cx="289800" cy="48600"/>
            </p14:xfrm>
          </p:contentPart>
        </mc:Choice>
        <mc:Fallback>
          <p:pic>
            <p:nvPicPr>
              <p:cNvPr id="9" name="Ink 8">
                <a:extLst>
                  <a:ext uri="{FF2B5EF4-FFF2-40B4-BE49-F238E27FC236}">
                    <a16:creationId xmlns:p14="http://schemas.microsoft.com/office/powerpoint/2010/main" xmlns="" xmlns:a16="http://schemas.microsoft.com/office/drawing/2014/main" id="{EC47A80E-8DAF-4CB2-8925-6403D2AD8EDE}"/>
                  </a:ext>
                </a:extLst>
              </p:cNvPr>
              <p:cNvPicPr/>
              <p:nvPr/>
            </p:nvPicPr>
            <p:blipFill>
              <a:blip r:embed="rId4" cstate="print"/>
              <a:stretch>
                <a:fillRect/>
              </a:stretch>
            </p:blipFill>
            <p:spPr>
              <a:xfrm>
                <a:off x="868056" y="1687614"/>
                <a:ext cx="307440" cy="662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
            <p14:nvContentPartPr>
              <p14:cNvPr id="11" name="Ink 10">
                <a:extLst>
                  <a:ext uri="{FF2B5EF4-FFF2-40B4-BE49-F238E27FC236}">
                    <a16:creationId xmlns="" xmlns:a16="http://schemas.microsoft.com/office/drawing/2014/main" id="{E68075B0-B2EC-4B6E-9788-3918A7CE26FF}"/>
                  </a:ext>
                </a:extLst>
              </p14:cNvPr>
              <p14:cNvContentPartPr/>
              <p14:nvPr/>
            </p14:nvContentPartPr>
            <p14:xfrm>
              <a:off x="811896" y="1534974"/>
              <a:ext cx="2751120" cy="351000"/>
            </p14:xfrm>
          </p:contentPart>
        </mc:Choice>
        <mc:Fallback>
          <p:pic>
            <p:nvPicPr>
              <p:cNvPr id="11" name="Ink 10">
                <a:extLst>
                  <a:ext uri="{FF2B5EF4-FFF2-40B4-BE49-F238E27FC236}">
                    <a16:creationId xmlns:a16="http://schemas.microsoft.com/office/drawing/2014/main" xmlns="" xmlns:p14="http://schemas.microsoft.com/office/powerpoint/2010/main" id="{E68075B0-B2EC-4B6E-9788-3918A7CE26FF}"/>
                  </a:ext>
                </a:extLst>
              </p:cNvPr>
              <p:cNvPicPr/>
              <p:nvPr/>
            </p:nvPicPr>
            <p:blipFill>
              <a:blip r:embed="rId6" cstate="print"/>
              <a:stretch>
                <a:fillRect/>
              </a:stretch>
            </p:blipFill>
            <p:spPr>
              <a:xfrm>
                <a:off x="802896" y="1525974"/>
                <a:ext cx="2769120" cy="369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
            <p14:nvContentPartPr>
              <p14:cNvPr id="34" name="Ink 33">
                <a:extLst>
                  <a:ext uri="{FF2B5EF4-FFF2-40B4-BE49-F238E27FC236}">
                    <a16:creationId xmlns="" xmlns:a16="http://schemas.microsoft.com/office/drawing/2014/main" id="{7554D1FA-C4FE-41AA-9AAC-AD104842C677}"/>
                  </a:ext>
                </a:extLst>
              </p14:cNvPr>
              <p14:cNvContentPartPr/>
              <p14:nvPr/>
            </p14:nvContentPartPr>
            <p14:xfrm>
              <a:off x="895776" y="1691574"/>
              <a:ext cx="662760" cy="333360"/>
            </p14:xfrm>
          </p:contentPart>
        </mc:Choice>
        <mc:Fallback>
          <p:pic>
            <p:nvPicPr>
              <p:cNvPr id="34" name="Ink 33">
                <a:extLst>
                  <a:ext uri="{FF2B5EF4-FFF2-40B4-BE49-F238E27FC236}">
                    <a16:creationId xmlns:p14="http://schemas.microsoft.com/office/powerpoint/2010/main" xmlns="" xmlns:a16="http://schemas.microsoft.com/office/drawing/2014/main" id="{7554D1FA-C4FE-41AA-9AAC-AD104842C677}"/>
                  </a:ext>
                </a:extLst>
              </p:cNvPr>
              <p:cNvPicPr/>
              <p:nvPr/>
            </p:nvPicPr>
            <p:blipFill>
              <a:blip r:embed="rId8" cstate="print"/>
              <a:stretch>
                <a:fillRect/>
              </a:stretch>
            </p:blipFill>
            <p:spPr>
              <a:xfrm>
                <a:off x="886776" y="1682574"/>
                <a:ext cx="680400" cy="351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9">
            <p14:nvContentPartPr>
              <p14:cNvPr id="35" name="Ink 34">
                <a:extLst>
                  <a:ext uri="{FF2B5EF4-FFF2-40B4-BE49-F238E27FC236}">
                    <a16:creationId xmlns="" xmlns:a16="http://schemas.microsoft.com/office/drawing/2014/main" id="{03BC26BD-C788-4CC9-8059-53C28980678E}"/>
                  </a:ext>
                </a:extLst>
              </p14:cNvPr>
              <p14:cNvContentPartPr/>
              <p14:nvPr/>
            </p14:nvContentPartPr>
            <p14:xfrm>
              <a:off x="1203576" y="1744854"/>
              <a:ext cx="28440" cy="360"/>
            </p14:xfrm>
          </p:contentPart>
        </mc:Choice>
        <mc:Fallback>
          <p:pic>
            <p:nvPicPr>
              <p:cNvPr id="35" name="Ink 34">
                <a:extLst>
                  <a:ext uri="{FF2B5EF4-FFF2-40B4-BE49-F238E27FC236}">
                    <a16:creationId xmlns:p14="http://schemas.microsoft.com/office/powerpoint/2010/main" xmlns="" xmlns:a16="http://schemas.microsoft.com/office/drawing/2014/main" id="{03BC26BD-C788-4CC9-8059-53C28980678E}"/>
                  </a:ext>
                </a:extLst>
              </p:cNvPr>
              <p:cNvPicPr/>
              <p:nvPr/>
            </p:nvPicPr>
            <p:blipFill>
              <a:blip r:embed="rId10" cstate="print"/>
              <a:stretch>
                <a:fillRect/>
              </a:stretch>
            </p:blipFill>
            <p:spPr>
              <a:xfrm>
                <a:off x="1194576" y="1735854"/>
                <a:ext cx="46080" cy="18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3">
            <p14:nvContentPartPr>
              <p14:cNvPr id="36" name="Ink 35">
                <a:extLst>
                  <a:ext uri="{FF2B5EF4-FFF2-40B4-BE49-F238E27FC236}">
                    <a16:creationId xmlns="" xmlns:a16="http://schemas.microsoft.com/office/drawing/2014/main" id="{87F8D73A-9859-4255-BB9A-57118043E9CA}"/>
                  </a:ext>
                </a:extLst>
              </p14:cNvPr>
              <p14:cNvContentPartPr/>
              <p14:nvPr/>
            </p14:nvContentPartPr>
            <p14:xfrm>
              <a:off x="1175496" y="1732974"/>
              <a:ext cx="1530720" cy="41400"/>
            </p14:xfrm>
          </p:contentPart>
        </mc:Choice>
        <mc:Fallback>
          <p:pic>
            <p:nvPicPr>
              <p:cNvPr id="36" name="Ink 35">
                <a:extLst>
                  <a:ext uri="{FF2B5EF4-FFF2-40B4-BE49-F238E27FC236}">
                    <a16:creationId xmlns:p14="http://schemas.microsoft.com/office/powerpoint/2010/main" xmlns="" xmlns:a16="http://schemas.microsoft.com/office/drawing/2014/main" id="{87F8D73A-9859-4255-BB9A-57118043E9CA}"/>
                  </a:ext>
                </a:extLst>
              </p:cNvPr>
              <p:cNvPicPr/>
              <p:nvPr/>
            </p:nvPicPr>
            <p:blipFill>
              <a:blip r:embed="rId14" cstate="print"/>
              <a:stretch>
                <a:fillRect/>
              </a:stretch>
            </p:blipFill>
            <p:spPr>
              <a:xfrm>
                <a:off x="1166496" y="1723974"/>
                <a:ext cx="1548360" cy="590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5">
            <p14:nvContentPartPr>
              <p14:cNvPr id="37" name="Ink 36">
                <a:extLst>
                  <a:ext uri="{FF2B5EF4-FFF2-40B4-BE49-F238E27FC236}">
                    <a16:creationId xmlns="" xmlns:a16="http://schemas.microsoft.com/office/drawing/2014/main" id="{C1AC544E-6469-4812-8E52-20DEF62F72AC}"/>
                  </a:ext>
                </a:extLst>
              </p14:cNvPr>
              <p14:cNvContentPartPr/>
              <p14:nvPr/>
            </p14:nvContentPartPr>
            <p14:xfrm>
              <a:off x="2143896" y="1866174"/>
              <a:ext cx="24840" cy="304200"/>
            </p14:xfrm>
          </p:contentPart>
        </mc:Choice>
        <mc:Fallback>
          <p:pic>
            <p:nvPicPr>
              <p:cNvPr id="37" name="Ink 36">
                <a:extLst>
                  <a:ext uri="{FF2B5EF4-FFF2-40B4-BE49-F238E27FC236}">
                    <a16:creationId xmlns:p14="http://schemas.microsoft.com/office/powerpoint/2010/main" xmlns="" xmlns:a16="http://schemas.microsoft.com/office/drawing/2014/main" id="{C1AC544E-6469-4812-8E52-20DEF62F72AC}"/>
                  </a:ext>
                </a:extLst>
              </p:cNvPr>
              <p:cNvPicPr/>
              <p:nvPr/>
            </p:nvPicPr>
            <p:blipFill>
              <a:blip r:embed="rId16" cstate="print"/>
              <a:stretch>
                <a:fillRect/>
              </a:stretch>
            </p:blipFill>
            <p:spPr>
              <a:xfrm>
                <a:off x="2134896" y="1857174"/>
                <a:ext cx="42480" cy="3218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7">
            <p14:nvContentPartPr>
              <p14:cNvPr id="38" name="Ink 37">
                <a:extLst>
                  <a:ext uri="{FF2B5EF4-FFF2-40B4-BE49-F238E27FC236}">
                    <a16:creationId xmlns="" xmlns:a16="http://schemas.microsoft.com/office/drawing/2014/main" id="{C342040A-D3F7-462A-8960-E6DAB6EE8580}"/>
                  </a:ext>
                </a:extLst>
              </p14:cNvPr>
              <p14:cNvContentPartPr/>
              <p14:nvPr/>
            </p14:nvContentPartPr>
            <p14:xfrm>
              <a:off x="1167576" y="1730814"/>
              <a:ext cx="2415600" cy="109800"/>
            </p14:xfrm>
          </p:contentPart>
        </mc:Choice>
        <mc:Fallback>
          <p:pic>
            <p:nvPicPr>
              <p:cNvPr id="38" name="Ink 37">
                <a:extLst>
                  <a:ext uri="{FF2B5EF4-FFF2-40B4-BE49-F238E27FC236}">
                    <a16:creationId xmlns:p14="http://schemas.microsoft.com/office/powerpoint/2010/main" xmlns="" xmlns:a16="http://schemas.microsoft.com/office/drawing/2014/main" id="{C342040A-D3F7-462A-8960-E6DAB6EE8580}"/>
                  </a:ext>
                </a:extLst>
              </p:cNvPr>
              <p:cNvPicPr/>
              <p:nvPr/>
            </p:nvPicPr>
            <p:blipFill>
              <a:blip r:embed="rId18" cstate="print"/>
              <a:stretch>
                <a:fillRect/>
              </a:stretch>
            </p:blipFill>
            <p:spPr>
              <a:xfrm>
                <a:off x="1158576" y="1721814"/>
                <a:ext cx="2433240" cy="1274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9">
            <p14:nvContentPartPr>
              <p14:cNvPr id="41" name="Ink 40">
                <a:extLst>
                  <a:ext uri="{FF2B5EF4-FFF2-40B4-BE49-F238E27FC236}">
                    <a16:creationId xmlns="" xmlns:a16="http://schemas.microsoft.com/office/drawing/2014/main" id="{43E15590-51C9-4C51-B131-5007681F9A6B}"/>
                  </a:ext>
                </a:extLst>
              </p14:cNvPr>
              <p14:cNvContentPartPr/>
              <p14:nvPr/>
            </p14:nvContentPartPr>
            <p14:xfrm>
              <a:off x="2323176" y="1726134"/>
              <a:ext cx="1045440" cy="19800"/>
            </p14:xfrm>
          </p:contentPart>
        </mc:Choice>
        <mc:Fallback>
          <p:pic>
            <p:nvPicPr>
              <p:cNvPr id="41" name="Ink 40">
                <a:extLst>
                  <a:ext uri="{FF2B5EF4-FFF2-40B4-BE49-F238E27FC236}">
                    <a16:creationId xmlns:p14="http://schemas.microsoft.com/office/powerpoint/2010/main" xmlns="" xmlns:a16="http://schemas.microsoft.com/office/drawing/2014/main" id="{43E15590-51C9-4C51-B131-5007681F9A6B}"/>
                  </a:ext>
                </a:extLst>
              </p:cNvPr>
              <p:cNvPicPr/>
              <p:nvPr/>
            </p:nvPicPr>
            <p:blipFill>
              <a:blip r:embed="rId20" cstate="print"/>
              <a:stretch>
                <a:fillRect/>
              </a:stretch>
            </p:blipFill>
            <p:spPr>
              <a:xfrm>
                <a:off x="2314176" y="1717134"/>
                <a:ext cx="1063080" cy="374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1">
            <p14:nvContentPartPr>
              <p14:cNvPr id="42" name="Ink 41">
                <a:extLst>
                  <a:ext uri="{FF2B5EF4-FFF2-40B4-BE49-F238E27FC236}">
                    <a16:creationId xmlns="" xmlns:a16="http://schemas.microsoft.com/office/drawing/2014/main" id="{9B0F2D85-998C-44B0-AB2F-81548552D83E}"/>
                  </a:ext>
                </a:extLst>
              </p14:cNvPr>
              <p14:cNvContentPartPr/>
              <p14:nvPr/>
            </p14:nvContentPartPr>
            <p14:xfrm>
              <a:off x="2174136" y="1741254"/>
              <a:ext cx="942480" cy="62280"/>
            </p14:xfrm>
          </p:contentPart>
        </mc:Choice>
        <mc:Fallback>
          <p:pic>
            <p:nvPicPr>
              <p:cNvPr id="42" name="Ink 41">
                <a:extLst>
                  <a:ext uri="{FF2B5EF4-FFF2-40B4-BE49-F238E27FC236}">
                    <a16:creationId xmlns:p14="http://schemas.microsoft.com/office/powerpoint/2010/main" xmlns="" xmlns:a16="http://schemas.microsoft.com/office/drawing/2014/main" id="{9B0F2D85-998C-44B0-AB2F-81548552D83E}"/>
                  </a:ext>
                </a:extLst>
              </p:cNvPr>
              <p:cNvPicPr/>
              <p:nvPr/>
            </p:nvPicPr>
            <p:blipFill>
              <a:blip r:embed="rId22" cstate="print"/>
              <a:stretch>
                <a:fillRect/>
              </a:stretch>
            </p:blipFill>
            <p:spPr>
              <a:xfrm>
                <a:off x="2165136" y="1732254"/>
                <a:ext cx="960120" cy="799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3">
            <p14:nvContentPartPr>
              <p14:cNvPr id="49" name="Ink 48">
                <a:extLst>
                  <a:ext uri="{FF2B5EF4-FFF2-40B4-BE49-F238E27FC236}">
                    <a16:creationId xmlns="" xmlns:a16="http://schemas.microsoft.com/office/drawing/2014/main" id="{75FA5907-242C-46EE-865A-B4C3176687F0}"/>
                  </a:ext>
                </a:extLst>
              </p14:cNvPr>
              <p14:cNvContentPartPr/>
              <p14:nvPr/>
            </p14:nvContentPartPr>
            <p14:xfrm>
              <a:off x="2864616" y="1726134"/>
              <a:ext cx="634680" cy="47160"/>
            </p14:xfrm>
          </p:contentPart>
        </mc:Choice>
        <mc:Fallback>
          <p:pic>
            <p:nvPicPr>
              <p:cNvPr id="49" name="Ink 48">
                <a:extLst>
                  <a:ext uri="{FF2B5EF4-FFF2-40B4-BE49-F238E27FC236}">
                    <a16:creationId xmlns:p14="http://schemas.microsoft.com/office/powerpoint/2010/main" xmlns="" xmlns:a16="http://schemas.microsoft.com/office/drawing/2014/main" id="{75FA5907-242C-46EE-865A-B4C3176687F0}"/>
                  </a:ext>
                </a:extLst>
              </p:cNvPr>
              <p:cNvPicPr/>
              <p:nvPr/>
            </p:nvPicPr>
            <p:blipFill>
              <a:blip r:embed="rId24" cstate="print"/>
              <a:stretch>
                <a:fillRect/>
              </a:stretch>
            </p:blipFill>
            <p:spPr>
              <a:xfrm>
                <a:off x="2855616" y="1717134"/>
                <a:ext cx="652320" cy="648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5">
            <p14:nvContentPartPr>
              <p14:cNvPr id="50" name="Ink 49">
                <a:extLst>
                  <a:ext uri="{FF2B5EF4-FFF2-40B4-BE49-F238E27FC236}">
                    <a16:creationId xmlns="" xmlns:a16="http://schemas.microsoft.com/office/drawing/2014/main" id="{1EC82F07-35E5-4C66-9A4E-691B72292363}"/>
                  </a:ext>
                </a:extLst>
              </p14:cNvPr>
              <p14:cNvContentPartPr/>
              <p14:nvPr/>
            </p14:nvContentPartPr>
            <p14:xfrm>
              <a:off x="3051096" y="1754214"/>
              <a:ext cx="252360" cy="360"/>
            </p14:xfrm>
          </p:contentPart>
        </mc:Choice>
        <mc:Fallback>
          <p:pic>
            <p:nvPicPr>
              <p:cNvPr id="50" name="Ink 49">
                <a:extLst>
                  <a:ext uri="{FF2B5EF4-FFF2-40B4-BE49-F238E27FC236}">
                    <a16:creationId xmlns:p14="http://schemas.microsoft.com/office/powerpoint/2010/main" xmlns="" xmlns:a16="http://schemas.microsoft.com/office/drawing/2014/main" id="{1EC82F07-35E5-4C66-9A4E-691B72292363}"/>
                  </a:ext>
                </a:extLst>
              </p:cNvPr>
              <p:cNvPicPr/>
              <p:nvPr/>
            </p:nvPicPr>
            <p:blipFill>
              <a:blip r:embed="rId26" cstate="print"/>
              <a:stretch>
                <a:fillRect/>
              </a:stretch>
            </p:blipFill>
            <p:spPr>
              <a:xfrm>
                <a:off x="3042096" y="1745214"/>
                <a:ext cx="270000" cy="18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7">
            <p14:nvContentPartPr>
              <p14:cNvPr id="60" name="Ink 59">
                <a:extLst>
                  <a:ext uri="{FF2B5EF4-FFF2-40B4-BE49-F238E27FC236}">
                    <a16:creationId xmlns="" xmlns:a16="http://schemas.microsoft.com/office/drawing/2014/main" id="{7AD17C50-9674-424A-BE6B-D4551DF8EBE6}"/>
                  </a:ext>
                </a:extLst>
              </p14:cNvPr>
              <p14:cNvContentPartPr/>
              <p14:nvPr/>
            </p14:nvContentPartPr>
            <p14:xfrm>
              <a:off x="3097896" y="1697334"/>
              <a:ext cx="1194480" cy="141120"/>
            </p14:xfrm>
          </p:contentPart>
        </mc:Choice>
        <mc:Fallback>
          <p:pic>
            <p:nvPicPr>
              <p:cNvPr id="60" name="Ink 59">
                <a:extLst>
                  <a:ext uri="{FF2B5EF4-FFF2-40B4-BE49-F238E27FC236}">
                    <a16:creationId xmlns:p14="http://schemas.microsoft.com/office/powerpoint/2010/main" xmlns="" xmlns:a16="http://schemas.microsoft.com/office/drawing/2014/main" id="{7AD17C50-9674-424A-BE6B-D4551DF8EBE6}"/>
                  </a:ext>
                </a:extLst>
              </p:cNvPr>
              <p:cNvPicPr/>
              <p:nvPr/>
            </p:nvPicPr>
            <p:blipFill>
              <a:blip r:embed="rId28" cstate="print"/>
              <a:stretch>
                <a:fillRect/>
              </a:stretch>
            </p:blipFill>
            <p:spPr>
              <a:xfrm>
                <a:off x="3088896" y="1688334"/>
                <a:ext cx="1212120" cy="1587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9">
            <p14:nvContentPartPr>
              <p14:cNvPr id="65" name="Ink 64">
                <a:extLst>
                  <a:ext uri="{FF2B5EF4-FFF2-40B4-BE49-F238E27FC236}">
                    <a16:creationId xmlns="" xmlns:a16="http://schemas.microsoft.com/office/drawing/2014/main" id="{4201962A-0D4D-437C-A60F-F32A5F5B52F9}"/>
                  </a:ext>
                </a:extLst>
              </p14:cNvPr>
              <p14:cNvContentPartPr/>
              <p14:nvPr/>
            </p14:nvContentPartPr>
            <p14:xfrm>
              <a:off x="3079176" y="1754214"/>
              <a:ext cx="345600" cy="38880"/>
            </p14:xfrm>
          </p:contentPart>
        </mc:Choice>
        <mc:Fallback>
          <p:pic>
            <p:nvPicPr>
              <p:cNvPr id="65" name="Ink 64">
                <a:extLst>
                  <a:ext uri="{FF2B5EF4-FFF2-40B4-BE49-F238E27FC236}">
                    <a16:creationId xmlns:p14="http://schemas.microsoft.com/office/powerpoint/2010/main" xmlns="" xmlns:a16="http://schemas.microsoft.com/office/drawing/2014/main" id="{4201962A-0D4D-437C-A60F-F32A5F5B52F9}"/>
                  </a:ext>
                </a:extLst>
              </p:cNvPr>
              <p:cNvPicPr/>
              <p:nvPr/>
            </p:nvPicPr>
            <p:blipFill>
              <a:blip r:embed="rId30" cstate="print"/>
              <a:stretch>
                <a:fillRect/>
              </a:stretch>
            </p:blipFill>
            <p:spPr>
              <a:xfrm>
                <a:off x="3070176" y="1745214"/>
                <a:ext cx="363240" cy="56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1">
            <p14:nvContentPartPr>
              <p14:cNvPr id="68" name="Ink 67">
                <a:extLst>
                  <a:ext uri="{FF2B5EF4-FFF2-40B4-BE49-F238E27FC236}">
                    <a16:creationId xmlns="" xmlns:a16="http://schemas.microsoft.com/office/drawing/2014/main" id="{4419E9B2-F198-4750-8410-73ED63C7D2D7}"/>
                  </a:ext>
                </a:extLst>
              </p14:cNvPr>
              <p14:cNvContentPartPr/>
              <p14:nvPr/>
            </p14:nvContentPartPr>
            <p14:xfrm>
              <a:off x="3079176" y="1744494"/>
              <a:ext cx="410760" cy="47520"/>
            </p14:xfrm>
          </p:contentPart>
        </mc:Choice>
        <mc:Fallback>
          <p:pic>
            <p:nvPicPr>
              <p:cNvPr id="68" name="Ink 67">
                <a:extLst>
                  <a:ext uri="{FF2B5EF4-FFF2-40B4-BE49-F238E27FC236}">
                    <a16:creationId xmlns:p14="http://schemas.microsoft.com/office/powerpoint/2010/main" xmlns="" xmlns:a16="http://schemas.microsoft.com/office/drawing/2014/main" id="{4419E9B2-F198-4750-8410-73ED63C7D2D7}"/>
                  </a:ext>
                </a:extLst>
              </p:cNvPr>
              <p:cNvPicPr/>
              <p:nvPr/>
            </p:nvPicPr>
            <p:blipFill>
              <a:blip r:embed="rId32" cstate="print"/>
              <a:stretch>
                <a:fillRect/>
              </a:stretch>
            </p:blipFill>
            <p:spPr>
              <a:xfrm>
                <a:off x="3070176" y="1735494"/>
                <a:ext cx="428400" cy="651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3">
            <p14:nvContentPartPr>
              <p14:cNvPr id="69" name="Ink 68">
                <a:extLst>
                  <a:ext uri="{FF2B5EF4-FFF2-40B4-BE49-F238E27FC236}">
                    <a16:creationId xmlns="" xmlns:a16="http://schemas.microsoft.com/office/drawing/2014/main" id="{B85250F9-8560-4351-97FD-58EA6A8462C9}"/>
                  </a:ext>
                </a:extLst>
              </p14:cNvPr>
              <p14:cNvContentPartPr/>
              <p14:nvPr/>
            </p14:nvContentPartPr>
            <p14:xfrm>
              <a:off x="3069816" y="1757094"/>
              <a:ext cx="504000" cy="36000"/>
            </p14:xfrm>
          </p:contentPart>
        </mc:Choice>
        <mc:Fallback>
          <p:pic>
            <p:nvPicPr>
              <p:cNvPr id="69" name="Ink 68">
                <a:extLst>
                  <a:ext uri="{FF2B5EF4-FFF2-40B4-BE49-F238E27FC236}">
                    <a16:creationId xmlns:p14="http://schemas.microsoft.com/office/powerpoint/2010/main" xmlns="" xmlns:a16="http://schemas.microsoft.com/office/drawing/2014/main" id="{B85250F9-8560-4351-97FD-58EA6A8462C9}"/>
                  </a:ext>
                </a:extLst>
              </p:cNvPr>
              <p:cNvPicPr/>
              <p:nvPr/>
            </p:nvPicPr>
            <p:blipFill>
              <a:blip r:embed="rId34" cstate="print"/>
              <a:stretch>
                <a:fillRect/>
              </a:stretch>
            </p:blipFill>
            <p:spPr>
              <a:xfrm>
                <a:off x="3060816" y="1748094"/>
                <a:ext cx="521640" cy="536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5">
            <p14:nvContentPartPr>
              <p14:cNvPr id="72" name="Ink 71">
                <a:extLst>
                  <a:ext uri="{FF2B5EF4-FFF2-40B4-BE49-F238E27FC236}">
                    <a16:creationId xmlns="" xmlns:a16="http://schemas.microsoft.com/office/drawing/2014/main" id="{D11DB87E-86EB-405A-8788-101C3F91C7CE}"/>
                  </a:ext>
                </a:extLst>
              </p14:cNvPr>
              <p14:cNvContentPartPr/>
              <p14:nvPr/>
            </p14:nvContentPartPr>
            <p14:xfrm>
              <a:off x="3095736" y="1734054"/>
              <a:ext cx="642240" cy="57960"/>
            </p14:xfrm>
          </p:contentPart>
        </mc:Choice>
        <mc:Fallback>
          <p:pic>
            <p:nvPicPr>
              <p:cNvPr id="72" name="Ink 71">
                <a:extLst>
                  <a:ext uri="{FF2B5EF4-FFF2-40B4-BE49-F238E27FC236}">
                    <a16:creationId xmlns:p14="http://schemas.microsoft.com/office/powerpoint/2010/main" xmlns="" xmlns:a16="http://schemas.microsoft.com/office/drawing/2014/main" id="{D11DB87E-86EB-405A-8788-101C3F91C7CE}"/>
                  </a:ext>
                </a:extLst>
              </p:cNvPr>
              <p:cNvPicPr/>
              <p:nvPr/>
            </p:nvPicPr>
            <p:blipFill>
              <a:blip r:embed="rId36" cstate="print"/>
              <a:stretch>
                <a:fillRect/>
              </a:stretch>
            </p:blipFill>
            <p:spPr>
              <a:xfrm>
                <a:off x="3086736" y="1725054"/>
                <a:ext cx="659880" cy="75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7">
            <p14:nvContentPartPr>
              <p14:cNvPr id="73" name="Ink 72">
                <a:extLst>
                  <a:ext uri="{FF2B5EF4-FFF2-40B4-BE49-F238E27FC236}">
                    <a16:creationId xmlns="" xmlns:a16="http://schemas.microsoft.com/office/drawing/2014/main" id="{FB2A8D7E-20C8-423D-99A2-D4811A8F55CB}"/>
                  </a:ext>
                </a:extLst>
              </p14:cNvPr>
              <p14:cNvContentPartPr/>
              <p14:nvPr/>
            </p14:nvContentPartPr>
            <p14:xfrm>
              <a:off x="3405696" y="1715334"/>
              <a:ext cx="3517920" cy="94320"/>
            </p14:xfrm>
          </p:contentPart>
        </mc:Choice>
        <mc:Fallback>
          <p:pic>
            <p:nvPicPr>
              <p:cNvPr id="73" name="Ink 72">
                <a:extLst>
                  <a:ext uri="{FF2B5EF4-FFF2-40B4-BE49-F238E27FC236}">
                    <a16:creationId xmlns:p14="http://schemas.microsoft.com/office/powerpoint/2010/main" xmlns="" xmlns:a16="http://schemas.microsoft.com/office/drawing/2014/main" id="{FB2A8D7E-20C8-423D-99A2-D4811A8F55CB}"/>
                  </a:ext>
                </a:extLst>
              </p:cNvPr>
              <p:cNvPicPr/>
              <p:nvPr/>
            </p:nvPicPr>
            <p:blipFill>
              <a:blip r:embed="rId38" cstate="print"/>
              <a:stretch>
                <a:fillRect/>
              </a:stretch>
            </p:blipFill>
            <p:spPr>
              <a:xfrm>
                <a:off x="3396696" y="1706334"/>
                <a:ext cx="3535560" cy="1119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9">
            <p14:nvContentPartPr>
              <p14:cNvPr id="78" name="Ink 77">
                <a:extLst>
                  <a:ext uri="{FF2B5EF4-FFF2-40B4-BE49-F238E27FC236}">
                    <a16:creationId xmlns="" xmlns:a16="http://schemas.microsoft.com/office/drawing/2014/main" id="{D0DECC6C-48EF-4E91-8893-90C6DA5C852A}"/>
                  </a:ext>
                </a:extLst>
              </p14:cNvPr>
              <p14:cNvContentPartPr/>
              <p14:nvPr/>
            </p14:nvContentPartPr>
            <p14:xfrm>
              <a:off x="6549936" y="1740894"/>
              <a:ext cx="1820160" cy="52200"/>
            </p14:xfrm>
          </p:contentPart>
        </mc:Choice>
        <mc:Fallback>
          <p:pic>
            <p:nvPicPr>
              <p:cNvPr id="78" name="Ink 77">
                <a:extLst>
                  <a:ext uri="{FF2B5EF4-FFF2-40B4-BE49-F238E27FC236}">
                    <a16:creationId xmlns:p14="http://schemas.microsoft.com/office/powerpoint/2010/main" xmlns="" xmlns:a16="http://schemas.microsoft.com/office/drawing/2014/main" id="{D0DECC6C-48EF-4E91-8893-90C6DA5C852A}"/>
                  </a:ext>
                </a:extLst>
              </p:cNvPr>
              <p:cNvPicPr/>
              <p:nvPr/>
            </p:nvPicPr>
            <p:blipFill>
              <a:blip r:embed="rId40" cstate="print"/>
              <a:stretch>
                <a:fillRect/>
              </a:stretch>
            </p:blipFill>
            <p:spPr>
              <a:xfrm>
                <a:off x="6540936" y="1731894"/>
                <a:ext cx="1837800" cy="698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1">
            <p14:nvContentPartPr>
              <p14:cNvPr id="79" name="Ink 78">
                <a:extLst>
                  <a:ext uri="{FF2B5EF4-FFF2-40B4-BE49-F238E27FC236}">
                    <a16:creationId xmlns="" xmlns:a16="http://schemas.microsoft.com/office/drawing/2014/main" id="{E0876DB8-F819-4514-9AD2-EA4753BE1D9D}"/>
                  </a:ext>
                </a:extLst>
              </p14:cNvPr>
              <p14:cNvContentPartPr/>
              <p14:nvPr/>
            </p14:nvContentPartPr>
            <p14:xfrm>
              <a:off x="7595016" y="1721814"/>
              <a:ext cx="606960" cy="51840"/>
            </p14:xfrm>
          </p:contentPart>
        </mc:Choice>
        <mc:Fallback>
          <p:pic>
            <p:nvPicPr>
              <p:cNvPr id="79" name="Ink 78">
                <a:extLst>
                  <a:ext uri="{FF2B5EF4-FFF2-40B4-BE49-F238E27FC236}">
                    <a16:creationId xmlns:p14="http://schemas.microsoft.com/office/powerpoint/2010/main" xmlns="" xmlns:a16="http://schemas.microsoft.com/office/drawing/2014/main" id="{E0876DB8-F819-4514-9AD2-EA4753BE1D9D}"/>
                  </a:ext>
                </a:extLst>
              </p:cNvPr>
              <p:cNvPicPr/>
              <p:nvPr/>
            </p:nvPicPr>
            <p:blipFill>
              <a:blip r:embed="rId42" cstate="print"/>
              <a:stretch>
                <a:fillRect/>
              </a:stretch>
            </p:blipFill>
            <p:spPr>
              <a:xfrm>
                <a:off x="7586016" y="1712814"/>
                <a:ext cx="624600" cy="694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3">
            <p14:nvContentPartPr>
              <p14:cNvPr id="80" name="Ink 79">
                <a:extLst>
                  <a:ext uri="{FF2B5EF4-FFF2-40B4-BE49-F238E27FC236}">
                    <a16:creationId xmlns="" xmlns:a16="http://schemas.microsoft.com/office/drawing/2014/main" id="{EE205391-6A97-4064-B959-CF564DCFB264}"/>
                  </a:ext>
                </a:extLst>
              </p14:cNvPr>
              <p14:cNvContentPartPr/>
              <p14:nvPr/>
            </p14:nvContentPartPr>
            <p14:xfrm>
              <a:off x="7552896" y="1725054"/>
              <a:ext cx="369360" cy="29520"/>
            </p14:xfrm>
          </p:contentPart>
        </mc:Choice>
        <mc:Fallback>
          <p:pic>
            <p:nvPicPr>
              <p:cNvPr id="80" name="Ink 79">
                <a:extLst>
                  <a:ext uri="{FF2B5EF4-FFF2-40B4-BE49-F238E27FC236}">
                    <a16:creationId xmlns:p14="http://schemas.microsoft.com/office/powerpoint/2010/main" xmlns="" xmlns:a16="http://schemas.microsoft.com/office/drawing/2014/main" id="{EE205391-6A97-4064-B959-CF564DCFB264}"/>
                  </a:ext>
                </a:extLst>
              </p:cNvPr>
              <p:cNvPicPr/>
              <p:nvPr/>
            </p:nvPicPr>
            <p:blipFill>
              <a:blip r:embed="rId44" cstate="print"/>
              <a:stretch>
                <a:fillRect/>
              </a:stretch>
            </p:blipFill>
            <p:spPr>
              <a:xfrm>
                <a:off x="7543896" y="1716054"/>
                <a:ext cx="387000" cy="471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5">
            <p14:nvContentPartPr>
              <p14:cNvPr id="81" name="Ink 80">
                <a:extLst>
                  <a:ext uri="{FF2B5EF4-FFF2-40B4-BE49-F238E27FC236}">
                    <a16:creationId xmlns="" xmlns:a16="http://schemas.microsoft.com/office/drawing/2014/main" id="{CFC1B927-A51A-4F9C-B055-210A9EF9C734}"/>
                  </a:ext>
                </a:extLst>
              </p14:cNvPr>
              <p14:cNvContentPartPr/>
              <p14:nvPr/>
            </p14:nvContentPartPr>
            <p14:xfrm>
              <a:off x="7035216" y="1741254"/>
              <a:ext cx="928440" cy="65520"/>
            </p14:xfrm>
          </p:contentPart>
        </mc:Choice>
        <mc:Fallback>
          <p:pic>
            <p:nvPicPr>
              <p:cNvPr id="81" name="Ink 80">
                <a:extLst>
                  <a:ext uri="{FF2B5EF4-FFF2-40B4-BE49-F238E27FC236}">
                    <a16:creationId xmlns:p14="http://schemas.microsoft.com/office/powerpoint/2010/main" xmlns="" xmlns:a16="http://schemas.microsoft.com/office/drawing/2014/main" id="{CFC1B927-A51A-4F9C-B055-210A9EF9C734}"/>
                  </a:ext>
                </a:extLst>
              </p:cNvPr>
              <p:cNvPicPr/>
              <p:nvPr/>
            </p:nvPicPr>
            <p:blipFill>
              <a:blip r:embed="rId46" cstate="print"/>
              <a:stretch>
                <a:fillRect/>
              </a:stretch>
            </p:blipFill>
            <p:spPr>
              <a:xfrm>
                <a:off x="7026216" y="1732254"/>
                <a:ext cx="946080" cy="831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7">
            <p14:nvContentPartPr>
              <p14:cNvPr id="86" name="Ink 85">
                <a:extLst>
                  <a:ext uri="{FF2B5EF4-FFF2-40B4-BE49-F238E27FC236}">
                    <a16:creationId xmlns="" xmlns:a16="http://schemas.microsoft.com/office/drawing/2014/main" id="{680B3DB5-96A1-4B39-B0D8-97CF3B027241}"/>
                  </a:ext>
                </a:extLst>
              </p14:cNvPr>
              <p14:cNvContentPartPr/>
              <p14:nvPr/>
            </p14:nvContentPartPr>
            <p14:xfrm>
              <a:off x="3722856" y="1726854"/>
              <a:ext cx="1138680" cy="83520"/>
            </p14:xfrm>
          </p:contentPart>
        </mc:Choice>
        <mc:Fallback>
          <p:pic>
            <p:nvPicPr>
              <p:cNvPr id="86" name="Ink 85">
                <a:extLst>
                  <a:ext uri="{FF2B5EF4-FFF2-40B4-BE49-F238E27FC236}">
                    <a16:creationId xmlns:p14="http://schemas.microsoft.com/office/powerpoint/2010/main" xmlns="" xmlns:a16="http://schemas.microsoft.com/office/drawing/2014/main" id="{680B3DB5-96A1-4B39-B0D8-97CF3B027241}"/>
                  </a:ext>
                </a:extLst>
              </p:cNvPr>
              <p:cNvPicPr/>
              <p:nvPr/>
            </p:nvPicPr>
            <p:blipFill>
              <a:blip r:embed="rId48" cstate="print"/>
              <a:stretch>
                <a:fillRect/>
              </a:stretch>
            </p:blipFill>
            <p:spPr>
              <a:xfrm>
                <a:off x="3713856" y="1717854"/>
                <a:ext cx="1156320" cy="1011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9">
            <p14:nvContentPartPr>
              <p14:cNvPr id="87" name="Ink 86">
                <a:extLst>
                  <a:ext uri="{FF2B5EF4-FFF2-40B4-BE49-F238E27FC236}">
                    <a16:creationId xmlns="" xmlns:a16="http://schemas.microsoft.com/office/drawing/2014/main" id="{27704C8B-6BA2-416D-B8DF-DBBD3CCEA979}"/>
                  </a:ext>
                </a:extLst>
              </p14:cNvPr>
              <p14:cNvContentPartPr/>
              <p14:nvPr/>
            </p14:nvContentPartPr>
            <p14:xfrm>
              <a:off x="3744816" y="1735494"/>
              <a:ext cx="435600" cy="57240"/>
            </p14:xfrm>
          </p:contentPart>
        </mc:Choice>
        <mc:Fallback>
          <p:pic>
            <p:nvPicPr>
              <p:cNvPr id="87" name="Ink 86">
                <a:extLst>
                  <a:ext uri="{FF2B5EF4-FFF2-40B4-BE49-F238E27FC236}">
                    <a16:creationId xmlns:p14="http://schemas.microsoft.com/office/powerpoint/2010/main" xmlns="" xmlns:a16="http://schemas.microsoft.com/office/drawing/2014/main" id="{27704C8B-6BA2-416D-B8DF-DBBD3CCEA979}"/>
                  </a:ext>
                </a:extLst>
              </p:cNvPr>
              <p:cNvPicPr/>
              <p:nvPr/>
            </p:nvPicPr>
            <p:blipFill>
              <a:blip r:embed="rId50" cstate="print"/>
              <a:stretch>
                <a:fillRect/>
              </a:stretch>
            </p:blipFill>
            <p:spPr>
              <a:xfrm>
                <a:off x="3735816" y="1726494"/>
                <a:ext cx="453240" cy="748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1">
            <p14:nvContentPartPr>
              <p14:cNvPr id="88" name="Ink 87">
                <a:extLst>
                  <a:ext uri="{FF2B5EF4-FFF2-40B4-BE49-F238E27FC236}">
                    <a16:creationId xmlns="" xmlns:a16="http://schemas.microsoft.com/office/drawing/2014/main" id="{C52AEB5C-01B4-491E-A7BE-2D75D61C248C}"/>
                  </a:ext>
                </a:extLst>
              </p14:cNvPr>
              <p14:cNvContentPartPr/>
              <p14:nvPr/>
            </p14:nvContentPartPr>
            <p14:xfrm>
              <a:off x="3731496" y="1763574"/>
              <a:ext cx="113040" cy="360"/>
            </p14:xfrm>
          </p:contentPart>
        </mc:Choice>
        <mc:Fallback>
          <p:pic>
            <p:nvPicPr>
              <p:cNvPr id="88" name="Ink 87">
                <a:extLst>
                  <a:ext uri="{FF2B5EF4-FFF2-40B4-BE49-F238E27FC236}">
                    <a16:creationId xmlns:p14="http://schemas.microsoft.com/office/powerpoint/2010/main" xmlns="" xmlns:a16="http://schemas.microsoft.com/office/drawing/2014/main" id="{C52AEB5C-01B4-491E-A7BE-2D75D61C248C}"/>
                  </a:ext>
                </a:extLst>
              </p:cNvPr>
              <p:cNvPicPr/>
              <p:nvPr/>
            </p:nvPicPr>
            <p:blipFill>
              <a:blip r:embed="rId52" cstate="print"/>
              <a:stretch>
                <a:fillRect/>
              </a:stretch>
            </p:blipFill>
            <p:spPr>
              <a:xfrm>
                <a:off x="3722496" y="1754574"/>
                <a:ext cx="130680" cy="18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3">
            <p14:nvContentPartPr>
              <p14:cNvPr id="89" name="Ink 88">
                <a:extLst>
                  <a:ext uri="{FF2B5EF4-FFF2-40B4-BE49-F238E27FC236}">
                    <a16:creationId xmlns="" xmlns:a16="http://schemas.microsoft.com/office/drawing/2014/main" id="{0E73A748-59A9-4FCF-9CB1-28412EA820FE}"/>
                  </a:ext>
                </a:extLst>
              </p14:cNvPr>
              <p14:cNvContentPartPr/>
              <p14:nvPr/>
            </p14:nvContentPartPr>
            <p14:xfrm>
              <a:off x="3731136" y="1754214"/>
              <a:ext cx="187920" cy="12600"/>
            </p14:xfrm>
          </p:contentPart>
        </mc:Choice>
        <mc:Fallback>
          <p:pic>
            <p:nvPicPr>
              <p:cNvPr id="89" name="Ink 88">
                <a:extLst>
                  <a:ext uri="{FF2B5EF4-FFF2-40B4-BE49-F238E27FC236}">
                    <a16:creationId xmlns:p14="http://schemas.microsoft.com/office/powerpoint/2010/main" xmlns="" xmlns:a16="http://schemas.microsoft.com/office/drawing/2014/main" id="{0E73A748-59A9-4FCF-9CB1-28412EA820FE}"/>
                  </a:ext>
                </a:extLst>
              </p:cNvPr>
              <p:cNvPicPr/>
              <p:nvPr/>
            </p:nvPicPr>
            <p:blipFill>
              <a:blip r:embed="rId54" cstate="print"/>
              <a:stretch>
                <a:fillRect/>
              </a:stretch>
            </p:blipFill>
            <p:spPr>
              <a:xfrm>
                <a:off x="3722136" y="1745214"/>
                <a:ext cx="205560" cy="302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5">
            <p14:nvContentPartPr>
              <p14:cNvPr id="90" name="Ink 89">
                <a:extLst>
                  <a:ext uri="{FF2B5EF4-FFF2-40B4-BE49-F238E27FC236}">
                    <a16:creationId xmlns="" xmlns:a16="http://schemas.microsoft.com/office/drawing/2014/main" id="{C1FB180F-DC98-4FC4-81DE-741E4BEECFC3}"/>
                  </a:ext>
                </a:extLst>
              </p14:cNvPr>
              <p14:cNvContentPartPr/>
              <p14:nvPr/>
            </p14:nvContentPartPr>
            <p14:xfrm>
              <a:off x="3638976" y="1716774"/>
              <a:ext cx="718920" cy="67320"/>
            </p14:xfrm>
          </p:contentPart>
        </mc:Choice>
        <mc:Fallback>
          <p:pic>
            <p:nvPicPr>
              <p:cNvPr id="90" name="Ink 89">
                <a:extLst>
                  <a:ext uri="{FF2B5EF4-FFF2-40B4-BE49-F238E27FC236}">
                    <a16:creationId xmlns:p14="http://schemas.microsoft.com/office/powerpoint/2010/main" xmlns="" xmlns:a16="http://schemas.microsoft.com/office/drawing/2014/main" id="{C1FB180F-DC98-4FC4-81DE-741E4BEECFC3}"/>
                  </a:ext>
                </a:extLst>
              </p:cNvPr>
              <p:cNvPicPr/>
              <p:nvPr/>
            </p:nvPicPr>
            <p:blipFill>
              <a:blip r:embed="rId56" cstate="print"/>
              <a:stretch>
                <a:fillRect/>
              </a:stretch>
            </p:blipFill>
            <p:spPr>
              <a:xfrm>
                <a:off x="3629976" y="1707774"/>
                <a:ext cx="736560" cy="849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7">
            <p14:nvContentPartPr>
              <p14:cNvPr id="100" name="Ink 99">
                <a:extLst>
                  <a:ext uri="{FF2B5EF4-FFF2-40B4-BE49-F238E27FC236}">
                    <a16:creationId xmlns="" xmlns:a16="http://schemas.microsoft.com/office/drawing/2014/main" id="{4D1BBD5A-47ED-4710-9FA7-61F160E30EEC}"/>
                  </a:ext>
                </a:extLst>
              </p14:cNvPr>
              <p14:cNvContentPartPr/>
              <p14:nvPr/>
            </p14:nvContentPartPr>
            <p14:xfrm>
              <a:off x="5536896" y="1735494"/>
              <a:ext cx="621720" cy="23400"/>
            </p14:xfrm>
          </p:contentPart>
        </mc:Choice>
        <mc:Fallback>
          <p:pic>
            <p:nvPicPr>
              <p:cNvPr id="100" name="Ink 99">
                <a:extLst>
                  <a:ext uri="{FF2B5EF4-FFF2-40B4-BE49-F238E27FC236}">
                    <a16:creationId xmlns:p14="http://schemas.microsoft.com/office/powerpoint/2010/main" xmlns="" xmlns:a16="http://schemas.microsoft.com/office/drawing/2014/main" id="{4D1BBD5A-47ED-4710-9FA7-61F160E30EEC}"/>
                  </a:ext>
                </a:extLst>
              </p:cNvPr>
              <p:cNvPicPr/>
              <p:nvPr/>
            </p:nvPicPr>
            <p:blipFill>
              <a:blip r:embed="rId58" cstate="print"/>
              <a:stretch>
                <a:fillRect/>
              </a:stretch>
            </p:blipFill>
            <p:spPr>
              <a:xfrm>
                <a:off x="5527896" y="1726494"/>
                <a:ext cx="639360" cy="410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9">
            <p14:nvContentPartPr>
              <p14:cNvPr id="105" name="Ink 104">
                <a:extLst>
                  <a:ext uri="{FF2B5EF4-FFF2-40B4-BE49-F238E27FC236}">
                    <a16:creationId xmlns="" xmlns:a16="http://schemas.microsoft.com/office/drawing/2014/main" id="{B3F6357F-E95A-45F4-BDB2-0C1E522C4473}"/>
                  </a:ext>
                </a:extLst>
              </p14:cNvPr>
              <p14:cNvContentPartPr/>
              <p14:nvPr/>
            </p14:nvContentPartPr>
            <p14:xfrm>
              <a:off x="5517096" y="1715694"/>
              <a:ext cx="567000" cy="30960"/>
            </p14:xfrm>
          </p:contentPart>
        </mc:Choice>
        <mc:Fallback>
          <p:pic>
            <p:nvPicPr>
              <p:cNvPr id="105" name="Ink 104">
                <a:extLst>
                  <a:ext uri="{FF2B5EF4-FFF2-40B4-BE49-F238E27FC236}">
                    <a16:creationId xmlns:p14="http://schemas.microsoft.com/office/powerpoint/2010/main" xmlns="" xmlns:a16="http://schemas.microsoft.com/office/drawing/2014/main" id="{B3F6357F-E95A-45F4-BDB2-0C1E522C4473}"/>
                  </a:ext>
                </a:extLst>
              </p:cNvPr>
              <p:cNvPicPr/>
              <p:nvPr/>
            </p:nvPicPr>
            <p:blipFill>
              <a:blip r:embed="rId60" cstate="print"/>
              <a:stretch>
                <a:fillRect/>
              </a:stretch>
            </p:blipFill>
            <p:spPr>
              <a:xfrm>
                <a:off x="5508096" y="1706694"/>
                <a:ext cx="584640" cy="48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3">
            <p14:nvContentPartPr>
              <p14:cNvPr id="108" name="Ink 107">
                <a:extLst>
                  <a:ext uri="{FF2B5EF4-FFF2-40B4-BE49-F238E27FC236}">
                    <a16:creationId xmlns="" xmlns:a16="http://schemas.microsoft.com/office/drawing/2014/main" id="{AA0F3008-A8D5-48C7-B092-9DAFF2A2627B}"/>
                  </a:ext>
                </a:extLst>
              </p14:cNvPr>
              <p14:cNvContentPartPr/>
              <p14:nvPr/>
            </p14:nvContentPartPr>
            <p14:xfrm>
              <a:off x="5756856" y="1670334"/>
              <a:ext cx="513720" cy="121680"/>
            </p14:xfrm>
          </p:contentPart>
        </mc:Choice>
        <mc:Fallback>
          <p:pic>
            <p:nvPicPr>
              <p:cNvPr id="108" name="Ink 107">
                <a:extLst>
                  <a:ext uri="{FF2B5EF4-FFF2-40B4-BE49-F238E27FC236}">
                    <a16:creationId xmlns:p14="http://schemas.microsoft.com/office/powerpoint/2010/main" xmlns="" xmlns:a16="http://schemas.microsoft.com/office/drawing/2014/main" id="{AA0F3008-A8D5-48C7-B092-9DAFF2A2627B}"/>
                  </a:ext>
                </a:extLst>
              </p:cNvPr>
              <p:cNvPicPr/>
              <p:nvPr/>
            </p:nvPicPr>
            <p:blipFill>
              <a:blip r:embed="rId64" cstate="print"/>
              <a:stretch>
                <a:fillRect/>
              </a:stretch>
            </p:blipFill>
            <p:spPr>
              <a:xfrm>
                <a:off x="5747856" y="1661334"/>
                <a:ext cx="531360" cy="139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5">
            <p14:nvContentPartPr>
              <p14:cNvPr id="109" name="Ink 108">
                <a:extLst>
                  <a:ext uri="{FF2B5EF4-FFF2-40B4-BE49-F238E27FC236}">
                    <a16:creationId xmlns="" xmlns:a16="http://schemas.microsoft.com/office/drawing/2014/main" id="{651931D2-1AE9-4C51-9388-2B8121AE8399}"/>
                  </a:ext>
                </a:extLst>
              </p14:cNvPr>
              <p14:cNvContentPartPr/>
              <p14:nvPr/>
            </p14:nvContentPartPr>
            <p14:xfrm>
              <a:off x="5784936" y="1713894"/>
              <a:ext cx="1446480" cy="39600"/>
            </p14:xfrm>
          </p:contentPart>
        </mc:Choice>
        <mc:Fallback>
          <p:pic>
            <p:nvPicPr>
              <p:cNvPr id="109" name="Ink 108">
                <a:extLst>
                  <a:ext uri="{FF2B5EF4-FFF2-40B4-BE49-F238E27FC236}">
                    <a16:creationId xmlns:p14="http://schemas.microsoft.com/office/powerpoint/2010/main" xmlns="" xmlns:a16="http://schemas.microsoft.com/office/drawing/2014/main" id="{651931D2-1AE9-4C51-9388-2B8121AE8399}"/>
                  </a:ext>
                </a:extLst>
              </p:cNvPr>
              <p:cNvPicPr/>
              <p:nvPr/>
            </p:nvPicPr>
            <p:blipFill>
              <a:blip r:embed="rId66" cstate="print"/>
              <a:stretch>
                <a:fillRect/>
              </a:stretch>
            </p:blipFill>
            <p:spPr>
              <a:xfrm>
                <a:off x="5775936" y="1704894"/>
                <a:ext cx="1464120" cy="572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7">
            <p14:nvContentPartPr>
              <p14:cNvPr id="113" name="Ink 112">
                <a:extLst>
                  <a:ext uri="{FF2B5EF4-FFF2-40B4-BE49-F238E27FC236}">
                    <a16:creationId xmlns="" xmlns:a16="http://schemas.microsoft.com/office/drawing/2014/main" id="{FDF1AD9D-28A4-46A7-A67D-45E73F20B4DB}"/>
                  </a:ext>
                </a:extLst>
              </p14:cNvPr>
              <p14:cNvContentPartPr/>
              <p14:nvPr/>
            </p14:nvContentPartPr>
            <p14:xfrm>
              <a:off x="5617176" y="1659534"/>
              <a:ext cx="1642320" cy="76320"/>
            </p14:xfrm>
          </p:contentPart>
        </mc:Choice>
        <mc:Fallback>
          <p:pic>
            <p:nvPicPr>
              <p:cNvPr id="113" name="Ink 112">
                <a:extLst>
                  <a:ext uri="{FF2B5EF4-FFF2-40B4-BE49-F238E27FC236}">
                    <a16:creationId xmlns:p14="http://schemas.microsoft.com/office/powerpoint/2010/main" xmlns="" xmlns:a16="http://schemas.microsoft.com/office/drawing/2014/main" id="{FDF1AD9D-28A4-46A7-A67D-45E73F20B4DB}"/>
                  </a:ext>
                </a:extLst>
              </p:cNvPr>
              <p:cNvPicPr/>
              <p:nvPr/>
            </p:nvPicPr>
            <p:blipFill>
              <a:blip r:embed="rId68" cstate="print"/>
              <a:stretch>
                <a:fillRect/>
              </a:stretch>
            </p:blipFill>
            <p:spPr>
              <a:xfrm>
                <a:off x="5608176" y="1650534"/>
                <a:ext cx="1659960" cy="939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9">
            <p14:nvContentPartPr>
              <p14:cNvPr id="120" name="Ink 119">
                <a:extLst>
                  <a:ext uri="{FF2B5EF4-FFF2-40B4-BE49-F238E27FC236}">
                    <a16:creationId xmlns="" xmlns:a16="http://schemas.microsoft.com/office/drawing/2014/main" id="{48D3C061-E0B2-4D2D-B431-0D3ED127744A}"/>
                  </a:ext>
                </a:extLst>
              </p14:cNvPr>
              <p14:cNvContentPartPr/>
              <p14:nvPr/>
            </p14:nvContentPartPr>
            <p14:xfrm>
              <a:off x="6111456" y="1712454"/>
              <a:ext cx="308520" cy="88560"/>
            </p14:xfrm>
          </p:contentPart>
        </mc:Choice>
        <mc:Fallback>
          <p:pic>
            <p:nvPicPr>
              <p:cNvPr id="120" name="Ink 119">
                <a:extLst>
                  <a:ext uri="{FF2B5EF4-FFF2-40B4-BE49-F238E27FC236}">
                    <a16:creationId xmlns:p14="http://schemas.microsoft.com/office/powerpoint/2010/main" xmlns="" xmlns:a16="http://schemas.microsoft.com/office/drawing/2014/main" id="{48D3C061-E0B2-4D2D-B431-0D3ED127744A}"/>
                  </a:ext>
                </a:extLst>
              </p:cNvPr>
              <p:cNvPicPr/>
              <p:nvPr/>
            </p:nvPicPr>
            <p:blipFill>
              <a:blip r:embed="rId70" cstate="print"/>
              <a:stretch>
                <a:fillRect/>
              </a:stretch>
            </p:blipFill>
            <p:spPr>
              <a:xfrm>
                <a:off x="6102456" y="1703454"/>
                <a:ext cx="326160" cy="1062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3">
            <p14:nvContentPartPr>
              <p14:cNvPr id="123" name="Ink 122">
                <a:extLst>
                  <a:ext uri="{FF2B5EF4-FFF2-40B4-BE49-F238E27FC236}">
                    <a16:creationId xmlns="" xmlns:a16="http://schemas.microsoft.com/office/drawing/2014/main" id="{450839BB-464F-4814-A868-91488BC23B48}"/>
                  </a:ext>
                </a:extLst>
              </p14:cNvPr>
              <p14:cNvContentPartPr/>
              <p14:nvPr/>
            </p14:nvContentPartPr>
            <p14:xfrm>
              <a:off x="7184616" y="1502214"/>
              <a:ext cx="410760" cy="149760"/>
            </p14:xfrm>
          </p:contentPart>
        </mc:Choice>
        <mc:Fallback>
          <p:pic>
            <p:nvPicPr>
              <p:cNvPr id="123" name="Ink 122">
                <a:extLst>
                  <a:ext uri="{FF2B5EF4-FFF2-40B4-BE49-F238E27FC236}">
                    <a16:creationId xmlns:p14="http://schemas.microsoft.com/office/powerpoint/2010/main" xmlns="" xmlns:a16="http://schemas.microsoft.com/office/drawing/2014/main" id="{450839BB-464F-4814-A868-91488BC23B48}"/>
                  </a:ext>
                </a:extLst>
              </p:cNvPr>
              <p:cNvPicPr/>
              <p:nvPr/>
            </p:nvPicPr>
            <p:blipFill>
              <a:blip r:embed="rId74" cstate="print"/>
              <a:stretch>
                <a:fillRect/>
              </a:stretch>
            </p:blipFill>
            <p:spPr>
              <a:xfrm>
                <a:off x="7175616" y="1493214"/>
                <a:ext cx="428400" cy="1674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5">
            <p14:nvContentPartPr>
              <p14:cNvPr id="126" name="Ink 125">
                <a:extLst>
                  <a:ext uri="{FF2B5EF4-FFF2-40B4-BE49-F238E27FC236}">
                    <a16:creationId xmlns="" xmlns:a16="http://schemas.microsoft.com/office/drawing/2014/main" id="{7BE41629-13E2-444E-A46B-65F2718ADFEA}"/>
                  </a:ext>
                </a:extLst>
              </p14:cNvPr>
              <p14:cNvContentPartPr/>
              <p14:nvPr/>
            </p14:nvContentPartPr>
            <p14:xfrm>
              <a:off x="7286136" y="1679334"/>
              <a:ext cx="356040" cy="495000"/>
            </p14:xfrm>
          </p:contentPart>
        </mc:Choice>
        <mc:Fallback>
          <p:pic>
            <p:nvPicPr>
              <p:cNvPr id="126" name="Ink 125">
                <a:extLst>
                  <a:ext uri="{FF2B5EF4-FFF2-40B4-BE49-F238E27FC236}">
                    <a16:creationId xmlns:p14="http://schemas.microsoft.com/office/powerpoint/2010/main" xmlns="" xmlns:a16="http://schemas.microsoft.com/office/drawing/2014/main" id="{7BE41629-13E2-444E-A46B-65F2718ADFEA}"/>
                  </a:ext>
                </a:extLst>
              </p:cNvPr>
              <p:cNvPicPr/>
              <p:nvPr/>
            </p:nvPicPr>
            <p:blipFill>
              <a:blip r:embed="rId76" cstate="print"/>
              <a:stretch>
                <a:fillRect/>
              </a:stretch>
            </p:blipFill>
            <p:spPr>
              <a:xfrm>
                <a:off x="7277136" y="1670334"/>
                <a:ext cx="373680" cy="5126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81">
            <p14:nvContentPartPr>
              <p14:cNvPr id="131" name="Ink 130">
                <a:extLst>
                  <a:ext uri="{FF2B5EF4-FFF2-40B4-BE49-F238E27FC236}">
                    <a16:creationId xmlns="" xmlns:a16="http://schemas.microsoft.com/office/drawing/2014/main" id="{F23BD231-9789-4EFF-A73E-EC23D9AC60B3}"/>
                  </a:ext>
                </a:extLst>
              </p14:cNvPr>
              <p14:cNvContentPartPr/>
              <p14:nvPr/>
            </p14:nvContentPartPr>
            <p14:xfrm>
              <a:off x="6571896" y="1754214"/>
              <a:ext cx="446760" cy="322560"/>
            </p14:xfrm>
          </p:contentPart>
        </mc:Choice>
        <mc:Fallback>
          <p:pic>
            <p:nvPicPr>
              <p:cNvPr id="131" name="Ink 130">
                <a:extLst>
                  <a:ext uri="{FF2B5EF4-FFF2-40B4-BE49-F238E27FC236}">
                    <a16:creationId xmlns:p14="http://schemas.microsoft.com/office/powerpoint/2010/main" xmlns="" xmlns:a16="http://schemas.microsoft.com/office/drawing/2014/main" id="{F23BD231-9789-4EFF-A73E-EC23D9AC60B3}"/>
                  </a:ext>
                </a:extLst>
              </p:cNvPr>
              <p:cNvPicPr/>
              <p:nvPr/>
            </p:nvPicPr>
            <p:blipFill>
              <a:blip r:embed="rId82" cstate="print"/>
              <a:stretch>
                <a:fillRect/>
              </a:stretch>
            </p:blipFill>
            <p:spPr>
              <a:xfrm>
                <a:off x="6562896" y="1745214"/>
                <a:ext cx="464400" cy="3402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83">
            <p14:nvContentPartPr>
              <p14:cNvPr id="134" name="Ink 133">
                <a:extLst>
                  <a:ext uri="{FF2B5EF4-FFF2-40B4-BE49-F238E27FC236}">
                    <a16:creationId xmlns="" xmlns:a16="http://schemas.microsoft.com/office/drawing/2014/main" id="{39D441B0-05C6-4962-8F80-8317FB01E22F}"/>
                  </a:ext>
                </a:extLst>
              </p14:cNvPr>
              <p14:cNvContentPartPr/>
              <p14:nvPr/>
            </p14:nvContentPartPr>
            <p14:xfrm>
              <a:off x="6503496" y="1809654"/>
              <a:ext cx="905400" cy="85680"/>
            </p14:xfrm>
          </p:contentPart>
        </mc:Choice>
        <mc:Fallback>
          <p:pic>
            <p:nvPicPr>
              <p:cNvPr id="134" name="Ink 133">
                <a:extLst>
                  <a:ext uri="{FF2B5EF4-FFF2-40B4-BE49-F238E27FC236}">
                    <a16:creationId xmlns:p14="http://schemas.microsoft.com/office/powerpoint/2010/main" xmlns="" xmlns:a16="http://schemas.microsoft.com/office/drawing/2014/main" id="{39D441B0-05C6-4962-8F80-8317FB01E22F}"/>
                  </a:ext>
                </a:extLst>
              </p:cNvPr>
              <p:cNvPicPr/>
              <p:nvPr/>
            </p:nvPicPr>
            <p:blipFill>
              <a:blip r:embed="rId84" cstate="print"/>
              <a:stretch>
                <a:fillRect/>
              </a:stretch>
            </p:blipFill>
            <p:spPr>
              <a:xfrm>
                <a:off x="6494496" y="1800654"/>
                <a:ext cx="923040" cy="103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89">
            <p14:nvContentPartPr>
              <p14:cNvPr id="136" name="Ink 135">
                <a:extLst>
                  <a:ext uri="{FF2B5EF4-FFF2-40B4-BE49-F238E27FC236}">
                    <a16:creationId xmlns="" xmlns:a16="http://schemas.microsoft.com/office/drawing/2014/main" id="{242ABB3D-B180-449E-8BF6-07141398977A}"/>
                  </a:ext>
                </a:extLst>
              </p14:cNvPr>
              <p14:cNvContentPartPr/>
              <p14:nvPr/>
            </p14:nvContentPartPr>
            <p14:xfrm>
              <a:off x="6232776" y="1884894"/>
              <a:ext cx="1058400" cy="60120"/>
            </p14:xfrm>
          </p:contentPart>
        </mc:Choice>
        <mc:Fallback>
          <p:pic>
            <p:nvPicPr>
              <p:cNvPr id="136" name="Ink 135">
                <a:extLst>
                  <a:ext uri="{FF2B5EF4-FFF2-40B4-BE49-F238E27FC236}">
                    <a16:creationId xmlns:p14="http://schemas.microsoft.com/office/powerpoint/2010/main" xmlns="" xmlns:a16="http://schemas.microsoft.com/office/drawing/2014/main" id="{242ABB3D-B180-449E-8BF6-07141398977A}"/>
                  </a:ext>
                </a:extLst>
              </p:cNvPr>
              <p:cNvPicPr/>
              <p:nvPr/>
            </p:nvPicPr>
            <p:blipFill>
              <a:blip r:embed="rId90" cstate="print"/>
              <a:stretch>
                <a:fillRect/>
              </a:stretch>
            </p:blipFill>
            <p:spPr>
              <a:xfrm>
                <a:off x="6223776" y="1875894"/>
                <a:ext cx="1076040" cy="777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91">
            <p14:nvContentPartPr>
              <p14:cNvPr id="137" name="Ink 136">
                <a:extLst>
                  <a:ext uri="{FF2B5EF4-FFF2-40B4-BE49-F238E27FC236}">
                    <a16:creationId xmlns="" xmlns:a16="http://schemas.microsoft.com/office/drawing/2014/main" id="{B96B9DBC-E72A-4BA0-95E3-D2083312D946}"/>
                  </a:ext>
                </a:extLst>
              </p14:cNvPr>
              <p14:cNvContentPartPr/>
              <p14:nvPr/>
            </p14:nvContentPartPr>
            <p14:xfrm>
              <a:off x="6839376" y="-429186"/>
              <a:ext cx="775080" cy="2484000"/>
            </p14:xfrm>
          </p:contentPart>
        </mc:Choice>
        <mc:Fallback>
          <p:pic>
            <p:nvPicPr>
              <p:cNvPr id="137" name="Ink 136">
                <a:extLst>
                  <a:ext uri="{FF2B5EF4-FFF2-40B4-BE49-F238E27FC236}">
                    <a16:creationId xmlns:p14="http://schemas.microsoft.com/office/powerpoint/2010/main" xmlns="" xmlns:a16="http://schemas.microsoft.com/office/drawing/2014/main" id="{B96B9DBC-E72A-4BA0-95E3-D2083312D946}"/>
                  </a:ext>
                </a:extLst>
              </p:cNvPr>
              <p:cNvPicPr/>
              <p:nvPr/>
            </p:nvPicPr>
            <p:blipFill>
              <a:blip r:embed="rId92" cstate="print"/>
              <a:stretch>
                <a:fillRect/>
              </a:stretch>
            </p:blipFill>
            <p:spPr>
              <a:xfrm>
                <a:off x="6830376" y="-438186"/>
                <a:ext cx="792720" cy="2501640"/>
              </a:xfrm>
              <a:prstGeom prst="rect">
                <a:avLst/>
              </a:prstGeom>
            </p:spPr>
          </p:pic>
        </mc:Fallback>
      </mc:AlternateContent>
      <p:sp>
        <p:nvSpPr>
          <p:cNvPr id="47" name="TextBox 46">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pic>
        <p:nvPicPr>
          <p:cNvPr id="48" name="Picture 47" descr="C:\Users\Subhasis\Desktop\logo nit.png"/>
          <p:cNvPicPr/>
          <p:nvPr/>
        </p:nvPicPr>
        <p:blipFill>
          <a:blip r:embed="rId93"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692225677"/>
      </p:ext>
    </p:extLst>
  </p:cSld>
  <p:clrMapOvr>
    <a:masterClrMapping/>
  </p:clrMapOvr>
  <p:transition>
    <p:pull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07F3D7-3C62-40DA-BC04-AD01951B4892}"/>
              </a:ext>
            </a:extLst>
          </p:cNvPr>
          <p:cNvSpPr>
            <a:spLocks noGrp="1"/>
          </p:cNvSpPr>
          <p:nvPr>
            <p:ph type="title"/>
          </p:nvPr>
        </p:nvSpPr>
        <p:spPr/>
        <p:txBody>
          <a:bodyPr/>
          <a:lstStyle/>
          <a:p>
            <a:r>
              <a:rPr lang="en-IN" b="1" dirty="0" smtClean="0">
                <a:solidFill>
                  <a:schemeClr val="tx1"/>
                </a:solidFill>
              </a:rPr>
              <a:t>Outline</a:t>
            </a:r>
            <a:endParaRPr lang="en-IN" b="1" dirty="0">
              <a:solidFill>
                <a:schemeClr val="tx1"/>
              </a:solidFill>
            </a:endParaRPr>
          </a:p>
        </p:txBody>
      </p:sp>
      <p:sp>
        <p:nvSpPr>
          <p:cNvPr id="3" name="Content Placeholder 2">
            <a:extLst>
              <a:ext uri="{FF2B5EF4-FFF2-40B4-BE49-F238E27FC236}">
                <a16:creationId xmlns="" xmlns:a16="http://schemas.microsoft.com/office/drawing/2014/main" id="{429E8363-D234-47E7-8914-077E54540972}"/>
              </a:ext>
            </a:extLst>
          </p:cNvPr>
          <p:cNvSpPr>
            <a:spLocks noGrp="1"/>
          </p:cNvSpPr>
          <p:nvPr>
            <p:ph idx="1"/>
          </p:nvPr>
        </p:nvSpPr>
        <p:spPr/>
        <p:txBody>
          <a:bodyPr>
            <a:normAutofit/>
          </a:bodyPr>
          <a:lstStyle/>
          <a:p>
            <a:pPr marL="280988" indent="-280988">
              <a:buFont typeface="Wingdings" panose="05000000000000000000" pitchFamily="2" charset="2"/>
              <a:buChar char="§"/>
            </a:pPr>
            <a:r>
              <a:rPr lang="en-US" dirty="0">
                <a:solidFill>
                  <a:schemeClr val="tx1"/>
                </a:solidFill>
              </a:rPr>
              <a:t>Research</a:t>
            </a:r>
          </a:p>
          <a:p>
            <a:pPr marL="280988" indent="-280988">
              <a:buFont typeface="Wingdings" panose="05000000000000000000" pitchFamily="2" charset="2"/>
              <a:buChar char="§"/>
            </a:pPr>
            <a:r>
              <a:rPr lang="en-US" dirty="0">
                <a:solidFill>
                  <a:schemeClr val="tx1"/>
                </a:solidFill>
              </a:rPr>
              <a:t>Objectives of </a:t>
            </a:r>
            <a:r>
              <a:rPr lang="en-US" dirty="0" smtClean="0">
                <a:solidFill>
                  <a:schemeClr val="tx1"/>
                </a:solidFill>
              </a:rPr>
              <a:t>Research</a:t>
            </a:r>
          </a:p>
          <a:p>
            <a:pPr marL="280988" indent="-280988">
              <a:buFont typeface="Wingdings" panose="05000000000000000000" pitchFamily="2" charset="2"/>
              <a:buChar char="§"/>
            </a:pPr>
            <a:r>
              <a:rPr lang="en-US" dirty="0" smtClean="0">
                <a:solidFill>
                  <a:schemeClr val="tx1"/>
                </a:solidFill>
              </a:rPr>
              <a:t>Type of research</a:t>
            </a:r>
          </a:p>
          <a:p>
            <a:pPr marL="280988" indent="-280988">
              <a:buFont typeface="Wingdings" panose="05000000000000000000" pitchFamily="2" charset="2"/>
              <a:buChar char="§"/>
            </a:pPr>
            <a:r>
              <a:rPr lang="en-US" dirty="0" smtClean="0">
                <a:solidFill>
                  <a:schemeClr val="tx1"/>
                </a:solidFill>
              </a:rPr>
              <a:t>Stages </a:t>
            </a:r>
            <a:r>
              <a:rPr lang="en-US" dirty="0">
                <a:solidFill>
                  <a:schemeClr val="tx1"/>
                </a:solidFill>
              </a:rPr>
              <a:t>of </a:t>
            </a:r>
            <a:r>
              <a:rPr lang="en-US" dirty="0" smtClean="0">
                <a:solidFill>
                  <a:schemeClr val="tx1"/>
                </a:solidFill>
              </a:rPr>
              <a:t>research</a:t>
            </a:r>
          </a:p>
          <a:p>
            <a:pPr marL="280988" indent="-280988">
              <a:buFont typeface="Wingdings" panose="05000000000000000000" pitchFamily="2" charset="2"/>
              <a:buChar char="§"/>
            </a:pPr>
            <a:r>
              <a:rPr lang="en-US" dirty="0">
                <a:solidFill>
                  <a:schemeClr val="tx1"/>
                </a:solidFill>
              </a:rPr>
              <a:t>Writing a </a:t>
            </a:r>
            <a:r>
              <a:rPr lang="en-US" dirty="0" smtClean="0">
                <a:solidFill>
                  <a:schemeClr val="tx1"/>
                </a:solidFill>
              </a:rPr>
              <a:t>research paper</a:t>
            </a:r>
            <a:endParaRPr lang="en-US" dirty="0">
              <a:solidFill>
                <a:schemeClr val="tx1"/>
              </a:solidFill>
            </a:endParaRPr>
          </a:p>
          <a:p>
            <a:pPr marL="280988" indent="-280988">
              <a:buFont typeface="Wingdings" panose="05000000000000000000" pitchFamily="2" charset="2"/>
              <a:buChar char="§"/>
            </a:pPr>
            <a:r>
              <a:rPr lang="en-US" dirty="0" smtClean="0">
                <a:solidFill>
                  <a:schemeClr val="tx1"/>
                </a:solidFill>
              </a:rPr>
              <a:t>What is stress?</a:t>
            </a:r>
          </a:p>
          <a:p>
            <a:pPr marL="280988" indent="-280988">
              <a:buFont typeface="Wingdings" panose="05000000000000000000" pitchFamily="2" charset="2"/>
              <a:buChar char="§"/>
            </a:pPr>
            <a:r>
              <a:rPr lang="en-US" dirty="0" smtClean="0">
                <a:solidFill>
                  <a:schemeClr val="tx1"/>
                </a:solidFill>
              </a:rPr>
              <a:t>Stress </a:t>
            </a:r>
            <a:r>
              <a:rPr lang="en-US" dirty="0">
                <a:solidFill>
                  <a:schemeClr val="tx1"/>
                </a:solidFill>
              </a:rPr>
              <a:t>Management</a:t>
            </a:r>
          </a:p>
          <a:p>
            <a:pPr marL="280988" indent="-280988">
              <a:buFont typeface="Wingdings" panose="05000000000000000000" pitchFamily="2" charset="2"/>
              <a:buChar char="§"/>
            </a:pPr>
            <a:r>
              <a:rPr lang="en-US" dirty="0" smtClean="0">
                <a:solidFill>
                  <a:schemeClr val="tx1"/>
                </a:solidFill>
              </a:rPr>
              <a:t>Time Management</a:t>
            </a:r>
          </a:p>
          <a:p>
            <a:pPr marL="280988" indent="-280988">
              <a:buFont typeface="Wingdings" panose="05000000000000000000" pitchFamily="2" charset="2"/>
              <a:buChar char="§"/>
            </a:pPr>
            <a:endParaRPr lang="en-US" dirty="0">
              <a:solidFill>
                <a:schemeClr val="tx1"/>
              </a:solidFill>
            </a:endParaRPr>
          </a:p>
        </p:txBody>
      </p:sp>
      <p:sp>
        <p:nvSpPr>
          <p:cNvPr id="1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D1EC7D55-7322-4BF9-9A33-C2D507633057}"/>
              </a:ext>
            </a:extLst>
          </p:cNvPr>
          <p:cNvSpPr>
            <a:spLocks noGrp="1"/>
          </p:cNvSpPr>
          <p:nvPr>
            <p:ph type="sldNum" sz="quarter" idx="12"/>
          </p:nvPr>
        </p:nvSpPr>
        <p:spPr/>
        <p:txBody>
          <a:bodyPr/>
          <a:lstStyle/>
          <a:p>
            <a:fld id="{B6F15528-21DE-4FAA-801E-634DDDAF4B2B}" type="slidenum">
              <a:rPr lang="en-US" smtClean="0"/>
              <a:pPr/>
              <a:t>4</a:t>
            </a:fld>
            <a:endParaRPr lang="en-US" dirty="0"/>
          </a:p>
        </p:txBody>
      </p:sp>
      <p:sp>
        <p:nvSpPr>
          <p:cNvPr id="6" name="Rectangle 5">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F008C9A6-9A0E-4921-A679-AAC35E560816}"/>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pic>
        <p:nvPicPr>
          <p:cNvPr id="9" name="Picture 8"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3" name="Round Same Side Corner Rectangle 12"/>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RESEARCH METHODOLOGY</a:t>
            </a:r>
          </a:p>
        </p:txBody>
      </p:sp>
      <p:sp>
        <p:nvSpPr>
          <p:cNvPr id="14" name="TextBox 13">
            <a:extLst>
              <a:ext uri="{FF2B5EF4-FFF2-40B4-BE49-F238E27FC236}">
                <a16:creationId xmlns="" xmlns:a16="http://schemas.microsoft.com/office/drawing/2014/main" id="{F2EC4511-25F7-4A81-A941-5F7B02B37684}"/>
              </a:ext>
            </a:extLst>
          </p:cNvPr>
          <p:cNvSpPr txBox="1"/>
          <p:nvPr/>
        </p:nvSpPr>
        <p:spPr>
          <a:xfrm>
            <a:off x="228600" y="6477000"/>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1041846302"/>
      </p:ext>
    </p:extLst>
  </p:cSld>
  <p:clrMapOvr>
    <a:masterClrMapping/>
  </p:clrMapOvr>
  <p:transition>
    <p:pull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ectangle 7"/>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4"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chemeClr val="bg1"/>
                </a:solidFill>
              </a:rPr>
              <a:pPr/>
              <a:t>5</a:t>
            </a:fld>
            <a:endParaRPr lang="en-US" dirty="0">
              <a:solidFill>
                <a:schemeClr val="bg1"/>
              </a:solidFill>
            </a:endParaRPr>
          </a:p>
        </p:txBody>
      </p:sp>
      <p:pic>
        <p:nvPicPr>
          <p:cNvPr id="11" name="Picture 10">
            <a:extLst>
              <a:ext uri="{FF2B5EF4-FFF2-40B4-BE49-F238E27FC236}">
                <a16:creationId xmlns="" xmlns:a16="http://schemas.microsoft.com/office/drawing/2014/main" id="{548F2130-6923-4951-82C7-B21DDCD2E35B}"/>
              </a:ext>
            </a:extLst>
          </p:cNvPr>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860639" y="1828800"/>
            <a:ext cx="604683" cy="604683"/>
          </a:xfrm>
          <a:prstGeom prst="rect">
            <a:avLst/>
          </a:prstGeom>
        </p:spPr>
      </p:pic>
      <p:sp>
        <p:nvSpPr>
          <p:cNvPr id="12" name="TextBox 11">
            <a:extLst>
              <a:ext uri="{FF2B5EF4-FFF2-40B4-BE49-F238E27FC236}">
                <a16:creationId xmlns="" xmlns:a16="http://schemas.microsoft.com/office/drawing/2014/main" id="{F1FFC797-842D-4619-B082-C3195BF4A9B8}"/>
              </a:ext>
            </a:extLst>
          </p:cNvPr>
          <p:cNvSpPr txBox="1"/>
          <p:nvPr/>
        </p:nvSpPr>
        <p:spPr>
          <a:xfrm>
            <a:off x="1447800" y="1869532"/>
            <a:ext cx="6164826" cy="523220"/>
          </a:xfrm>
          <a:prstGeom prst="rect">
            <a:avLst/>
          </a:prstGeom>
          <a:noFill/>
        </p:spPr>
        <p:txBody>
          <a:bodyPr wrap="square" rtlCol="0">
            <a:spAutoFit/>
          </a:bodyPr>
          <a:lstStyle/>
          <a:p>
            <a:r>
              <a:rPr lang="en-US" sz="2800" dirty="0">
                <a:latin typeface="Times New Roman" pitchFamily="18" charset="0"/>
                <a:cs typeface="Times New Roman" pitchFamily="18" charset="0"/>
              </a:rPr>
              <a:t>What is Research?</a:t>
            </a:r>
          </a:p>
        </p:txBody>
      </p:sp>
      <p:sp>
        <p:nvSpPr>
          <p:cNvPr id="13" name="TextBox 12">
            <a:extLst>
              <a:ext uri="{FF2B5EF4-FFF2-40B4-BE49-F238E27FC236}">
                <a16:creationId xmlns="" xmlns:a16="http://schemas.microsoft.com/office/drawing/2014/main" id="{9C5C2D7B-DE59-496A-8AC6-2729213A320A}"/>
              </a:ext>
            </a:extLst>
          </p:cNvPr>
          <p:cNvSpPr txBox="1"/>
          <p:nvPr/>
        </p:nvSpPr>
        <p:spPr>
          <a:xfrm>
            <a:off x="860638" y="2541973"/>
            <a:ext cx="8130961"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The systematic investigation and study of materials and sources in order to establish facts and reach new conclusions.</a:t>
            </a:r>
            <a:endParaRPr lang="en-US" sz="2000" dirty="0">
              <a:latin typeface="Times New Roman" pitchFamily="18" charset="0"/>
              <a:cs typeface="Times New Roman" pitchFamily="18" charset="0"/>
            </a:endParaRPr>
          </a:p>
        </p:txBody>
      </p:sp>
      <p:sp>
        <p:nvSpPr>
          <p:cNvPr id="15" name="TextBox 14">
            <a:extLst>
              <a:ext uri="{FF2B5EF4-FFF2-40B4-BE49-F238E27FC236}">
                <a16:creationId xmlns="" xmlns:a16="http://schemas.microsoft.com/office/drawing/2014/main" id="{471AB187-3F57-433C-90CD-14A6642F6238}"/>
              </a:ext>
            </a:extLst>
          </p:cNvPr>
          <p:cNvSpPr txBox="1"/>
          <p:nvPr/>
        </p:nvSpPr>
        <p:spPr>
          <a:xfrm>
            <a:off x="808557" y="3385045"/>
            <a:ext cx="8113377" cy="2908489"/>
          </a:xfrm>
          <a:prstGeom prst="rect">
            <a:avLst/>
          </a:prstGeom>
          <a:noFill/>
        </p:spPr>
        <p:txBody>
          <a:bodyPr wrap="square" rtlCol="0">
            <a:spAutoFit/>
          </a:bodyPr>
          <a:lstStyle/>
          <a:p>
            <a:pPr algn="just">
              <a:spcAft>
                <a:spcPts val="600"/>
              </a:spcAft>
            </a:pPr>
            <a:r>
              <a:rPr lang="en-US" sz="2400" dirty="0">
                <a:latin typeface="Times New Roman" pitchFamily="18" charset="0"/>
                <a:cs typeface="Times New Roman" pitchFamily="18" charset="0"/>
              </a:rPr>
              <a:t>Research Methodology</a:t>
            </a:r>
            <a:r>
              <a:rPr lang="en-US" sz="2400" dirty="0" smtClean="0">
                <a:latin typeface="Times New Roman" pitchFamily="18" charset="0"/>
                <a:cs typeface="Times New Roman" pitchFamily="18" charset="0"/>
              </a:rPr>
              <a:t>:</a:t>
            </a:r>
          </a:p>
          <a:p>
            <a:pPr algn="just"/>
            <a:endParaRPr lang="en-US" sz="2400" dirty="0">
              <a:latin typeface="Times New Roman" pitchFamily="18" charset="0"/>
              <a:cs typeface="Times New Roman" pitchFamily="18" charset="0"/>
            </a:endParaRPr>
          </a:p>
          <a:p>
            <a:pPr marL="342900" indent="-342900" algn="just">
              <a:spcAft>
                <a:spcPts val="600"/>
              </a:spcAft>
              <a:buFont typeface="Wingdings" panose="05000000000000000000" pitchFamily="2" charset="2"/>
              <a:buChar char="v"/>
            </a:pPr>
            <a:r>
              <a:rPr lang="en-US" sz="2000" dirty="0">
                <a:latin typeface="Times New Roman" pitchFamily="18" charset="0"/>
                <a:cs typeface="Times New Roman" pitchFamily="18" charset="0"/>
              </a:rPr>
              <a:t>Explains the procedures by which researchers go about their work of describing, explaining and predicting phenomenon</a:t>
            </a:r>
            <a:r>
              <a:rPr lang="en-US" sz="2000" dirty="0" smtClean="0">
                <a:latin typeface="Times New Roman" pitchFamily="18" charset="0"/>
                <a:cs typeface="Times New Roman" pitchFamily="18" charset="0"/>
              </a:rPr>
              <a:t>.</a:t>
            </a:r>
          </a:p>
          <a:p>
            <a:pPr marL="342900" indent="-342900" algn="just">
              <a:buFont typeface="Wingdings" panose="05000000000000000000" pitchFamily="2" charset="2"/>
              <a:buChar char="v"/>
            </a:pPr>
            <a:endParaRPr lang="en-US" sz="2000" dirty="0" smtClean="0">
              <a:latin typeface="Times New Roman" pitchFamily="18" charset="0"/>
              <a:cs typeface="Times New Roman" pitchFamily="18" charset="0"/>
            </a:endParaRPr>
          </a:p>
          <a:p>
            <a:pPr marL="342900" indent="-342900" algn="just">
              <a:buFont typeface="Wingdings" panose="05000000000000000000" pitchFamily="2" charset="2"/>
              <a:buChar char="v"/>
            </a:pPr>
            <a:r>
              <a:rPr lang="en-US" sz="2000" dirty="0" smtClean="0">
                <a:latin typeface="Times New Roman" pitchFamily="18" charset="0"/>
                <a:cs typeface="Times New Roman" pitchFamily="18" charset="0"/>
              </a:rPr>
              <a:t>Involves </a:t>
            </a:r>
            <a:r>
              <a:rPr lang="en-US" sz="2000" dirty="0">
                <a:latin typeface="Times New Roman" pitchFamily="18" charset="0"/>
                <a:cs typeface="Times New Roman" pitchFamily="18" charset="0"/>
              </a:rPr>
              <a:t>learning of the various techniques for conducting experiments, tests and surveys</a:t>
            </a:r>
            <a:r>
              <a:rPr lang="en-US" sz="2000" dirty="0" smtClean="0">
                <a:latin typeface="Times New Roman" pitchFamily="18" charset="0"/>
                <a:cs typeface="Times New Roman" pitchFamily="18" charset="0"/>
              </a:rPr>
              <a:t>.</a:t>
            </a:r>
          </a:p>
          <a:p>
            <a:pPr marL="342900" indent="-342900" algn="just">
              <a:buFont typeface="Wingdings" panose="05000000000000000000" pitchFamily="2" charset="2"/>
              <a:buChar char="v"/>
            </a:pPr>
            <a:endParaRPr lang="en-US" sz="2000" dirty="0" smtClean="0">
              <a:latin typeface="Times New Roman" pitchFamily="18" charset="0"/>
              <a:cs typeface="Times New Roman" pitchFamily="18" charset="0"/>
            </a:endParaRPr>
          </a:p>
        </p:txBody>
      </p:sp>
      <p:pic>
        <p:nvPicPr>
          <p:cNvPr id="10" name="Picture 9" descr="C:\Users\Subhasis\Desktop\logo nit.png"/>
          <p:cNvPicPr/>
          <p:nvPr/>
        </p:nvPicPr>
        <p:blipFill>
          <a:blip r:embed="rId4" cstate="print"/>
          <a:srcRect/>
          <a:stretch>
            <a:fillRect/>
          </a:stretch>
        </p:blipFill>
        <p:spPr bwMode="auto">
          <a:xfrm>
            <a:off x="8153400" y="15357"/>
            <a:ext cx="990600" cy="852779"/>
          </a:xfrm>
          <a:prstGeom prst="rect">
            <a:avLst/>
          </a:prstGeom>
          <a:noFill/>
          <a:ln w="9525">
            <a:noFill/>
            <a:miter lim="800000"/>
            <a:headEnd/>
            <a:tailEnd/>
          </a:ln>
        </p:spPr>
      </p:pic>
      <p:sp>
        <p:nvSpPr>
          <p:cNvPr id="17" name="Arrow: Pentagon 13">
            <a:extLst>
              <a:ext uri="{FF2B5EF4-FFF2-40B4-BE49-F238E27FC236}">
                <a16:creationId xmlns="" xmlns:a16="http://schemas.microsoft.com/office/drawing/2014/main" id="{79AEA946-2F5F-4E69-8B87-7EBCB04F83E3}"/>
              </a:ext>
            </a:extLst>
          </p:cNvPr>
          <p:cNvSpPr/>
          <p:nvPr/>
        </p:nvSpPr>
        <p:spPr>
          <a:xfrm>
            <a:off x="860638" y="1219200"/>
            <a:ext cx="1958762" cy="392385"/>
          </a:xfrm>
          <a:prstGeom prst="homePlate">
            <a:avLst/>
          </a:prstGeom>
          <a:solidFill>
            <a:schemeClr val="tx2">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ctr"/>
          <a:lstStyle/>
          <a:p>
            <a:r>
              <a:rPr lang="en-US" sz="3000" b="1" dirty="0" smtClean="0">
                <a:solidFill>
                  <a:schemeClr val="tx1"/>
                </a:solidFill>
                <a:latin typeface="Times New Roman" pitchFamily="18" charset="0"/>
                <a:cs typeface="Times New Roman" pitchFamily="18" charset="0"/>
              </a:rPr>
              <a:t>Research</a:t>
            </a:r>
            <a:endParaRPr lang="en-US" sz="3000" b="1" dirty="0">
              <a:solidFill>
                <a:schemeClr val="tx1"/>
              </a:solidFill>
              <a:latin typeface="Times New Roman" pitchFamily="18" charset="0"/>
              <a:cs typeface="Times New Roman" pitchFamily="18" charset="0"/>
            </a:endParaRPr>
          </a:p>
        </p:txBody>
      </p:sp>
      <p:sp>
        <p:nvSpPr>
          <p:cNvPr id="18" name="Round Same Side Corner Rectangle 17"/>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RESEARCH METHODOLOGY</a:t>
            </a:r>
          </a:p>
        </p:txBody>
      </p:sp>
      <p:sp>
        <p:nvSpPr>
          <p:cNvPr id="16" name="TextBox 1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2" name="Rectangle 11"/>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4"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chemeClr val="bg1"/>
                </a:solidFill>
              </a:rPr>
              <a:pPr/>
              <a:t>6</a:t>
            </a:fld>
            <a:endParaRPr lang="en-US" dirty="0">
              <a:solidFill>
                <a:schemeClr val="bg1"/>
              </a:solidFill>
            </a:endParaRPr>
          </a:p>
        </p:txBody>
      </p:sp>
      <p:sp>
        <p:nvSpPr>
          <p:cNvPr id="16" name="Arrow: Pentagon 13">
            <a:extLst>
              <a:ext uri="{FF2B5EF4-FFF2-40B4-BE49-F238E27FC236}">
                <a16:creationId xmlns="" xmlns:a16="http://schemas.microsoft.com/office/drawing/2014/main" id="{79AEA946-2F5F-4E69-8B87-7EBCB04F83E3}"/>
              </a:ext>
            </a:extLst>
          </p:cNvPr>
          <p:cNvSpPr/>
          <p:nvPr/>
        </p:nvSpPr>
        <p:spPr>
          <a:xfrm>
            <a:off x="729342" y="1126523"/>
            <a:ext cx="4299858" cy="514277"/>
          </a:xfrm>
          <a:prstGeom prst="homePlate">
            <a:avLst/>
          </a:prstGeom>
          <a:solidFill>
            <a:schemeClr val="tx2">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ctr"/>
          <a:lstStyle/>
          <a:p>
            <a:r>
              <a:rPr lang="en-US" sz="3200" b="1" dirty="0">
                <a:latin typeface="Times New Roman" panose="02020603050405020304" pitchFamily="18" charset="0"/>
                <a:cs typeface="Times New Roman" panose="02020603050405020304" pitchFamily="18" charset="0"/>
              </a:rPr>
              <a:t>Objectives of Research</a:t>
            </a:r>
            <a:endParaRPr lang="en-US" sz="3000" b="1" dirty="0">
              <a:solidFill>
                <a:schemeClr val="tx1"/>
              </a:solidFill>
              <a:latin typeface="Times New Roman" panose="02020603050405020304" pitchFamily="18" charset="0"/>
              <a:cs typeface="Times New Roman" panose="02020603050405020304" pitchFamily="18" charset="0"/>
            </a:endParaRPr>
          </a:p>
        </p:txBody>
      </p:sp>
      <p:pic>
        <p:nvPicPr>
          <p:cNvPr id="8" name="Picture 7" descr="C:\Users\Subhasis\Desktop\logo nit.png"/>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0" name="Round Same Side Corner Rectangle 9"/>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RESEARCH METHODOLOGY</a:t>
            </a:r>
          </a:p>
        </p:txBody>
      </p:sp>
      <p:sp>
        <p:nvSpPr>
          <p:cNvPr id="13" name="TextBox 12">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15" name="Oval 14"/>
          <p:cNvSpPr/>
          <p:nvPr/>
        </p:nvSpPr>
        <p:spPr>
          <a:xfrm>
            <a:off x="3352801" y="1905000"/>
            <a:ext cx="2819400" cy="931816"/>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rgbClr val="FF0000"/>
                </a:solidFill>
                <a:latin typeface="Times New Roman" panose="02020603050405020304" pitchFamily="18" charset="0"/>
                <a:cs typeface="Times New Roman" panose="02020603050405020304" pitchFamily="18" charset="0"/>
              </a:rPr>
              <a:t>Objectives </a:t>
            </a:r>
            <a:r>
              <a:rPr lang="en-US" sz="2000" b="1" dirty="0">
                <a:solidFill>
                  <a:srgbClr val="FF0000"/>
                </a:solidFill>
                <a:latin typeface="Times New Roman" panose="02020603050405020304" pitchFamily="18" charset="0"/>
                <a:cs typeface="Times New Roman" panose="02020603050405020304" pitchFamily="18" charset="0"/>
              </a:rPr>
              <a:t>o</a:t>
            </a:r>
            <a:r>
              <a:rPr lang="en-US" sz="2000" b="1" dirty="0" smtClean="0">
                <a:solidFill>
                  <a:srgbClr val="FF0000"/>
                </a:solidFill>
                <a:latin typeface="Times New Roman" panose="02020603050405020304" pitchFamily="18" charset="0"/>
                <a:cs typeface="Times New Roman" panose="02020603050405020304" pitchFamily="18" charset="0"/>
              </a:rPr>
              <a:t>f Research</a:t>
            </a:r>
            <a:endParaRPr lang="en-IN" sz="2000" b="1" dirty="0">
              <a:solidFill>
                <a:srgbClr val="FF0000"/>
              </a:solidFill>
              <a:latin typeface="Times New Roman" panose="02020603050405020304" pitchFamily="18" charset="0"/>
              <a:cs typeface="Times New Roman" panose="02020603050405020304" pitchFamily="18" charset="0"/>
            </a:endParaRPr>
          </a:p>
        </p:txBody>
      </p:sp>
      <p:sp>
        <p:nvSpPr>
          <p:cNvPr id="17" name="Rectangle 16"/>
          <p:cNvSpPr/>
          <p:nvPr/>
        </p:nvSpPr>
        <p:spPr>
          <a:xfrm>
            <a:off x="381000" y="3276600"/>
            <a:ext cx="2590800" cy="114517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tx1"/>
                </a:solidFill>
                <a:latin typeface="Times New Roman" panose="02020603050405020304" pitchFamily="18" charset="0"/>
                <a:cs typeface="Times New Roman" panose="02020603050405020304" pitchFamily="18" charset="0"/>
              </a:rPr>
              <a:t>To discover new </a:t>
            </a:r>
            <a:r>
              <a:rPr lang="en-US" sz="2000" b="1" dirty="0" smtClean="0">
                <a:solidFill>
                  <a:schemeClr val="tx1"/>
                </a:solidFill>
                <a:latin typeface="Times New Roman" panose="02020603050405020304" pitchFamily="18" charset="0"/>
                <a:cs typeface="Times New Roman" panose="02020603050405020304" pitchFamily="18" charset="0"/>
              </a:rPr>
              <a:t>facts</a:t>
            </a:r>
            <a:r>
              <a:rPr lang="en-US" sz="2400" b="1" dirty="0" smtClean="0">
                <a:solidFill>
                  <a:schemeClr val="tx1"/>
                </a:solidFill>
                <a:latin typeface="Times New Roman" panose="02020603050405020304" pitchFamily="18" charset="0"/>
                <a:cs typeface="Times New Roman" panose="02020603050405020304" pitchFamily="18" charset="0"/>
              </a:rPr>
              <a:t>.</a:t>
            </a:r>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600199" y="4572000"/>
            <a:ext cx="2819401" cy="1375953"/>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000" b="1" dirty="0" smtClean="0">
                <a:solidFill>
                  <a:schemeClr val="tx1"/>
                </a:solidFill>
                <a:latin typeface="Times New Roman" panose="02020603050405020304" pitchFamily="18" charset="0"/>
                <a:cs typeface="Times New Roman" panose="02020603050405020304" pitchFamily="18" charset="0"/>
              </a:rPr>
              <a:t>To </a:t>
            </a:r>
            <a:r>
              <a:rPr lang="en-US" sz="2000" b="1" dirty="0">
                <a:solidFill>
                  <a:schemeClr val="tx1"/>
                </a:solidFill>
                <a:latin typeface="Times New Roman" panose="02020603050405020304" pitchFamily="18" charset="0"/>
                <a:cs typeface="Times New Roman" panose="02020603050405020304" pitchFamily="18" charset="0"/>
              </a:rPr>
              <a:t>analyze an event or process or phenomenon to identify the cause and effect </a:t>
            </a:r>
            <a:r>
              <a:rPr lang="en-US" sz="2000" b="1" dirty="0" smtClean="0">
                <a:solidFill>
                  <a:schemeClr val="tx1"/>
                </a:solidFill>
                <a:latin typeface="Times New Roman" panose="02020603050405020304" pitchFamily="18" charset="0"/>
                <a:cs typeface="Times New Roman" panose="02020603050405020304" pitchFamily="18" charset="0"/>
              </a:rPr>
              <a:t>relationships.</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19" name="Rectangle 18"/>
          <p:cNvSpPr/>
          <p:nvPr/>
        </p:nvSpPr>
        <p:spPr>
          <a:xfrm>
            <a:off x="5029200" y="4572000"/>
            <a:ext cx="2323011" cy="137160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tx1"/>
                </a:solidFill>
                <a:latin typeface="Times New Roman" panose="02020603050405020304" pitchFamily="18" charset="0"/>
                <a:cs typeface="Times New Roman" panose="02020603050405020304" pitchFamily="18" charset="0"/>
              </a:rPr>
              <a:t>To develop new scientific tools, concepts and </a:t>
            </a:r>
            <a:r>
              <a:rPr lang="en-US" sz="2000" b="1" dirty="0" smtClean="0">
                <a:solidFill>
                  <a:schemeClr val="tx1"/>
                </a:solidFill>
                <a:latin typeface="Times New Roman" panose="02020603050405020304" pitchFamily="18" charset="0"/>
                <a:cs typeface="Times New Roman" panose="02020603050405020304" pitchFamily="18" charset="0"/>
              </a:rPr>
              <a:t>theories.</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6248400" y="3276600"/>
            <a:ext cx="2743200" cy="109620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tx1"/>
                </a:solidFill>
                <a:latin typeface="Times New Roman" panose="02020603050405020304" pitchFamily="18" charset="0"/>
                <a:cs typeface="Times New Roman" panose="02020603050405020304" pitchFamily="18" charset="0"/>
              </a:rPr>
              <a:t>To find solutions to scientific, nonscientific and social </a:t>
            </a:r>
            <a:r>
              <a:rPr lang="en-IN" sz="2000" b="1" dirty="0" smtClean="0">
                <a:solidFill>
                  <a:schemeClr val="tx1"/>
                </a:solidFill>
                <a:latin typeface="Times New Roman" panose="02020603050405020304" pitchFamily="18" charset="0"/>
                <a:cs typeface="Times New Roman" panose="02020603050405020304" pitchFamily="18" charset="0"/>
              </a:rPr>
              <a:t>problems.</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21" name="Down Arrow 20"/>
          <p:cNvSpPr/>
          <p:nvPr/>
        </p:nvSpPr>
        <p:spPr>
          <a:xfrm rot="3280400">
            <a:off x="2692513" y="2295804"/>
            <a:ext cx="430857" cy="11483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Down Arrow 21"/>
          <p:cNvSpPr/>
          <p:nvPr/>
        </p:nvSpPr>
        <p:spPr>
          <a:xfrm rot="1955534">
            <a:off x="3585362" y="2798588"/>
            <a:ext cx="430857" cy="185864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Down Arrow 22"/>
          <p:cNvSpPr/>
          <p:nvPr/>
        </p:nvSpPr>
        <p:spPr>
          <a:xfrm rot="20062229">
            <a:off x="5390732" y="2826978"/>
            <a:ext cx="430857" cy="18053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Down Arrow 23"/>
          <p:cNvSpPr/>
          <p:nvPr/>
        </p:nvSpPr>
        <p:spPr>
          <a:xfrm rot="19285571">
            <a:off x="6366835" y="2355017"/>
            <a:ext cx="320167" cy="9807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transition>
    <p:pull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0" name="Rectangle 19"/>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2" name="Content Placeholder 2"/>
          <p:cNvSpPr>
            <a:spLocks noGrp="1"/>
          </p:cNvSpPr>
          <p:nvPr>
            <p:ph idx="1"/>
          </p:nvPr>
        </p:nvSpPr>
        <p:spPr>
          <a:xfrm>
            <a:off x="571500" y="1862830"/>
            <a:ext cx="7924800" cy="4120481"/>
          </a:xfrm>
        </p:spPr>
        <p:txBody>
          <a:bodyPr>
            <a:noAutofit/>
          </a:bodyPr>
          <a:lstStyle/>
          <a:p>
            <a:pPr marL="280988" indent="-280988">
              <a:buClr>
                <a:schemeClr val="accent1">
                  <a:lumMod val="50000"/>
                </a:schemeClr>
              </a:buClr>
              <a:buFont typeface="Wingdings" panose="05000000000000000000" pitchFamily="2" charset="2"/>
              <a:buChar char="§"/>
              <a:defRPr/>
            </a:pPr>
            <a:endParaRPr lang="en-US" u="sng" dirty="0">
              <a:solidFill>
                <a:schemeClr val="tx1"/>
              </a:solidFill>
              <a:latin typeface="Times New Roman" panose="02020603050405020304" pitchFamily="18" charset="0"/>
              <a:cs typeface="Times New Roman" panose="02020603050405020304" pitchFamily="18" charset="0"/>
            </a:endParaRPr>
          </a:p>
          <a:p>
            <a:pPr marL="280988" indent="-280988">
              <a:buClr>
                <a:schemeClr val="accent1">
                  <a:lumMod val="50000"/>
                </a:schemeClr>
              </a:buClr>
              <a:buFont typeface="Wingdings" panose="05000000000000000000" pitchFamily="2" charset="2"/>
              <a:buChar char="§"/>
              <a:defRPr/>
            </a:pPr>
            <a:endParaRPr lang="en-US" u="sng" dirty="0" smtClean="0">
              <a:solidFill>
                <a:schemeClr val="tx1"/>
              </a:solidFill>
              <a:latin typeface="Times New Roman" panose="02020603050405020304" pitchFamily="18" charset="0"/>
              <a:cs typeface="Times New Roman" panose="02020603050405020304" pitchFamily="18" charset="0"/>
            </a:endParaRPr>
          </a:p>
          <a:p>
            <a:pPr marL="280988" indent="-280988">
              <a:buClr>
                <a:schemeClr val="accent1">
                  <a:lumMod val="50000"/>
                </a:schemeClr>
              </a:buClr>
              <a:buFont typeface="Wingdings" panose="05000000000000000000" pitchFamily="2" charset="2"/>
              <a:buChar char="§"/>
              <a:defRPr/>
            </a:pPr>
            <a:endParaRPr lang="en-US" u="sng" dirty="0" smtClean="0">
              <a:solidFill>
                <a:schemeClr val="tx1"/>
              </a:solidFill>
              <a:latin typeface="Times New Roman" panose="02020603050405020304" pitchFamily="18" charset="0"/>
              <a:cs typeface="Times New Roman" panose="02020603050405020304" pitchFamily="18" charset="0"/>
            </a:endParaRPr>
          </a:p>
          <a:p>
            <a:pPr marL="280988" indent="-280988">
              <a:buClr>
                <a:schemeClr val="accent1">
                  <a:lumMod val="50000"/>
                </a:schemeClr>
              </a:buClr>
              <a:buFont typeface="Wingdings" panose="05000000000000000000" pitchFamily="2" charset="2"/>
              <a:buChar char="§"/>
              <a:defRPr/>
            </a:pPr>
            <a:endParaRPr lang="en-US" u="sng" dirty="0" smtClean="0">
              <a:solidFill>
                <a:schemeClr val="tx1"/>
              </a:solidFill>
              <a:latin typeface="Times New Roman" panose="02020603050405020304" pitchFamily="18" charset="0"/>
              <a:cs typeface="Times New Roman" panose="02020603050405020304" pitchFamily="18" charset="0"/>
            </a:endParaRPr>
          </a:p>
          <a:p>
            <a:pPr marL="280988" indent="-280988">
              <a:buClr>
                <a:schemeClr val="accent1">
                  <a:lumMod val="50000"/>
                </a:schemeClr>
              </a:buClr>
              <a:buFont typeface="Wingdings" panose="05000000000000000000" pitchFamily="2" charset="2"/>
              <a:buChar char="§"/>
              <a:defRPr/>
            </a:pPr>
            <a:endParaRPr lang="en-US" u="sng" dirty="0" smtClean="0">
              <a:solidFill>
                <a:schemeClr val="tx1"/>
              </a:solidFill>
              <a:latin typeface="Times New Roman" panose="02020603050405020304" pitchFamily="18" charset="0"/>
              <a:cs typeface="Times New Roman" panose="02020603050405020304" pitchFamily="18" charset="0"/>
            </a:endParaRPr>
          </a:p>
          <a:p>
            <a:pPr marL="280988" indent="-280988">
              <a:buClr>
                <a:schemeClr val="accent1">
                  <a:lumMod val="50000"/>
                </a:schemeClr>
              </a:buClr>
              <a:buFont typeface="Wingdings" panose="05000000000000000000" pitchFamily="2" charset="2"/>
              <a:buChar char="§"/>
              <a:defRPr/>
            </a:pPr>
            <a:endParaRPr lang="en-US" u="sng" dirty="0" smtClean="0">
              <a:solidFill>
                <a:schemeClr val="tx1"/>
              </a:solidFill>
              <a:latin typeface="Times New Roman" panose="02020603050405020304" pitchFamily="18" charset="0"/>
              <a:cs typeface="Times New Roman" panose="02020603050405020304" pitchFamily="18" charset="0"/>
            </a:endParaRPr>
          </a:p>
          <a:p>
            <a:pPr marL="280988" indent="-280988">
              <a:buClr>
                <a:schemeClr val="accent1">
                  <a:lumMod val="50000"/>
                </a:schemeClr>
              </a:buClr>
              <a:buFont typeface="Wingdings" panose="05000000000000000000" pitchFamily="2" charset="2"/>
              <a:buChar char="§"/>
              <a:defRPr/>
            </a:pPr>
            <a:endParaRPr lang="en-US" u="sng" dirty="0">
              <a:solidFill>
                <a:schemeClr val="tx1"/>
              </a:solidFill>
              <a:latin typeface="Times New Roman" panose="02020603050405020304" pitchFamily="18" charset="0"/>
              <a:cs typeface="Times New Roman" panose="02020603050405020304" pitchFamily="18" charset="0"/>
            </a:endParaRPr>
          </a:p>
          <a:p>
            <a:pPr marL="280988" indent="-280988">
              <a:buClr>
                <a:schemeClr val="accent1">
                  <a:lumMod val="50000"/>
                </a:schemeClr>
              </a:buClr>
              <a:buNone/>
              <a:defRPr/>
            </a:pPr>
            <a:r>
              <a:rPr lang="en-US" sz="1600" dirty="0" smtClean="0">
                <a:solidFill>
                  <a:schemeClr val="tx1"/>
                </a:solidFill>
                <a:latin typeface="Times New Roman" panose="02020603050405020304" pitchFamily="18" charset="0"/>
                <a:cs typeface="Times New Roman" panose="02020603050405020304" pitchFamily="18" charset="0"/>
              </a:rPr>
              <a:t>      </a:t>
            </a:r>
            <a:endParaRPr lang="en-IN" sz="1600" u="sng" dirty="0" smtClean="0">
              <a:solidFill>
                <a:schemeClr val="tx1"/>
              </a:solidFill>
              <a:latin typeface="Times New Roman" panose="02020603050405020304" pitchFamily="18" charset="0"/>
              <a:cs typeface="Times New Roman" panose="02020603050405020304" pitchFamily="18" charset="0"/>
            </a:endParaRPr>
          </a:p>
        </p:txBody>
      </p:sp>
      <p:sp>
        <p:nvSpPr>
          <p:cNvPr id="12"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chemeClr val="bg1"/>
                </a:solidFill>
              </a:rPr>
              <a:pPr/>
              <a:t>7</a:t>
            </a:fld>
            <a:endParaRPr lang="en-US" dirty="0">
              <a:solidFill>
                <a:schemeClr val="bg1"/>
              </a:solidFill>
            </a:endParaRPr>
          </a:p>
        </p:txBody>
      </p:sp>
      <p:sp>
        <p:nvSpPr>
          <p:cNvPr id="8" name="Arrow: Pentagon 13">
            <a:extLst>
              <a:ext uri="{FF2B5EF4-FFF2-40B4-BE49-F238E27FC236}">
                <a16:creationId xmlns="" xmlns:a16="http://schemas.microsoft.com/office/drawing/2014/main" id="{79AEA946-2F5F-4E69-8B87-7EBCB04F83E3}"/>
              </a:ext>
            </a:extLst>
          </p:cNvPr>
          <p:cNvSpPr/>
          <p:nvPr/>
        </p:nvSpPr>
        <p:spPr>
          <a:xfrm>
            <a:off x="838200" y="762000"/>
            <a:ext cx="3581400" cy="530942"/>
          </a:xfrm>
          <a:prstGeom prst="homePlate">
            <a:avLst/>
          </a:prstGeom>
          <a:solidFill>
            <a:schemeClr val="tx2">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ctr"/>
          <a:lstStyle/>
          <a:p>
            <a:r>
              <a:rPr lang="en-US" sz="3000" b="1" dirty="0">
                <a:solidFill>
                  <a:schemeClr val="tx1"/>
                </a:solidFill>
                <a:latin typeface="Times New Roman" pitchFamily="18" charset="0"/>
                <a:cs typeface="Times New Roman" pitchFamily="18" charset="0"/>
              </a:rPr>
              <a:t>Types of Research</a:t>
            </a:r>
          </a:p>
        </p:txBody>
      </p:sp>
      <p:pic>
        <p:nvPicPr>
          <p:cNvPr id="16" name="Picture 15" descr="C:\Users\Subhasis\Desktop\logo nit.png"/>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7" name="Round Same Side Corner Rectangle 16"/>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RESEARCH METHODOLOGY</a:t>
            </a:r>
          </a:p>
        </p:txBody>
      </p:sp>
      <p:sp>
        <p:nvSpPr>
          <p:cNvPr id="21" name="TextBox 2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13" name="Oval 12"/>
          <p:cNvSpPr/>
          <p:nvPr/>
        </p:nvSpPr>
        <p:spPr>
          <a:xfrm>
            <a:off x="3352800" y="1828800"/>
            <a:ext cx="2667000" cy="762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Times New Roman" panose="02020603050405020304" pitchFamily="18" charset="0"/>
                <a:cs typeface="Times New Roman" panose="02020603050405020304" pitchFamily="18" charset="0"/>
              </a:rPr>
              <a:t>Types </a:t>
            </a:r>
            <a:r>
              <a:rPr lang="en-US" sz="2000" b="1" dirty="0">
                <a:solidFill>
                  <a:schemeClr val="tx1"/>
                </a:solidFill>
                <a:latin typeface="Times New Roman" panose="02020603050405020304" pitchFamily="18" charset="0"/>
                <a:cs typeface="Times New Roman" panose="02020603050405020304" pitchFamily="18" charset="0"/>
              </a:rPr>
              <a:t>o</a:t>
            </a:r>
            <a:r>
              <a:rPr lang="en-US" sz="2000" b="1" dirty="0" smtClean="0">
                <a:solidFill>
                  <a:schemeClr val="tx1"/>
                </a:solidFill>
                <a:latin typeface="Times New Roman" panose="02020603050405020304" pitchFamily="18" charset="0"/>
                <a:cs typeface="Times New Roman" panose="02020603050405020304" pitchFamily="18" charset="0"/>
              </a:rPr>
              <a:t>f Research</a:t>
            </a:r>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1295400" y="2895600"/>
            <a:ext cx="1905000" cy="6096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Based on application</a:t>
            </a:r>
            <a:endParaRPr lang="en-US" b="1" dirty="0">
              <a:solidFill>
                <a:schemeClr val="tx1"/>
              </a:solidFill>
            </a:endParaRPr>
          </a:p>
        </p:txBody>
      </p:sp>
      <p:sp>
        <p:nvSpPr>
          <p:cNvPr id="24" name="Down Arrow 23"/>
          <p:cNvSpPr/>
          <p:nvPr/>
        </p:nvSpPr>
        <p:spPr>
          <a:xfrm rot="2652012">
            <a:off x="2940772" y="2230628"/>
            <a:ext cx="347138" cy="70774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p:cNvSpPr/>
          <p:nvPr/>
        </p:nvSpPr>
        <p:spPr>
          <a:xfrm>
            <a:off x="3810000" y="3200400"/>
            <a:ext cx="1600200" cy="1219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Based on paradigm shift</a:t>
            </a:r>
            <a:endParaRPr lang="en-US" b="1" dirty="0">
              <a:solidFill>
                <a:schemeClr val="tx1"/>
              </a:solidFill>
            </a:endParaRPr>
          </a:p>
        </p:txBody>
      </p:sp>
      <p:sp>
        <p:nvSpPr>
          <p:cNvPr id="26" name="Rectangle 25"/>
          <p:cNvSpPr/>
          <p:nvPr/>
        </p:nvSpPr>
        <p:spPr>
          <a:xfrm>
            <a:off x="6324600" y="2971800"/>
            <a:ext cx="1905000" cy="838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Type of information sought</a:t>
            </a:r>
            <a:endParaRPr lang="en-US" b="1" dirty="0">
              <a:solidFill>
                <a:schemeClr val="tx1"/>
              </a:solidFill>
            </a:endParaRPr>
          </a:p>
        </p:txBody>
      </p:sp>
      <p:sp>
        <p:nvSpPr>
          <p:cNvPr id="28" name="Down Arrow 27"/>
          <p:cNvSpPr/>
          <p:nvPr/>
        </p:nvSpPr>
        <p:spPr>
          <a:xfrm rot="19751590">
            <a:off x="6007838" y="2329453"/>
            <a:ext cx="347138" cy="64406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Down Arrow 28"/>
          <p:cNvSpPr/>
          <p:nvPr/>
        </p:nvSpPr>
        <p:spPr>
          <a:xfrm>
            <a:off x="4495800" y="2667000"/>
            <a:ext cx="381000" cy="457200"/>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p:cNvSpPr/>
          <p:nvPr/>
        </p:nvSpPr>
        <p:spPr>
          <a:xfrm>
            <a:off x="6096000" y="4038600"/>
            <a:ext cx="1447800" cy="609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Qualitative</a:t>
            </a:r>
            <a:endParaRPr lang="en-US" b="1" dirty="0">
              <a:solidFill>
                <a:schemeClr val="tx1"/>
              </a:solidFill>
            </a:endParaRPr>
          </a:p>
        </p:txBody>
      </p:sp>
      <p:sp>
        <p:nvSpPr>
          <p:cNvPr id="31" name="Rectangle 30"/>
          <p:cNvSpPr/>
          <p:nvPr/>
        </p:nvSpPr>
        <p:spPr>
          <a:xfrm>
            <a:off x="6019800" y="4953000"/>
            <a:ext cx="1524000" cy="609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Quantitative</a:t>
            </a:r>
            <a:endParaRPr lang="en-US" b="1" dirty="0">
              <a:solidFill>
                <a:schemeClr val="tx1"/>
              </a:solidFill>
            </a:endParaRPr>
          </a:p>
        </p:txBody>
      </p:sp>
      <p:sp>
        <p:nvSpPr>
          <p:cNvPr id="32" name="Rectangle 31"/>
          <p:cNvSpPr/>
          <p:nvPr/>
        </p:nvSpPr>
        <p:spPr>
          <a:xfrm>
            <a:off x="8001000" y="3810000"/>
            <a:ext cx="152400" cy="1371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Left Arrow 32"/>
          <p:cNvSpPr/>
          <p:nvPr/>
        </p:nvSpPr>
        <p:spPr>
          <a:xfrm>
            <a:off x="7543800" y="4267200"/>
            <a:ext cx="457200" cy="304800"/>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Left Arrow 34"/>
          <p:cNvSpPr/>
          <p:nvPr/>
        </p:nvSpPr>
        <p:spPr>
          <a:xfrm>
            <a:off x="7543800" y="5105400"/>
            <a:ext cx="609600" cy="304800"/>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p:cNvSpPr/>
          <p:nvPr/>
        </p:nvSpPr>
        <p:spPr>
          <a:xfrm>
            <a:off x="2819400" y="5562600"/>
            <a:ext cx="1295400" cy="609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Normal</a:t>
            </a:r>
            <a:endParaRPr lang="en-US" b="1" dirty="0">
              <a:solidFill>
                <a:schemeClr val="tx1"/>
              </a:solidFill>
            </a:endParaRPr>
          </a:p>
        </p:txBody>
      </p:sp>
      <p:sp>
        <p:nvSpPr>
          <p:cNvPr id="37" name="Rectangle 36"/>
          <p:cNvSpPr/>
          <p:nvPr/>
        </p:nvSpPr>
        <p:spPr>
          <a:xfrm>
            <a:off x="4267200" y="5562600"/>
            <a:ext cx="1676400" cy="609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Revolutionary</a:t>
            </a:r>
            <a:endParaRPr lang="en-US" b="1" dirty="0">
              <a:solidFill>
                <a:schemeClr val="tx1"/>
              </a:solidFill>
            </a:endParaRPr>
          </a:p>
        </p:txBody>
      </p:sp>
      <p:sp>
        <p:nvSpPr>
          <p:cNvPr id="38" name="Down Arrow 37"/>
          <p:cNvSpPr/>
          <p:nvPr/>
        </p:nvSpPr>
        <p:spPr>
          <a:xfrm rot="1677933">
            <a:off x="3822194" y="4428416"/>
            <a:ext cx="347138" cy="1160793"/>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Down Arrow 38"/>
          <p:cNvSpPr/>
          <p:nvPr/>
        </p:nvSpPr>
        <p:spPr>
          <a:xfrm rot="19751590">
            <a:off x="4922712" y="4426113"/>
            <a:ext cx="347138" cy="1167649"/>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p:cNvSpPr/>
          <p:nvPr/>
        </p:nvSpPr>
        <p:spPr>
          <a:xfrm>
            <a:off x="1981200" y="3810000"/>
            <a:ext cx="1143000" cy="609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Basic</a:t>
            </a:r>
            <a:endParaRPr lang="en-US" b="1" dirty="0">
              <a:solidFill>
                <a:schemeClr val="tx1"/>
              </a:solidFill>
            </a:endParaRPr>
          </a:p>
        </p:txBody>
      </p:sp>
      <p:sp>
        <p:nvSpPr>
          <p:cNvPr id="41" name="Rectangle 40"/>
          <p:cNvSpPr/>
          <p:nvPr/>
        </p:nvSpPr>
        <p:spPr>
          <a:xfrm>
            <a:off x="1981200" y="4724400"/>
            <a:ext cx="1143000" cy="6096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Applied</a:t>
            </a:r>
            <a:endParaRPr lang="en-US" b="1" dirty="0">
              <a:solidFill>
                <a:schemeClr val="tx1"/>
              </a:solidFill>
            </a:endParaRPr>
          </a:p>
        </p:txBody>
      </p:sp>
      <p:sp>
        <p:nvSpPr>
          <p:cNvPr id="42" name="Rectangle 41"/>
          <p:cNvSpPr/>
          <p:nvPr/>
        </p:nvSpPr>
        <p:spPr>
          <a:xfrm>
            <a:off x="1295400" y="3505200"/>
            <a:ext cx="152400" cy="1371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Left Arrow 42"/>
          <p:cNvSpPr/>
          <p:nvPr/>
        </p:nvSpPr>
        <p:spPr>
          <a:xfrm rot="10800000">
            <a:off x="1295400" y="4800600"/>
            <a:ext cx="685800" cy="304800"/>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Left Arrow 43"/>
          <p:cNvSpPr/>
          <p:nvPr/>
        </p:nvSpPr>
        <p:spPr>
          <a:xfrm rot="10800000">
            <a:off x="1447800" y="3962400"/>
            <a:ext cx="533400" cy="304800"/>
          </a:xfrm>
          <a:prstGeom prst="lef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p:pull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3" name="Rectangle 22"/>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0"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chemeClr val="bg1"/>
                </a:solidFill>
              </a:rPr>
              <a:pPr/>
              <a:t>8</a:t>
            </a:fld>
            <a:endParaRPr lang="en-US" dirty="0">
              <a:solidFill>
                <a:schemeClr val="bg1"/>
              </a:solidFill>
            </a:endParaRPr>
          </a:p>
        </p:txBody>
      </p:sp>
      <p:sp>
        <p:nvSpPr>
          <p:cNvPr id="16" name="Arrow: Pentagon 13">
            <a:extLst>
              <a:ext uri="{FF2B5EF4-FFF2-40B4-BE49-F238E27FC236}">
                <a16:creationId xmlns="" xmlns:a16="http://schemas.microsoft.com/office/drawing/2014/main" id="{79AEA946-2F5F-4E69-8B87-7EBCB04F83E3}"/>
              </a:ext>
            </a:extLst>
          </p:cNvPr>
          <p:cNvSpPr/>
          <p:nvPr/>
        </p:nvSpPr>
        <p:spPr>
          <a:xfrm>
            <a:off x="870155" y="990600"/>
            <a:ext cx="2772697" cy="381000"/>
          </a:xfrm>
          <a:prstGeom prst="homePlate">
            <a:avLst/>
          </a:prstGeom>
          <a:solidFill>
            <a:schemeClr val="accent1">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ctr"/>
          <a:lstStyle/>
          <a:p>
            <a:r>
              <a:rPr lang="en-US" sz="2400" b="1" dirty="0">
                <a:solidFill>
                  <a:schemeClr val="tx1"/>
                </a:solidFill>
                <a:latin typeface="Times New Roman" pitchFamily="18" charset="0"/>
                <a:cs typeface="Times New Roman" pitchFamily="18" charset="0"/>
              </a:rPr>
              <a:t>Stages of research</a:t>
            </a:r>
          </a:p>
        </p:txBody>
      </p:sp>
      <p:graphicFrame>
        <p:nvGraphicFramePr>
          <p:cNvPr id="17" name="Diagram 16">
            <a:extLst>
              <a:ext uri="{FF2B5EF4-FFF2-40B4-BE49-F238E27FC236}">
                <a16:creationId xmlns="" xmlns:a16="http://schemas.microsoft.com/office/drawing/2014/main" id="{CE5449FB-DC48-458A-AFEB-301BD344AA36}"/>
              </a:ext>
            </a:extLst>
          </p:cNvPr>
          <p:cNvGraphicFramePr/>
          <p:nvPr>
            <p:extLst>
              <p:ext uri="{D42A27DB-BD31-4B8C-83A1-F6EECF244321}">
                <p14:modId xmlns:p14="http://schemas.microsoft.com/office/powerpoint/2010/main" xmlns="" val="2215743961"/>
              </p:ext>
            </p:extLst>
          </p:nvPr>
        </p:nvGraphicFramePr>
        <p:xfrm>
          <a:off x="905384" y="1557722"/>
          <a:ext cx="6247584" cy="23495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8" name="Diagram 17">
            <a:extLst>
              <a:ext uri="{FF2B5EF4-FFF2-40B4-BE49-F238E27FC236}">
                <a16:creationId xmlns="" xmlns:a16="http://schemas.microsoft.com/office/drawing/2014/main" id="{13D7CEA3-7202-4AD8-AFD0-202BE9A64FC0}"/>
              </a:ext>
            </a:extLst>
          </p:cNvPr>
          <p:cNvGraphicFramePr/>
          <p:nvPr>
            <p:extLst>
              <p:ext uri="{D42A27DB-BD31-4B8C-83A1-F6EECF244321}">
                <p14:modId xmlns:p14="http://schemas.microsoft.com/office/powerpoint/2010/main" xmlns="" val="582285500"/>
              </p:ext>
            </p:extLst>
          </p:nvPr>
        </p:nvGraphicFramePr>
        <p:xfrm>
          <a:off x="2819400" y="3962400"/>
          <a:ext cx="5866251" cy="224165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0" name="TextBox 19">
            <a:extLst>
              <a:ext uri="{FF2B5EF4-FFF2-40B4-BE49-F238E27FC236}">
                <a16:creationId xmlns="" xmlns:a16="http://schemas.microsoft.com/office/drawing/2014/main" id="{FFBCCE58-7E18-41BB-8909-9D29C08D76AA}"/>
              </a:ext>
            </a:extLst>
          </p:cNvPr>
          <p:cNvSpPr txBox="1"/>
          <p:nvPr/>
        </p:nvSpPr>
        <p:spPr>
          <a:xfrm>
            <a:off x="1524000" y="4038600"/>
            <a:ext cx="738664" cy="1572854"/>
          </a:xfrm>
          <a:prstGeom prst="rect">
            <a:avLst/>
          </a:prstGeom>
        </p:spPr>
        <p:style>
          <a:lnRef idx="2">
            <a:schemeClr val="accent1"/>
          </a:lnRef>
          <a:fillRef idx="1">
            <a:schemeClr val="lt1"/>
          </a:fillRef>
          <a:effectRef idx="0">
            <a:schemeClr val="accent1"/>
          </a:effectRef>
          <a:fontRef idx="minor">
            <a:schemeClr val="dk1"/>
          </a:fontRef>
        </p:style>
        <p:txBody>
          <a:bodyPr vert="vert270" wrap="square" rtlCol="0">
            <a:spAutoFit/>
          </a:bodyPr>
          <a:lstStyle/>
          <a:p>
            <a:pPr algn="ctr"/>
            <a:r>
              <a:rPr lang="en-US" b="1" dirty="0">
                <a:solidFill>
                  <a:schemeClr val="tx1"/>
                </a:solidFill>
                <a:latin typeface="Times New Roman" pitchFamily="18" charset="0"/>
                <a:cs typeface="Times New Roman" pitchFamily="18" charset="0"/>
              </a:rPr>
              <a:t>Checking of    hypothesis</a:t>
            </a:r>
          </a:p>
        </p:txBody>
      </p:sp>
      <p:grpSp>
        <p:nvGrpSpPr>
          <p:cNvPr id="24" name="Group 23"/>
          <p:cNvGrpSpPr/>
          <p:nvPr/>
        </p:nvGrpSpPr>
        <p:grpSpPr>
          <a:xfrm>
            <a:off x="6659304" y="3733800"/>
            <a:ext cx="274896" cy="274896"/>
            <a:chOff x="5613451" y="1751586"/>
            <a:chExt cx="274896" cy="274896"/>
          </a:xfrm>
        </p:grpSpPr>
        <p:sp>
          <p:nvSpPr>
            <p:cNvPr id="25" name="Down Arrow 24"/>
            <p:cNvSpPr/>
            <p:nvPr/>
          </p:nvSpPr>
          <p:spPr>
            <a:xfrm>
              <a:off x="5613451" y="1751586"/>
              <a:ext cx="274896" cy="274896"/>
            </a:xfrm>
            <a:prstGeom prst="downArrow">
              <a:avLst>
                <a:gd name="adj1" fmla="val 55000"/>
                <a:gd name="adj2" fmla="val 45000"/>
              </a:avLst>
            </a:prstGeom>
          </p:spPr>
          <p:style>
            <a:lnRef idx="2">
              <a:schemeClr val="accent1">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sp>
        <p:sp>
          <p:nvSpPr>
            <p:cNvPr id="26" name="Down Arrow 4"/>
            <p:cNvSpPr/>
            <p:nvPr/>
          </p:nvSpPr>
          <p:spPr>
            <a:xfrm>
              <a:off x="5675303" y="1751586"/>
              <a:ext cx="151192" cy="20685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endParaRPr lang="en-US" sz="1200" kern="1200" dirty="0">
                <a:solidFill>
                  <a:schemeClr val="tx1"/>
                </a:solidFill>
              </a:endParaRPr>
            </a:p>
          </p:txBody>
        </p:sp>
      </p:grpSp>
      <p:cxnSp>
        <p:nvCxnSpPr>
          <p:cNvPr id="27" name="Straight Connector 26">
            <a:extLst>
              <a:ext uri="{FF2B5EF4-FFF2-40B4-BE49-F238E27FC236}">
                <a16:creationId xmlns="" xmlns:a16="http://schemas.microsoft.com/office/drawing/2014/main" id="{D57301D7-7A4E-49C3-8D27-9CDEFD453834}"/>
              </a:ext>
            </a:extLst>
          </p:cNvPr>
          <p:cNvCxnSpPr/>
          <p:nvPr/>
        </p:nvCxnSpPr>
        <p:spPr>
          <a:xfrm flipH="1">
            <a:off x="2362200" y="5486400"/>
            <a:ext cx="143059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 xmlns:a16="http://schemas.microsoft.com/office/drawing/2014/main" id="{FC841441-F891-46A9-AC38-06E700672163}"/>
              </a:ext>
            </a:extLst>
          </p:cNvPr>
          <p:cNvCxnSpPr/>
          <p:nvPr/>
        </p:nvCxnSpPr>
        <p:spPr>
          <a:xfrm rot="5400000" flipH="1" flipV="1">
            <a:off x="1562100" y="4686300"/>
            <a:ext cx="1600200"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9" name="Picture 18" descr="C:\Users\Subhasis\Desktop\logo nit.png"/>
          <p:cNvPicPr/>
          <p:nvPr/>
        </p:nvPicPr>
        <p:blipFill>
          <a:blip r:embed="rId13" cstate="print"/>
          <a:srcRect/>
          <a:stretch>
            <a:fillRect/>
          </a:stretch>
        </p:blipFill>
        <p:spPr bwMode="auto">
          <a:xfrm>
            <a:off x="8153400" y="15357"/>
            <a:ext cx="990600" cy="852779"/>
          </a:xfrm>
          <a:prstGeom prst="rect">
            <a:avLst/>
          </a:prstGeom>
          <a:noFill/>
          <a:ln w="9525">
            <a:noFill/>
            <a:miter lim="800000"/>
            <a:headEnd/>
            <a:tailEnd/>
          </a:ln>
        </p:spPr>
      </p:pic>
      <p:sp>
        <p:nvSpPr>
          <p:cNvPr id="21" name="Round Same Side Corner Rectangle 20"/>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RESEARCH METHODOLOGY</a:t>
            </a:r>
          </a:p>
        </p:txBody>
      </p:sp>
      <p:sp>
        <p:nvSpPr>
          <p:cNvPr id="29" name="TextBox 28">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2" name="Rectangle 11"/>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3"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chemeClr val="bg1"/>
                </a:solidFill>
              </a:rPr>
              <a:pPr/>
              <a:t>9</a:t>
            </a:fld>
            <a:endParaRPr lang="en-US" dirty="0">
              <a:solidFill>
                <a:schemeClr val="bg1"/>
              </a:solidFill>
            </a:endParaRPr>
          </a:p>
        </p:txBody>
      </p:sp>
      <p:sp>
        <p:nvSpPr>
          <p:cNvPr id="15" name="Arrow: Pentagon 17">
            <a:extLst>
              <a:ext uri="{FF2B5EF4-FFF2-40B4-BE49-F238E27FC236}">
                <a16:creationId xmlns="" xmlns:a16="http://schemas.microsoft.com/office/drawing/2014/main" id="{54CD8B0F-52B9-46EA-8588-D17F0D305C9F}"/>
              </a:ext>
            </a:extLst>
          </p:cNvPr>
          <p:cNvSpPr/>
          <p:nvPr/>
        </p:nvSpPr>
        <p:spPr>
          <a:xfrm>
            <a:off x="685800" y="1143000"/>
            <a:ext cx="3733800" cy="442456"/>
          </a:xfrm>
          <a:prstGeom prst="homePlate">
            <a:avLst/>
          </a:prstGeom>
          <a:solidFill>
            <a:schemeClr val="tx2">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ctr"/>
          <a:lstStyle/>
          <a:p>
            <a:r>
              <a:rPr lang="en-US" sz="2400" b="1" dirty="0" smtClean="0">
                <a:solidFill>
                  <a:schemeClr val="tx1"/>
                </a:solidFill>
                <a:latin typeface="Times New Roman" pitchFamily="18" charset="0"/>
                <a:cs typeface="Times New Roman" pitchFamily="18" charset="0"/>
              </a:rPr>
              <a:t>Writing a research paper</a:t>
            </a:r>
            <a:endParaRPr lang="en-US" sz="2400" b="1" dirty="0">
              <a:solidFill>
                <a:schemeClr val="tx1"/>
              </a:solidFill>
              <a:latin typeface="Times New Roman" pitchFamily="18" charset="0"/>
              <a:cs typeface="Times New Roman" pitchFamily="18" charset="0"/>
            </a:endParaRPr>
          </a:p>
        </p:txBody>
      </p:sp>
      <p:pic>
        <p:nvPicPr>
          <p:cNvPr id="8" name="Picture 7" descr="C:\Users\Subhasis\Desktop\logo nit.png"/>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0" name="Round Same Side Corner Rectangle 9"/>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RESEARCH METHODOLOGY</a:t>
            </a:r>
          </a:p>
        </p:txBody>
      </p:sp>
      <p:sp>
        <p:nvSpPr>
          <p:cNvPr id="14" name="TextBox 13">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2" name="Rectangle 1"/>
          <p:cNvSpPr/>
          <p:nvPr/>
        </p:nvSpPr>
        <p:spPr>
          <a:xfrm>
            <a:off x="729342" y="1828800"/>
            <a:ext cx="7576458" cy="4613058"/>
          </a:xfrm>
          <a:prstGeom prst="rect">
            <a:avLst/>
          </a:prstGeom>
        </p:spPr>
        <p:txBody>
          <a:bodyPr wrap="square">
            <a:spAutoFit/>
          </a:bodyPr>
          <a:lstStyle/>
          <a:p>
            <a:pPr algn="just">
              <a:buFont typeface="Wingdings" panose="05000000000000000000" pitchFamily="2" charset="2"/>
              <a:buChar char="Ø"/>
            </a:pPr>
            <a:r>
              <a:rPr lang="en-US" dirty="0" smtClean="0">
                <a:cs typeface="Times New Roman" pitchFamily="18" charset="0"/>
              </a:rPr>
              <a:t>Abstract</a:t>
            </a:r>
          </a:p>
          <a:p>
            <a:pPr lvl="1" algn="just">
              <a:buFont typeface="Wingdings" panose="05000000000000000000" pitchFamily="2" charset="2"/>
              <a:buChar char="§"/>
            </a:pPr>
            <a:r>
              <a:rPr lang="en-US" dirty="0" smtClean="0">
                <a:cs typeface="Times New Roman" pitchFamily="18" charset="0"/>
              </a:rPr>
              <a:t>Clear and concise explaining bright idea</a:t>
            </a:r>
          </a:p>
          <a:p>
            <a:pPr algn="just">
              <a:buFont typeface="Wingdings" panose="05000000000000000000" pitchFamily="2" charset="2"/>
              <a:buChar char="Ø"/>
            </a:pPr>
            <a:r>
              <a:rPr lang="en-US" dirty="0" smtClean="0">
                <a:cs typeface="Times New Roman" pitchFamily="18" charset="0"/>
              </a:rPr>
              <a:t>Introduction</a:t>
            </a:r>
          </a:p>
          <a:p>
            <a:pPr lvl="1" algn="just">
              <a:buFont typeface="Wingdings" panose="05000000000000000000" pitchFamily="2" charset="2"/>
              <a:buChar char="§"/>
            </a:pPr>
            <a:r>
              <a:rPr lang="en-US" dirty="0" smtClean="0">
                <a:cs typeface="Times New Roman" pitchFamily="18" charset="0"/>
              </a:rPr>
              <a:t>Crucially important. Problem importance and related works’ pros and cons	</a:t>
            </a:r>
          </a:p>
          <a:p>
            <a:pPr algn="just">
              <a:buFont typeface="Wingdings" panose="05000000000000000000" pitchFamily="2" charset="2"/>
              <a:buChar char="Ø"/>
            </a:pPr>
            <a:r>
              <a:rPr lang="en-US" dirty="0" smtClean="0">
                <a:cs typeface="Times New Roman" pitchFamily="18" charset="0"/>
              </a:rPr>
              <a:t>Methodology and Design</a:t>
            </a:r>
          </a:p>
          <a:p>
            <a:pPr lvl="1" algn="just">
              <a:buFont typeface="Wingdings" panose="05000000000000000000" pitchFamily="2" charset="2"/>
              <a:buChar char="§"/>
            </a:pPr>
            <a:r>
              <a:rPr lang="en-US" dirty="0" smtClean="0">
                <a:cs typeface="Times New Roman" pitchFamily="18" charset="0"/>
              </a:rPr>
              <a:t>A new design for addressing the problems pointed in Intro</a:t>
            </a:r>
          </a:p>
          <a:p>
            <a:pPr algn="just">
              <a:buFont typeface="Wingdings" panose="05000000000000000000" pitchFamily="2" charset="2"/>
              <a:buChar char="Ø"/>
            </a:pPr>
            <a:r>
              <a:rPr lang="en-US" dirty="0" smtClean="0">
                <a:cs typeface="Times New Roman" pitchFamily="18" charset="0"/>
              </a:rPr>
              <a:t>Results</a:t>
            </a:r>
          </a:p>
          <a:p>
            <a:pPr lvl="1" algn="just">
              <a:buFont typeface="Wingdings" panose="05000000000000000000" pitchFamily="2" charset="2"/>
              <a:buChar char="§"/>
            </a:pPr>
            <a:r>
              <a:rPr lang="en-US" dirty="0" smtClean="0">
                <a:cs typeface="Times New Roman" pitchFamily="18" charset="0"/>
              </a:rPr>
              <a:t>Usefulness of proposed design by evidencing by the achieved results</a:t>
            </a:r>
          </a:p>
          <a:p>
            <a:pPr algn="just">
              <a:buFont typeface="Wingdings" panose="05000000000000000000" pitchFamily="2" charset="2"/>
              <a:buChar char="Ø"/>
            </a:pPr>
            <a:r>
              <a:rPr lang="en-US" dirty="0" smtClean="0">
                <a:cs typeface="Times New Roman" pitchFamily="18" charset="0"/>
              </a:rPr>
              <a:t>Conclusion</a:t>
            </a:r>
          </a:p>
          <a:p>
            <a:pPr lvl="1" algn="just">
              <a:buFont typeface="Wingdings" panose="05000000000000000000" pitchFamily="2" charset="2"/>
              <a:buChar char="§"/>
            </a:pPr>
            <a:r>
              <a:rPr lang="en-US" dirty="0" smtClean="0">
                <a:cs typeface="Times New Roman" pitchFamily="18" charset="0"/>
              </a:rPr>
              <a:t>What has done in work and what can be done in future</a:t>
            </a:r>
          </a:p>
          <a:p>
            <a:pPr algn="just">
              <a:buFont typeface="Wingdings" panose="05000000000000000000" pitchFamily="2" charset="2"/>
              <a:buChar char="Ø"/>
            </a:pPr>
            <a:r>
              <a:rPr lang="en-US" dirty="0" smtClean="0">
                <a:cs typeface="Times New Roman" pitchFamily="18" charset="0"/>
              </a:rPr>
              <a:t>References</a:t>
            </a:r>
          </a:p>
          <a:p>
            <a:pPr lvl="1" algn="just">
              <a:buFont typeface="Wingdings" panose="05000000000000000000" pitchFamily="2" charset="2"/>
              <a:buChar char="§"/>
            </a:pPr>
            <a:r>
              <a:rPr lang="en-US" dirty="0" smtClean="0">
                <a:cs typeface="Times New Roman" pitchFamily="18" charset="0"/>
              </a:rPr>
              <a:t>Should follow single style through the article and list of references</a:t>
            </a:r>
          </a:p>
          <a:p>
            <a:pPr algn="just"/>
            <a:r>
              <a:rPr lang="en-US" dirty="0" smtClean="0">
                <a:solidFill>
                  <a:schemeClr val="accent2">
                    <a:lumMod val="75000"/>
                  </a:schemeClr>
                </a:solidFill>
                <a:cs typeface="Times New Roman" pitchFamily="18" charset="0"/>
              </a:rPr>
              <a:t>“Short, Clear Title, Standard Format, Good writing style and Perfect referencing”.</a:t>
            </a:r>
            <a:endParaRPr lang="en-US" dirty="0" smtClean="0">
              <a:cs typeface="Times New Roman" pitchFamily="18" charset="0"/>
            </a:endParaRPr>
          </a:p>
          <a:p>
            <a:pPr marL="285750" indent="-285750">
              <a:lnSpc>
                <a:spcPct val="150000"/>
              </a:lnSpc>
              <a:buClr>
                <a:schemeClr val="accent1">
                  <a:lumMod val="50000"/>
                </a:schemeClr>
              </a:buClr>
              <a:buFont typeface="Wingdings" panose="05000000000000000000" pitchFamily="2" charset="2"/>
              <a:buChar char="v"/>
              <a:defRPr/>
            </a:pP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p:pull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539EF3-F069-4AEB-847C-E8FAA07F3550}"/>
              </a:ext>
            </a:extLst>
          </p:cNvPr>
          <p:cNvSpPr>
            <a:spLocks noGrp="1"/>
          </p:cNvSpPr>
          <p:nvPr>
            <p:ph type="title"/>
          </p:nvPr>
        </p:nvSpPr>
        <p:spPr/>
        <p:txBody>
          <a:bodyPr>
            <a:normAutofit/>
          </a:bodyPr>
          <a:lstStyle/>
          <a:p>
            <a:r>
              <a:rPr lang="en-US" sz="4400" b="1" dirty="0" smtClean="0">
                <a:solidFill>
                  <a:schemeClr val="tx1"/>
                </a:solidFill>
                <a:latin typeface="Calibri" panose="020F0502020204030204" pitchFamily="34" charset="0"/>
              </a:rPr>
              <a:t>What </a:t>
            </a:r>
            <a:r>
              <a:rPr lang="en-US" sz="4400" b="1" dirty="0">
                <a:solidFill>
                  <a:schemeClr val="tx1"/>
                </a:solidFill>
                <a:latin typeface="Calibri" panose="020F0502020204030204" pitchFamily="34" charset="0"/>
              </a:rPr>
              <a:t>is Stress?</a:t>
            </a:r>
            <a:endParaRPr lang="en-IN" sz="4400" dirty="0">
              <a:solidFill>
                <a:schemeClr val="tx1"/>
              </a:solidFill>
              <a:latin typeface="Calibri" panose="020F0502020204030204" pitchFamily="34" charset="0"/>
            </a:endParaRPr>
          </a:p>
        </p:txBody>
      </p:sp>
      <p:sp>
        <p:nvSpPr>
          <p:cNvPr id="3" name="Content Placeholder 2">
            <a:extLst>
              <a:ext uri="{FF2B5EF4-FFF2-40B4-BE49-F238E27FC236}">
                <a16:creationId xmlns="" xmlns:a16="http://schemas.microsoft.com/office/drawing/2014/main" id="{2E2F9ECE-40EB-4026-A813-E910308F9B86}"/>
              </a:ext>
            </a:extLst>
          </p:cNvPr>
          <p:cNvSpPr>
            <a:spLocks noGrp="1"/>
          </p:cNvSpPr>
          <p:nvPr>
            <p:ph idx="1"/>
          </p:nvPr>
        </p:nvSpPr>
        <p:spPr>
          <a:xfrm>
            <a:off x="865563" y="2086893"/>
            <a:ext cx="7440238" cy="4023360"/>
          </a:xfrm>
        </p:spPr>
        <p:txBody>
          <a:bodyPr>
            <a:normAutofit/>
          </a:bodyPr>
          <a:lstStyle/>
          <a:p>
            <a:pPr marL="398463" indent="-398463" algn="just">
              <a:buFont typeface="Wingdings" panose="05000000000000000000" pitchFamily="2" charset="2"/>
              <a:buChar char="q"/>
            </a:pPr>
            <a:r>
              <a:rPr lang="en-US" sz="1800" dirty="0" smtClean="0">
                <a:solidFill>
                  <a:schemeClr val="tx1"/>
                </a:solidFill>
                <a:latin typeface="Times New Roman" panose="02020603050405020304" pitchFamily="18" charset="0"/>
                <a:cs typeface="Times New Roman" panose="02020603050405020304" pitchFamily="18" charset="0"/>
              </a:rPr>
              <a:t>Stress </a:t>
            </a:r>
            <a:r>
              <a:rPr lang="en-US" sz="1800" dirty="0">
                <a:solidFill>
                  <a:schemeClr val="tx1"/>
                </a:solidFill>
                <a:latin typeface="Times New Roman" panose="02020603050405020304" pitchFamily="18" charset="0"/>
                <a:cs typeface="Times New Roman" panose="02020603050405020304" pitchFamily="18" charset="0"/>
              </a:rPr>
              <a:t>can be defined as our mental, physical, emotional, and behavioural reactions to any perceived demands or threats. </a:t>
            </a:r>
          </a:p>
          <a:p>
            <a:pPr marL="398463" indent="-398463">
              <a:buFont typeface="Wingdings" panose="05000000000000000000" pitchFamily="2" charset="2"/>
              <a:buChar char="q"/>
            </a:pPr>
            <a:endParaRPr lang="en-IN" sz="1800" dirty="0">
              <a:solidFill>
                <a:schemeClr val="tx1"/>
              </a:solidFill>
              <a:latin typeface="Times New Roman" panose="02020603050405020304" pitchFamily="18" charset="0"/>
              <a:cs typeface="Times New Roman" panose="02020603050405020304" pitchFamily="18" charset="0"/>
            </a:endParaRPr>
          </a:p>
          <a:p>
            <a:pPr marL="398463" indent="-398463" algn="just">
              <a:buFont typeface="Wingdings" panose="05000000000000000000" pitchFamily="2" charset="2"/>
              <a:buChar char="q"/>
            </a:pPr>
            <a:r>
              <a:rPr lang="en-IN" sz="1800" dirty="0" smtClean="0">
                <a:solidFill>
                  <a:schemeClr val="tx1"/>
                </a:solidFill>
                <a:latin typeface="Times New Roman" panose="02020603050405020304" pitchFamily="18" charset="0"/>
                <a:cs typeface="Times New Roman" panose="02020603050405020304" pitchFamily="18" charset="0"/>
              </a:rPr>
              <a:t>Causes of stress</a:t>
            </a:r>
          </a:p>
          <a:p>
            <a:pPr marL="855663" indent="-163513" algn="just">
              <a:buFont typeface="Arial" panose="020B0604020202020204" pitchFamily="34" charset="0"/>
              <a:buChar char="•"/>
            </a:pPr>
            <a:r>
              <a:rPr lang="en-IN" sz="1800" dirty="0" smtClean="0">
                <a:solidFill>
                  <a:schemeClr val="tx1"/>
                </a:solidFill>
                <a:latin typeface="Times New Roman" panose="02020603050405020304" pitchFamily="18" charset="0"/>
                <a:cs typeface="Times New Roman" panose="02020603050405020304" pitchFamily="18" charset="0"/>
              </a:rPr>
              <a:t>Time management problems</a:t>
            </a:r>
          </a:p>
          <a:p>
            <a:pPr marL="855663" indent="-163513" algn="just">
              <a:buFont typeface="Arial" panose="020B0604020202020204" pitchFamily="34" charset="0"/>
              <a:buChar char="•"/>
            </a:pPr>
            <a:r>
              <a:rPr lang="en-IN" sz="1800" dirty="0" smtClean="0">
                <a:solidFill>
                  <a:schemeClr val="tx1"/>
                </a:solidFill>
                <a:latin typeface="Times New Roman" panose="02020603050405020304" pitchFamily="18" charset="0"/>
                <a:cs typeface="Times New Roman" panose="02020603050405020304" pitchFamily="18" charset="0"/>
              </a:rPr>
              <a:t>Loss of interest in research</a:t>
            </a:r>
          </a:p>
          <a:p>
            <a:pPr marL="855663" indent="-163513" algn="just">
              <a:buFont typeface="Arial" panose="020B0604020202020204" pitchFamily="34" charset="0"/>
              <a:buChar char="•"/>
            </a:pPr>
            <a:r>
              <a:rPr lang="en-IN" sz="1800" dirty="0" smtClean="0">
                <a:solidFill>
                  <a:schemeClr val="tx1"/>
                </a:solidFill>
                <a:latin typeface="Times New Roman" panose="02020603050405020304" pitchFamily="18" charset="0"/>
                <a:cs typeface="Times New Roman" panose="02020603050405020304" pitchFamily="18" charset="0"/>
              </a:rPr>
              <a:t>Health problems</a:t>
            </a:r>
          </a:p>
          <a:p>
            <a:pPr marL="855663" indent="-163513" algn="just">
              <a:buFont typeface="Arial" panose="020B0604020202020204" pitchFamily="34" charset="0"/>
              <a:buChar char="•"/>
            </a:pPr>
            <a:r>
              <a:rPr lang="en-IN" sz="1800" dirty="0" smtClean="0">
                <a:solidFill>
                  <a:schemeClr val="tx1"/>
                </a:solidFill>
                <a:latin typeface="Times New Roman" panose="02020603050405020304" pitchFamily="18" charset="0"/>
                <a:cs typeface="Times New Roman" panose="02020603050405020304" pitchFamily="18" charset="0"/>
              </a:rPr>
              <a:t>Conflicts </a:t>
            </a:r>
            <a:r>
              <a:rPr lang="en-IN" sz="1800" dirty="0">
                <a:solidFill>
                  <a:schemeClr val="tx1"/>
                </a:solidFill>
                <a:latin typeface="Times New Roman" panose="02020603050405020304" pitchFamily="18" charset="0"/>
                <a:cs typeface="Times New Roman" panose="02020603050405020304" pitchFamily="18" charset="0"/>
              </a:rPr>
              <a:t>with </a:t>
            </a:r>
            <a:r>
              <a:rPr lang="en-IN" sz="1800" dirty="0" smtClean="0">
                <a:solidFill>
                  <a:schemeClr val="tx1"/>
                </a:solidFill>
                <a:latin typeface="Times New Roman" panose="02020603050405020304" pitchFamily="18" charset="0"/>
                <a:cs typeface="Times New Roman" panose="02020603050405020304" pitchFamily="18" charset="0"/>
              </a:rPr>
              <a:t>supervisor</a:t>
            </a:r>
          </a:p>
          <a:p>
            <a:pPr marL="855663" indent="-163513" algn="just">
              <a:buFont typeface="Arial" panose="020B0604020202020204" pitchFamily="34" charset="0"/>
              <a:buChar char="•"/>
            </a:pPr>
            <a:r>
              <a:rPr lang="en-IN" sz="1800" dirty="0">
                <a:solidFill>
                  <a:schemeClr val="tx1"/>
                </a:solidFill>
                <a:latin typeface="Times New Roman" panose="02020603050405020304" pitchFamily="18" charset="0"/>
                <a:cs typeface="Times New Roman" panose="02020603050405020304" pitchFamily="18" charset="0"/>
              </a:rPr>
              <a:t>Problems writing up </a:t>
            </a:r>
            <a:r>
              <a:rPr lang="en-IN" sz="1800" dirty="0" smtClean="0">
                <a:solidFill>
                  <a:schemeClr val="tx1"/>
                </a:solidFill>
                <a:latin typeface="Times New Roman" panose="02020603050405020304" pitchFamily="18" charset="0"/>
                <a:cs typeface="Times New Roman" panose="02020603050405020304" pitchFamily="18" charset="0"/>
              </a:rPr>
              <a:t>thesis</a:t>
            </a: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1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F9841E10-26EE-4AA9-9E2D-D56A4BEDCE19}"/>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6" name="Rectangle 5">
            <a:extLst>
              <a:ext uri="{FF2B5EF4-FFF2-40B4-BE49-F238E27FC236}">
                <a16:creationId xmlns="" xmlns:a16="http://schemas.microsoft.com/office/drawing/2014/main" id="{5A539219-DBED-48D2-BAD2-06FDF8E4967F}"/>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B01D3235-0E31-40B9-88EE-60F09BA86038}"/>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05BF5F49-3439-4193-B463-738F1374172B}"/>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RESEARCH METHODOLOGY</a:t>
            </a:r>
          </a:p>
        </p:txBody>
      </p:sp>
      <p:pic>
        <p:nvPicPr>
          <p:cNvPr id="9" name="Picture 8" descr="C:\Users\Subhasis\Desktop\logo nit.png">
            <a:extLst>
              <a:ext uri="{FF2B5EF4-FFF2-40B4-BE49-F238E27FC236}">
                <a16:creationId xmlns="" xmlns:a16="http://schemas.microsoft.com/office/drawing/2014/main" id="{9BF8F140-2C84-4BD1-B241-70C6CC312625}"/>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1057675048"/>
      </p:ext>
    </p:extLst>
  </p:cSld>
  <p:clrMapOvr>
    <a:masterClrMapping/>
  </p:clrMapOvr>
  <p:transition>
    <p:pull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1A71F0-FC63-4F42-9DD5-F292CD465BF3}"/>
              </a:ext>
            </a:extLst>
          </p:cNvPr>
          <p:cNvSpPr>
            <a:spLocks noGrp="1"/>
          </p:cNvSpPr>
          <p:nvPr>
            <p:ph type="title"/>
          </p:nvPr>
        </p:nvSpPr>
        <p:spPr/>
        <p:txBody>
          <a:bodyPr>
            <a:normAutofit/>
          </a:bodyPr>
          <a:lstStyle/>
          <a:p>
            <a:r>
              <a:rPr lang="en-US" sz="4400" b="1" dirty="0" smtClean="0">
                <a:solidFill>
                  <a:schemeClr val="tx1"/>
                </a:solidFill>
                <a:latin typeface="Calibri" panose="020F0502020204030204" pitchFamily="34" charset="0"/>
              </a:rPr>
              <a:t>Managing </a:t>
            </a:r>
            <a:r>
              <a:rPr lang="en-US" sz="4400" b="1" dirty="0">
                <a:solidFill>
                  <a:schemeClr val="tx1"/>
                </a:solidFill>
                <a:latin typeface="Calibri" panose="020F0502020204030204" pitchFamily="34" charset="0"/>
              </a:rPr>
              <a:t>stress</a:t>
            </a:r>
            <a:endParaRPr lang="en-IN" sz="4400" dirty="0">
              <a:solidFill>
                <a:schemeClr val="tx1"/>
              </a:solidFill>
              <a:latin typeface="Calibri" panose="020F0502020204030204" pitchFamily="34" charset="0"/>
            </a:endParaRPr>
          </a:p>
        </p:txBody>
      </p:sp>
      <p:sp>
        <p:nvSpPr>
          <p:cNvPr id="3" name="Content Placeholder 2">
            <a:extLst>
              <a:ext uri="{FF2B5EF4-FFF2-40B4-BE49-F238E27FC236}">
                <a16:creationId xmlns="" xmlns:a16="http://schemas.microsoft.com/office/drawing/2014/main" id="{964F0724-F49C-402E-B17A-809A27F14E91}"/>
              </a:ext>
            </a:extLst>
          </p:cNvPr>
          <p:cNvSpPr>
            <a:spLocks noGrp="1"/>
          </p:cNvSpPr>
          <p:nvPr>
            <p:ph idx="1"/>
          </p:nvPr>
        </p:nvSpPr>
        <p:spPr>
          <a:xfrm>
            <a:off x="822959" y="1961541"/>
            <a:ext cx="7787641" cy="4023360"/>
          </a:xfrm>
        </p:spPr>
        <p:txBody>
          <a:bodyPr/>
          <a:lstStyle/>
          <a:p>
            <a:pPr marL="457200" lvl="0" indent="-457200">
              <a:buClr>
                <a:schemeClr val="accent5">
                  <a:lumMod val="50000"/>
                </a:schemeClr>
              </a:buClr>
              <a:buFont typeface="Wingdings" panose="05000000000000000000" pitchFamily="2" charset="2"/>
              <a:buChar char="q"/>
            </a:pPr>
            <a:r>
              <a:rPr lang="en-US" sz="2400" dirty="0" smtClean="0">
                <a:solidFill>
                  <a:schemeClr val="tx1"/>
                </a:solidFill>
                <a:cs typeface="Times New Roman" panose="02020603050405020304" pitchFamily="18" charset="0"/>
              </a:rPr>
              <a:t>Positive </a:t>
            </a:r>
            <a:r>
              <a:rPr lang="en-US" sz="2400" dirty="0">
                <a:solidFill>
                  <a:schemeClr val="tx1"/>
                </a:solidFill>
                <a:cs typeface="Times New Roman" panose="02020603050405020304" pitchFamily="18" charset="0"/>
              </a:rPr>
              <a:t>attitude</a:t>
            </a:r>
          </a:p>
          <a:p>
            <a:pPr marL="457200" lvl="0" indent="-457200">
              <a:buClr>
                <a:schemeClr val="accent5">
                  <a:lumMod val="50000"/>
                </a:schemeClr>
              </a:buClr>
              <a:buFont typeface="Wingdings" panose="05000000000000000000" pitchFamily="2" charset="2"/>
              <a:buChar char="q"/>
            </a:pPr>
            <a:r>
              <a:rPr lang="en-US" sz="2400" dirty="0" smtClean="0">
                <a:solidFill>
                  <a:schemeClr val="tx1"/>
                </a:solidFill>
                <a:cs typeface="Times New Roman" panose="02020603050405020304" pitchFamily="18" charset="0"/>
              </a:rPr>
              <a:t>Meditation</a:t>
            </a:r>
            <a:endParaRPr lang="en-US" sz="2400" dirty="0">
              <a:solidFill>
                <a:schemeClr val="tx1"/>
              </a:solidFill>
              <a:cs typeface="Times New Roman" panose="02020603050405020304" pitchFamily="18" charset="0"/>
            </a:endParaRPr>
          </a:p>
          <a:p>
            <a:pPr marL="457200" lvl="0" indent="-457200">
              <a:buClr>
                <a:schemeClr val="accent5">
                  <a:lumMod val="50000"/>
                </a:schemeClr>
              </a:buClr>
              <a:buFont typeface="Wingdings" panose="05000000000000000000" pitchFamily="2" charset="2"/>
              <a:buChar char="q"/>
            </a:pPr>
            <a:r>
              <a:rPr lang="en-IN" sz="2400" dirty="0">
                <a:solidFill>
                  <a:schemeClr val="tx1"/>
                </a:solidFill>
                <a:cs typeface="Times New Roman" panose="02020603050405020304" pitchFamily="18" charset="0"/>
              </a:rPr>
              <a:t>Physical exercise</a:t>
            </a:r>
            <a:r>
              <a:rPr lang="en-US" sz="2400" dirty="0">
                <a:solidFill>
                  <a:schemeClr val="tx1"/>
                </a:solidFill>
                <a:cs typeface="Times New Roman" panose="02020603050405020304" pitchFamily="18" charset="0"/>
              </a:rPr>
              <a:t> </a:t>
            </a:r>
            <a:endParaRPr lang="en-US" sz="2400" dirty="0" smtClean="0">
              <a:solidFill>
                <a:schemeClr val="tx1"/>
              </a:solidFill>
              <a:cs typeface="Times New Roman" panose="02020603050405020304" pitchFamily="18" charset="0"/>
            </a:endParaRPr>
          </a:p>
          <a:p>
            <a:pPr marL="457200" lvl="0" indent="-457200">
              <a:buClr>
                <a:schemeClr val="accent5">
                  <a:lumMod val="50000"/>
                </a:schemeClr>
              </a:buClr>
              <a:buFont typeface="Wingdings" panose="05000000000000000000" pitchFamily="2" charset="2"/>
              <a:buChar char="q"/>
            </a:pPr>
            <a:r>
              <a:rPr lang="en-US" sz="2400" dirty="0" smtClean="0">
                <a:solidFill>
                  <a:schemeClr val="tx1"/>
                </a:solidFill>
                <a:cs typeface="Times New Roman" panose="02020603050405020304" pitchFamily="18" charset="0"/>
              </a:rPr>
              <a:t>Prepare To-Do list</a:t>
            </a:r>
          </a:p>
          <a:p>
            <a:pPr marL="457200" lvl="0" indent="-457200">
              <a:buClr>
                <a:schemeClr val="accent5">
                  <a:lumMod val="50000"/>
                </a:schemeClr>
              </a:buClr>
              <a:buFont typeface="Wingdings" panose="05000000000000000000" pitchFamily="2" charset="2"/>
              <a:buChar char="q"/>
            </a:pPr>
            <a:r>
              <a:rPr lang="en-US" sz="2400" dirty="0" smtClean="0">
                <a:solidFill>
                  <a:schemeClr val="tx1"/>
                </a:solidFill>
              </a:rPr>
              <a:t>Having </a:t>
            </a:r>
            <a:r>
              <a:rPr lang="en-US" sz="2400" dirty="0">
                <a:solidFill>
                  <a:schemeClr val="tx1"/>
                </a:solidFill>
              </a:rPr>
              <a:t>enough sleep at night</a:t>
            </a:r>
          </a:p>
          <a:p>
            <a:pPr marL="457200" lvl="0" indent="-457200">
              <a:buClr>
                <a:schemeClr val="accent5">
                  <a:lumMod val="50000"/>
                </a:schemeClr>
              </a:buClr>
              <a:buFont typeface="Wingdings" panose="05000000000000000000" pitchFamily="2" charset="2"/>
              <a:buChar char="q"/>
            </a:pPr>
            <a:r>
              <a:rPr lang="en-IN" sz="2400" dirty="0" smtClean="0">
                <a:solidFill>
                  <a:schemeClr val="tx1"/>
                </a:solidFill>
                <a:cs typeface="Times New Roman" panose="02020603050405020304" pitchFamily="18" charset="0"/>
              </a:rPr>
              <a:t>Be </a:t>
            </a:r>
            <a:r>
              <a:rPr lang="en-IN" sz="2400" dirty="0">
                <a:solidFill>
                  <a:schemeClr val="tx1"/>
                </a:solidFill>
                <a:cs typeface="Times New Roman" panose="02020603050405020304" pitchFamily="18" charset="0"/>
              </a:rPr>
              <a:t>Social </a:t>
            </a:r>
            <a:endParaRPr lang="en-IN" sz="2400" dirty="0" smtClean="0">
              <a:solidFill>
                <a:schemeClr val="tx1"/>
              </a:solidFill>
              <a:cs typeface="Times New Roman" panose="02020603050405020304" pitchFamily="18" charset="0"/>
            </a:endParaRPr>
          </a:p>
          <a:p>
            <a:pPr marL="457200" lvl="0" indent="-457200">
              <a:buClr>
                <a:schemeClr val="accent5">
                  <a:lumMod val="50000"/>
                </a:schemeClr>
              </a:buClr>
              <a:buFont typeface="Wingdings" panose="05000000000000000000" pitchFamily="2" charset="2"/>
              <a:buChar char="q"/>
            </a:pPr>
            <a:r>
              <a:rPr lang="en-US" sz="2400" dirty="0" smtClean="0">
                <a:solidFill>
                  <a:schemeClr val="tx1"/>
                </a:solidFill>
                <a:cs typeface="Times New Roman" panose="02020603050405020304" pitchFamily="18" charset="0"/>
              </a:rPr>
              <a:t>Accepting failure                                        </a:t>
            </a:r>
            <a:r>
              <a:rPr lang="en-US" sz="1400" b="1" dirty="0" smtClean="0">
                <a:solidFill>
                  <a:schemeClr val="tx1"/>
                </a:solidFill>
                <a:latin typeface="Times New Roman" panose="02020603050405020304" pitchFamily="18" charset="0"/>
                <a:cs typeface="Times New Roman" panose="02020603050405020304" pitchFamily="18" charset="0"/>
              </a:rPr>
              <a:t>Fig 1 : Stress Management[3]</a:t>
            </a:r>
            <a:endParaRPr lang="en-IN" sz="1400" b="1" dirty="0">
              <a:solidFill>
                <a:schemeClr val="tx1"/>
              </a:solidFill>
            </a:endParaRPr>
          </a:p>
        </p:txBody>
      </p:sp>
      <p:sp>
        <p:nvSpPr>
          <p:cNvPr id="12"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D033A838-BE13-4E2F-A0A7-D1F9D468942E}"/>
              </a:ext>
            </a:extLst>
          </p:cNvPr>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Rectangle 6">
            <a:extLst>
              <a:ext uri="{FF2B5EF4-FFF2-40B4-BE49-F238E27FC236}">
                <a16:creationId xmlns="" xmlns:a16="http://schemas.microsoft.com/office/drawing/2014/main" id="{FD3C1D82-EF52-4DF5-ADFA-C686EEDF05DC}"/>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ectangle 7">
            <a:extLst>
              <a:ext uri="{FF2B5EF4-FFF2-40B4-BE49-F238E27FC236}">
                <a16:creationId xmlns="" xmlns:a16="http://schemas.microsoft.com/office/drawing/2014/main" id="{D9FA8FA9-DF1E-4363-9D96-ECF7EEA04AFB}"/>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9" name="Round Same Side Corner Rectangle 9">
            <a:extLst>
              <a:ext uri="{FF2B5EF4-FFF2-40B4-BE49-F238E27FC236}">
                <a16:creationId xmlns="" xmlns:a16="http://schemas.microsoft.com/office/drawing/2014/main" id="{329D9D6F-2AC8-4E68-803F-EEC7B99016E9}"/>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RESEARCH METHODOLOGY</a:t>
            </a:r>
          </a:p>
        </p:txBody>
      </p:sp>
      <p:pic>
        <p:nvPicPr>
          <p:cNvPr id="10" name="Picture 9" descr="C:\Users\Subhasis\Desktop\logo nit.png">
            <a:extLst>
              <a:ext uri="{FF2B5EF4-FFF2-40B4-BE49-F238E27FC236}">
                <a16:creationId xmlns="" xmlns:a16="http://schemas.microsoft.com/office/drawing/2014/main" id="{17097C54-0280-45D9-A634-58B7D6267435}"/>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13" name="TextBox 12">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pic>
        <p:nvPicPr>
          <p:cNvPr id="14" name="Picture 13" descr="Stress-Management.jpg"/>
          <p:cNvPicPr>
            <a:picLocks noChangeAspect="1"/>
          </p:cNvPicPr>
          <p:nvPr/>
        </p:nvPicPr>
        <p:blipFill>
          <a:blip r:embed="rId3" cstate="print"/>
          <a:stretch>
            <a:fillRect/>
          </a:stretch>
        </p:blipFill>
        <p:spPr>
          <a:xfrm>
            <a:off x="5029200" y="2209800"/>
            <a:ext cx="3927681" cy="2819400"/>
          </a:xfrm>
          <a:prstGeom prst="rect">
            <a:avLst/>
          </a:prstGeom>
        </p:spPr>
      </p:pic>
    </p:spTree>
    <p:extLst>
      <p:ext uri="{BB962C8B-B14F-4D97-AF65-F5344CB8AC3E}">
        <p14:creationId xmlns:p14="http://schemas.microsoft.com/office/powerpoint/2010/main" xmlns="" val="2120092136"/>
      </p:ext>
    </p:extLst>
  </p:cSld>
  <p:clrMapOvr>
    <a:masterClrMapping/>
  </p:clrMapOvr>
  <p:transition>
    <p:pull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0" y="0"/>
            <a:ext cx="3276600" cy="45720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normAutofit/>
          </a:bodyPr>
          <a:lstStyle/>
          <a:p>
            <a:pPr algn="ctr"/>
            <a:r>
              <a:rPr lang="en-US" sz="1800" dirty="0">
                <a:ln w="12700">
                  <a:solidFill>
                    <a:schemeClr val="dk1"/>
                  </a:solidFill>
                </a:ln>
                <a:solidFill>
                  <a:schemeClr val="tx1"/>
                </a:solidFill>
              </a:rPr>
              <a:t>RESEARCH METHODOLOGY</a:t>
            </a:r>
          </a:p>
        </p:txBody>
      </p:sp>
      <p:sp>
        <p:nvSpPr>
          <p:cNvPr id="3" name="Content Placeholder 2"/>
          <p:cNvSpPr>
            <a:spLocks noGrp="1"/>
          </p:cNvSpPr>
          <p:nvPr>
            <p:ph idx="1"/>
          </p:nvPr>
        </p:nvSpPr>
        <p:spPr>
          <a:xfrm>
            <a:off x="822959" y="1752600"/>
            <a:ext cx="7543801" cy="4419600"/>
          </a:xfrm>
        </p:spPr>
        <p:txBody>
          <a:bodyPr/>
          <a:lstStyle/>
          <a:p>
            <a:pPr marL="0" indent="0" algn="just">
              <a:buNone/>
            </a:pPr>
            <a:r>
              <a:rPr lang="en-IN" b="1" i="1" dirty="0" smtClean="0">
                <a:solidFill>
                  <a:srgbClr val="FF0000"/>
                </a:solidFill>
              </a:rPr>
              <a:t>The act or process of planning.</a:t>
            </a:r>
          </a:p>
          <a:p>
            <a:pPr algn="just">
              <a:buFont typeface="Wingdings" panose="05000000000000000000" pitchFamily="2" charset="2"/>
              <a:buChar char="Ø"/>
            </a:pPr>
            <a:r>
              <a:rPr lang="en-IN" dirty="0" smtClean="0">
                <a:solidFill>
                  <a:schemeClr val="tx1"/>
                </a:solidFill>
              </a:rPr>
              <a:t>What should be done</a:t>
            </a:r>
          </a:p>
          <a:p>
            <a:pPr marL="914400" lvl="1" indent="-457200">
              <a:buFont typeface="Wingdings" pitchFamily="2" charset="2"/>
              <a:buChar char="ü"/>
            </a:pPr>
            <a:r>
              <a:rPr lang="en-US" dirty="0" smtClean="0">
                <a:solidFill>
                  <a:schemeClr val="tx1"/>
                </a:solidFill>
              </a:rPr>
              <a:t>Break the plan  for months and weeks </a:t>
            </a:r>
          </a:p>
          <a:p>
            <a:pPr marL="914400" lvl="1" indent="-457200">
              <a:buFont typeface="Wingdings" pitchFamily="2" charset="2"/>
              <a:buChar char="ü"/>
            </a:pPr>
            <a:r>
              <a:rPr lang="en-US" dirty="0" smtClean="0">
                <a:solidFill>
                  <a:schemeClr val="tx1"/>
                </a:solidFill>
              </a:rPr>
              <a:t>Prepare TO – DO list  </a:t>
            </a:r>
          </a:p>
          <a:p>
            <a:pPr marL="914400" lvl="1" indent="-457200">
              <a:buFont typeface="Wingdings" pitchFamily="2" charset="2"/>
              <a:buChar char="ü"/>
            </a:pPr>
            <a:r>
              <a:rPr lang="en-US" dirty="0" smtClean="0">
                <a:solidFill>
                  <a:schemeClr val="tx1"/>
                </a:solidFill>
              </a:rPr>
              <a:t>Be organized</a:t>
            </a:r>
          </a:p>
          <a:p>
            <a:pPr marL="914400" lvl="1" indent="-457200">
              <a:buFont typeface="Wingdings" pitchFamily="2" charset="2"/>
              <a:buChar char="ü"/>
            </a:pPr>
            <a:r>
              <a:rPr lang="en-IN" dirty="0" smtClean="0">
                <a:solidFill>
                  <a:schemeClr val="tx1"/>
                </a:solidFill>
              </a:rPr>
              <a:t>Have enough sleep each night</a:t>
            </a:r>
          </a:p>
          <a:p>
            <a:pPr marL="914400" lvl="1" indent="-457200">
              <a:buNone/>
            </a:pPr>
            <a:endParaRPr lang="en-IN" dirty="0" smtClean="0">
              <a:solidFill>
                <a:schemeClr val="tx1"/>
              </a:solidFill>
            </a:endParaRPr>
          </a:p>
          <a:p>
            <a:pPr marL="914400" lvl="1" indent="-457200">
              <a:buNone/>
            </a:pPr>
            <a:endParaRPr lang="en-IN" dirty="0" smtClean="0">
              <a:solidFill>
                <a:schemeClr val="tx1"/>
              </a:solidFill>
            </a:endParaRPr>
          </a:p>
          <a:p>
            <a:pPr marL="914400" lvl="1" indent="-457200">
              <a:buNone/>
            </a:pPr>
            <a:endParaRPr lang="en-IN" dirty="0" smtClean="0">
              <a:solidFill>
                <a:schemeClr val="tx1"/>
              </a:solidFill>
            </a:endParaRPr>
          </a:p>
          <a:p>
            <a:pPr marL="914400" lvl="1" indent="-457200">
              <a:buNone/>
            </a:pPr>
            <a:endParaRPr lang="en-IN" dirty="0" smtClean="0">
              <a:solidFill>
                <a:schemeClr val="tx1"/>
              </a:solidFill>
            </a:endParaRPr>
          </a:p>
          <a:p>
            <a:pPr marL="914400" lvl="1" indent="-457200">
              <a:buNone/>
            </a:pPr>
            <a:endParaRPr lang="en-IN" dirty="0" smtClean="0">
              <a:solidFill>
                <a:schemeClr val="tx1"/>
              </a:solidFill>
            </a:endParaRPr>
          </a:p>
          <a:p>
            <a:pPr marL="914400" lvl="1" indent="-457200">
              <a:buNone/>
            </a:pPr>
            <a:endParaRPr lang="en-IN" dirty="0" smtClean="0">
              <a:solidFill>
                <a:schemeClr val="tx1"/>
              </a:solidFill>
            </a:endParaRPr>
          </a:p>
          <a:p>
            <a:pPr marL="914400" lvl="1" indent="-457200">
              <a:buNone/>
            </a:pPr>
            <a:r>
              <a:rPr lang="en-IN" dirty="0" smtClean="0">
                <a:solidFill>
                  <a:schemeClr val="tx1"/>
                </a:solidFill>
              </a:rPr>
              <a:t>                                     </a:t>
            </a:r>
            <a:r>
              <a:rPr lang="en-IN" sz="1400" b="1" dirty="0" smtClean="0">
                <a:solidFill>
                  <a:schemeClr val="tx1"/>
                </a:solidFill>
              </a:rPr>
              <a:t>Fig 2: Time Management. [4]</a:t>
            </a:r>
            <a:r>
              <a:rPr lang="en-IN" dirty="0" smtClean="0">
                <a:solidFill>
                  <a:schemeClr val="tx1"/>
                </a:solidFill>
              </a:rPr>
              <a:t> </a:t>
            </a:r>
            <a:endParaRPr lang="en-IN" sz="1400" b="1" dirty="0" smtClean="0">
              <a:solidFill>
                <a:schemeClr val="tx1"/>
              </a:solidFill>
            </a:endParaRPr>
          </a:p>
          <a:p>
            <a:pPr marL="914400" lvl="1" indent="-457200">
              <a:buNone/>
            </a:pPr>
            <a:endParaRPr lang="en-IN" dirty="0" smtClean="0">
              <a:solidFill>
                <a:schemeClr val="tx1"/>
              </a:solidFill>
            </a:endParaRPr>
          </a:p>
          <a:p>
            <a:endParaRPr lang="en-US" dirty="0"/>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dirty="0"/>
          </a:p>
        </p:txBody>
      </p:sp>
      <p:pic>
        <p:nvPicPr>
          <p:cNvPr id="7" name="Picture 6" descr="C:\Users\Subhasis\Desktop\logo nit.png"/>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8" name="Arrow: Pentagon 17">
            <a:extLst>
              <a:ext uri="{FF2B5EF4-FFF2-40B4-BE49-F238E27FC236}">
                <a16:creationId xmlns="" xmlns:a16="http://schemas.microsoft.com/office/drawing/2014/main" id="{54CD8B0F-52B9-46EA-8588-D17F0D305C9F}"/>
              </a:ext>
            </a:extLst>
          </p:cNvPr>
          <p:cNvSpPr/>
          <p:nvPr/>
        </p:nvSpPr>
        <p:spPr>
          <a:xfrm>
            <a:off x="685800" y="990600"/>
            <a:ext cx="3733800" cy="442456"/>
          </a:xfrm>
          <a:prstGeom prst="homePlate">
            <a:avLst/>
          </a:prstGeom>
          <a:solidFill>
            <a:schemeClr val="tx2">
              <a:lumMod val="20000"/>
              <a:lumOff val="80000"/>
            </a:schemeClr>
          </a:solidFill>
        </p:spPr>
        <p:style>
          <a:lnRef idx="1">
            <a:schemeClr val="accent4"/>
          </a:lnRef>
          <a:fillRef idx="2">
            <a:schemeClr val="accent4"/>
          </a:fillRef>
          <a:effectRef idx="1">
            <a:schemeClr val="accent4"/>
          </a:effectRef>
          <a:fontRef idx="minor">
            <a:schemeClr val="dk1"/>
          </a:fontRef>
        </p:style>
        <p:txBody>
          <a:bodyPr rtlCol="0" anchor="ctr"/>
          <a:lstStyle/>
          <a:p>
            <a:r>
              <a:rPr lang="en-US" sz="2400" b="1" dirty="0" smtClean="0">
                <a:solidFill>
                  <a:schemeClr val="tx1"/>
                </a:solidFill>
                <a:latin typeface="Times New Roman" pitchFamily="18" charset="0"/>
                <a:cs typeface="Times New Roman" pitchFamily="18" charset="0"/>
              </a:rPr>
              <a:t>Time Management</a:t>
            </a:r>
            <a:endParaRPr lang="en-US" sz="2400" b="1" dirty="0">
              <a:solidFill>
                <a:schemeClr val="tx1"/>
              </a:solidFill>
              <a:latin typeface="Times New Roman" pitchFamily="18" charset="0"/>
              <a:cs typeface="Times New Roman" pitchFamily="18" charset="0"/>
            </a:endParaRPr>
          </a:p>
        </p:txBody>
      </p:sp>
      <p:pic>
        <p:nvPicPr>
          <p:cNvPr id="83972" name="Picture 4" descr="Image result for time management"/>
          <p:cNvPicPr>
            <a:picLocks noChangeAspect="1" noChangeArrowheads="1"/>
          </p:cNvPicPr>
          <p:nvPr/>
        </p:nvPicPr>
        <p:blipFill>
          <a:blip r:embed="rId3" cstate="print"/>
          <a:srcRect/>
          <a:stretch>
            <a:fillRect/>
          </a:stretch>
        </p:blipFill>
        <p:spPr bwMode="auto">
          <a:xfrm>
            <a:off x="1371600" y="3886200"/>
            <a:ext cx="6019800" cy="1905000"/>
          </a:xfrm>
          <a:prstGeom prst="rect">
            <a:avLst/>
          </a:prstGeom>
          <a:noFill/>
        </p:spPr>
      </p:pic>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825176-E492-4273-8933-65790960F43F}"/>
              </a:ext>
            </a:extLst>
          </p:cNvPr>
          <p:cNvSpPr>
            <a:spLocks noGrp="1"/>
          </p:cNvSpPr>
          <p:nvPr>
            <p:ph type="title"/>
          </p:nvPr>
        </p:nvSpPr>
        <p:spPr/>
        <p:txBody>
          <a:bodyPr>
            <a:normAutofit/>
          </a:bodyPr>
          <a:lstStyle/>
          <a:p>
            <a:r>
              <a:rPr lang="en-US" sz="3600" b="1" dirty="0">
                <a:solidFill>
                  <a:schemeClr val="tx1"/>
                </a:solidFill>
                <a:latin typeface="Calibri" panose="020F0502020204030204" pitchFamily="34" charset="0"/>
                <a:cs typeface="Times New Roman" panose="02020603050405020304" pitchFamily="18" charset="0"/>
              </a:rPr>
              <a:t>What should be done for Time Management?</a:t>
            </a:r>
            <a:endParaRPr lang="en-IN" sz="3600" b="1" dirty="0">
              <a:solidFill>
                <a:schemeClr val="tx1"/>
              </a:solidFill>
              <a:latin typeface="Calibri" panose="020F0502020204030204" pitchFamily="34" charset="0"/>
              <a:cs typeface="Times New Roman" panose="02020603050405020304" pitchFamily="18" charset="0"/>
            </a:endParaRPr>
          </a:p>
        </p:txBody>
      </p:sp>
      <p:sp>
        <p:nvSpPr>
          <p:cNvPr id="16" name="Content Placeholder 15"/>
          <p:cNvSpPr>
            <a:spLocks noGrp="1"/>
          </p:cNvSpPr>
          <p:nvPr>
            <p:ph idx="1"/>
          </p:nvPr>
        </p:nvSpPr>
        <p:spPr>
          <a:xfrm>
            <a:off x="822959" y="1845734"/>
            <a:ext cx="7543801" cy="4402666"/>
          </a:xfrm>
        </p:spPr>
        <p:txBody>
          <a:bodyPr>
            <a:normAutofit lnSpcReduction="10000"/>
          </a:bodyPr>
          <a:lstStyle/>
          <a:p>
            <a:pPr algn="just">
              <a:buFont typeface="Wingdings" panose="05000000000000000000" pitchFamily="2" charset="2"/>
              <a:buChar char="Ø"/>
            </a:pPr>
            <a:r>
              <a:rPr lang="en-IN" dirty="0" smtClean="0">
                <a:solidFill>
                  <a:schemeClr val="tx1"/>
                </a:solidFill>
              </a:rPr>
              <a:t>Pomodoro:</a:t>
            </a:r>
          </a:p>
          <a:p>
            <a:pPr marL="457200" lvl="1" indent="0" algn="just">
              <a:buNone/>
            </a:pPr>
            <a:r>
              <a:rPr lang="en-IN" dirty="0" smtClean="0">
                <a:solidFill>
                  <a:schemeClr val="tx1"/>
                </a:solidFill>
              </a:rPr>
              <a:t>Frequent breaks make the user more productive as long as they stay committed to not to distract.</a:t>
            </a:r>
          </a:p>
          <a:p>
            <a:pPr algn="just">
              <a:buFont typeface="Wingdings" panose="05000000000000000000" pitchFamily="2" charset="2"/>
              <a:buChar char="Ø"/>
            </a:pPr>
            <a:r>
              <a:rPr lang="en-IN" dirty="0" smtClean="0">
                <a:solidFill>
                  <a:schemeClr val="tx1"/>
                </a:solidFill>
              </a:rPr>
              <a:t>Pareto analysis:</a:t>
            </a:r>
          </a:p>
          <a:p>
            <a:pPr marL="914400" lvl="1" indent="-457200" algn="just">
              <a:buFont typeface="Wingdings" pitchFamily="2" charset="2"/>
              <a:buChar char="ü"/>
            </a:pPr>
            <a:r>
              <a:rPr lang="en-IN" dirty="0" smtClean="0">
                <a:solidFill>
                  <a:schemeClr val="tx1"/>
                </a:solidFill>
              </a:rPr>
              <a:t>80% of tasks can be completed in 20% of the disposable time.</a:t>
            </a:r>
          </a:p>
          <a:p>
            <a:pPr marL="914400" lvl="1" indent="-457200" algn="just">
              <a:buFont typeface="Wingdings" pitchFamily="2" charset="2"/>
              <a:buChar char="ü"/>
            </a:pPr>
            <a:r>
              <a:rPr lang="en-IN" dirty="0" smtClean="0">
                <a:solidFill>
                  <a:schemeClr val="tx1"/>
                </a:solidFill>
              </a:rPr>
              <a:t>The remaining 20% of tasks will take up 80% of the time.</a:t>
            </a:r>
          </a:p>
          <a:p>
            <a:pPr marL="91440" lvl="1" indent="-91440">
              <a:spcBef>
                <a:spcPts val="1200"/>
              </a:spcBef>
              <a:spcAft>
                <a:spcPts val="200"/>
              </a:spcAft>
              <a:buSzPct val="100000"/>
              <a:buFont typeface="Calibri" panose="020F0502020204030204" pitchFamily="34" charset="0"/>
              <a:buChar char=" "/>
            </a:pPr>
            <a:endParaRPr lang="en-IN" dirty="0" smtClean="0">
              <a:solidFill>
                <a:schemeClr val="tx1"/>
              </a:solidFill>
            </a:endParaRPr>
          </a:p>
          <a:p>
            <a:pPr marL="91440" lvl="1" indent="-91440">
              <a:spcBef>
                <a:spcPts val="1200"/>
              </a:spcBef>
              <a:spcAft>
                <a:spcPts val="200"/>
              </a:spcAft>
              <a:buSzPct val="100000"/>
              <a:buFont typeface="Calibri" panose="020F0502020204030204" pitchFamily="34" charset="0"/>
              <a:buChar char=" "/>
            </a:pPr>
            <a:endParaRPr lang="en-IN" dirty="0" smtClean="0">
              <a:solidFill>
                <a:schemeClr val="tx1"/>
              </a:solidFill>
            </a:endParaRPr>
          </a:p>
          <a:p>
            <a:pPr marL="91440" lvl="1" indent="-91440">
              <a:spcBef>
                <a:spcPts val="1200"/>
              </a:spcBef>
              <a:spcAft>
                <a:spcPts val="200"/>
              </a:spcAft>
              <a:buSzPct val="100000"/>
              <a:buFont typeface="Calibri" panose="020F0502020204030204" pitchFamily="34" charset="0"/>
              <a:buChar char=" "/>
            </a:pPr>
            <a:endParaRPr lang="en-IN" dirty="0" smtClean="0">
              <a:solidFill>
                <a:schemeClr val="tx1"/>
              </a:solidFill>
            </a:endParaRPr>
          </a:p>
          <a:p>
            <a:pPr marL="91440" lvl="1" indent="-91440">
              <a:spcBef>
                <a:spcPts val="1200"/>
              </a:spcBef>
              <a:spcAft>
                <a:spcPts val="200"/>
              </a:spcAft>
              <a:buSzPct val="100000"/>
              <a:buFont typeface="Calibri" panose="020F0502020204030204" pitchFamily="34" charset="0"/>
              <a:buChar char=" "/>
            </a:pPr>
            <a:endParaRPr lang="en-IN" dirty="0" smtClean="0">
              <a:solidFill>
                <a:schemeClr val="tx1"/>
              </a:solidFill>
            </a:endParaRPr>
          </a:p>
          <a:p>
            <a:pPr marL="91440" lvl="1" indent="-91440">
              <a:spcBef>
                <a:spcPts val="1200"/>
              </a:spcBef>
              <a:spcAft>
                <a:spcPts val="200"/>
              </a:spcAft>
              <a:buSzPct val="100000"/>
              <a:buFont typeface="Calibri" panose="020F0502020204030204" pitchFamily="34" charset="0"/>
              <a:buChar char=" "/>
            </a:pPr>
            <a:endParaRPr lang="en-IN" dirty="0" smtClean="0">
              <a:solidFill>
                <a:schemeClr val="tx1"/>
              </a:solidFill>
            </a:endParaRPr>
          </a:p>
          <a:p>
            <a:pPr marL="91440" lvl="1" indent="-91440">
              <a:spcBef>
                <a:spcPts val="1200"/>
              </a:spcBef>
              <a:spcAft>
                <a:spcPts val="200"/>
              </a:spcAft>
              <a:buSzPct val="100000"/>
              <a:buFont typeface="Calibri" panose="020F0502020204030204" pitchFamily="34" charset="0"/>
              <a:buChar char=" "/>
            </a:pPr>
            <a:r>
              <a:rPr lang="en-IN" dirty="0" smtClean="0">
                <a:solidFill>
                  <a:schemeClr val="tx1"/>
                </a:solidFill>
              </a:rPr>
              <a:t>                                             </a:t>
            </a:r>
            <a:r>
              <a:rPr lang="en-IN" sz="1400" b="1" dirty="0" smtClean="0">
                <a:solidFill>
                  <a:schemeClr val="tx1"/>
                </a:solidFill>
              </a:rPr>
              <a:t>Fig 3. Pomodoro Technique. [5]</a:t>
            </a:r>
          </a:p>
          <a:p>
            <a:endParaRPr lang="en-US" dirty="0"/>
          </a:p>
        </p:txBody>
      </p:sp>
      <p:sp>
        <p:nvSpPr>
          <p:cNvPr id="13"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D4F144CE-5331-418F-8222-5CBE0AFDD2EF}"/>
              </a:ext>
            </a:extLst>
          </p:cNvPr>
          <p:cNvSpPr>
            <a:spLocks noGrp="1"/>
          </p:cNvSpPr>
          <p:nvPr>
            <p:ph type="sldNum" sz="quarter" idx="12"/>
          </p:nvPr>
        </p:nvSpPr>
        <p:spPr/>
        <p:txBody>
          <a:bodyPr/>
          <a:lstStyle/>
          <a:p>
            <a:fld id="{B6F15528-21DE-4FAA-801E-634DDDAF4B2B}" type="slidenum">
              <a:rPr lang="en-US" smtClean="0"/>
              <a:pPr/>
              <a:t>13</a:t>
            </a:fld>
            <a:endParaRPr lang="en-US" dirty="0"/>
          </a:p>
        </p:txBody>
      </p:sp>
      <p:sp>
        <p:nvSpPr>
          <p:cNvPr id="8" name="Rectangle 7">
            <a:extLst>
              <a:ext uri="{FF2B5EF4-FFF2-40B4-BE49-F238E27FC236}">
                <a16:creationId xmlns="" xmlns:a16="http://schemas.microsoft.com/office/drawing/2014/main" id="{4D327A92-5ECE-4741-BC6A-1078FD00AA4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9" name="Rectangle 8">
            <a:extLst>
              <a:ext uri="{FF2B5EF4-FFF2-40B4-BE49-F238E27FC236}">
                <a16:creationId xmlns="" xmlns:a16="http://schemas.microsoft.com/office/drawing/2014/main" id="{E93A24AF-9400-4266-8F47-691E77F8B801}"/>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 name="Round Same Side Corner Rectangle 9">
            <a:extLst>
              <a:ext uri="{FF2B5EF4-FFF2-40B4-BE49-F238E27FC236}">
                <a16:creationId xmlns="" xmlns:a16="http://schemas.microsoft.com/office/drawing/2014/main" id="{0EA0274E-72D7-4A17-A27E-EAAF7B58FA3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RESEARCH METHODOLOGY</a:t>
            </a:r>
          </a:p>
        </p:txBody>
      </p:sp>
      <p:pic>
        <p:nvPicPr>
          <p:cNvPr id="11" name="Picture 10" descr="C:\Users\Subhasis\Desktop\logo nit.png">
            <a:extLst>
              <a:ext uri="{FF2B5EF4-FFF2-40B4-BE49-F238E27FC236}">
                <a16:creationId xmlns="" xmlns:a16="http://schemas.microsoft.com/office/drawing/2014/main" id="{D2422FE4-C123-4080-824C-33439C23C8F3}"/>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14" name="TextBox 13">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pic>
        <p:nvPicPr>
          <p:cNvPr id="22" name="Picture 21" descr="pomodoro-technique-timer-toolshero.jpg"/>
          <p:cNvPicPr>
            <a:picLocks noChangeAspect="1"/>
          </p:cNvPicPr>
          <p:nvPr/>
        </p:nvPicPr>
        <p:blipFill>
          <a:blip r:embed="rId3" cstate="print"/>
          <a:stretch>
            <a:fillRect/>
          </a:stretch>
        </p:blipFill>
        <p:spPr>
          <a:xfrm>
            <a:off x="838200" y="3810000"/>
            <a:ext cx="7391400" cy="2001110"/>
          </a:xfrm>
          <a:prstGeom prst="rect">
            <a:avLst/>
          </a:prstGeom>
        </p:spPr>
      </p:pic>
    </p:spTree>
    <p:extLst>
      <p:ext uri="{BB962C8B-B14F-4D97-AF65-F5344CB8AC3E}">
        <p14:creationId xmlns:p14="http://schemas.microsoft.com/office/powerpoint/2010/main" xmlns="" val="4210261756"/>
      </p:ext>
    </p:extLst>
  </p:cSld>
  <p:clrMapOvr>
    <a:masterClrMapping/>
  </p:clrMapOvr>
  <p:transition>
    <p:pull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6">
            <a:extLst>
              <a:ext uri="{FF2B5EF4-FFF2-40B4-BE49-F238E27FC236}">
                <a16:creationId xmlns="" xmlns:a16="http://schemas.microsoft.com/office/drawing/2014/main" id="{0EA0274E-72D7-4A17-A27E-EAAF7B58FA34}"/>
              </a:ext>
            </a:extLst>
          </p:cNvPr>
          <p:cNvSpPr>
            <a:spLocks noGrp="1"/>
          </p:cNvSpPr>
          <p:nvPr>
            <p:ph type="title"/>
          </p:nvPr>
        </p:nvSpPr>
        <p:spPr>
          <a:xfrm>
            <a:off x="0" y="0"/>
            <a:ext cx="3139440" cy="322996"/>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noAutofit/>
          </a:bodyPr>
          <a:lstStyle/>
          <a:p>
            <a:pPr algn="ctr"/>
            <a:r>
              <a:rPr lang="en-US" sz="1800" dirty="0">
                <a:ln w="12700">
                  <a:solidFill>
                    <a:schemeClr val="dk1"/>
                  </a:solidFill>
                </a:ln>
                <a:solidFill>
                  <a:schemeClr val="tx1"/>
                </a:solidFill>
              </a:rPr>
              <a:t>RESEARCH METHODOLOGY</a:t>
            </a:r>
          </a:p>
        </p:txBody>
      </p:sp>
      <p:sp>
        <p:nvSpPr>
          <p:cNvPr id="8" name="Content Placeholder 7"/>
          <p:cNvSpPr>
            <a:spLocks noGrp="1"/>
          </p:cNvSpPr>
          <p:nvPr>
            <p:ph idx="1"/>
          </p:nvPr>
        </p:nvSpPr>
        <p:spPr>
          <a:xfrm>
            <a:off x="822959" y="609600"/>
            <a:ext cx="7543801" cy="5867400"/>
          </a:xfrm>
        </p:spPr>
        <p:txBody>
          <a:bodyPr>
            <a:normAutofit lnSpcReduction="10000"/>
          </a:bodyPr>
          <a:lstStyle/>
          <a:p>
            <a:r>
              <a:rPr lang="en-IN" sz="2800" dirty="0" smtClean="0">
                <a:solidFill>
                  <a:schemeClr val="tx1"/>
                </a:solidFill>
              </a:rPr>
              <a:t>The Eisenhower Method:</a:t>
            </a: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endParaRPr lang="en-IN" sz="1400" dirty="0" smtClean="0">
              <a:solidFill>
                <a:schemeClr val="tx1"/>
              </a:solidFill>
            </a:endParaRPr>
          </a:p>
          <a:p>
            <a:pPr>
              <a:buNone/>
            </a:pPr>
            <a:r>
              <a:rPr lang="en-IN" sz="1400" dirty="0" smtClean="0">
                <a:solidFill>
                  <a:schemeClr val="tx1"/>
                </a:solidFill>
              </a:rPr>
              <a:t>                                                    </a:t>
            </a:r>
            <a:r>
              <a:rPr lang="en-IN" sz="1500" b="1" dirty="0" smtClean="0">
                <a:solidFill>
                  <a:schemeClr val="tx1"/>
                </a:solidFill>
              </a:rPr>
              <a:t>Fig 4 : Eisenhower distribution [6]</a:t>
            </a:r>
          </a:p>
          <a:p>
            <a:endParaRPr lang="en-US" dirty="0"/>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dirty="0"/>
          </a:p>
        </p:txBody>
      </p:sp>
      <p:pic>
        <p:nvPicPr>
          <p:cNvPr id="6" name="Picture 5" descr="C:\Users\Subhasis\Desktop\logo nit.png">
            <a:extLst>
              <a:ext uri="{FF2B5EF4-FFF2-40B4-BE49-F238E27FC236}">
                <a16:creationId xmlns="" xmlns:a16="http://schemas.microsoft.com/office/drawing/2014/main" id="{D2422FE4-C123-4080-824C-33439C23C8F3}"/>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pic>
        <p:nvPicPr>
          <p:cNvPr id="12" name="Picture 11" descr="The-Eisenhower-Decision-Matrix-png.png"/>
          <p:cNvPicPr>
            <a:picLocks noChangeAspect="1"/>
          </p:cNvPicPr>
          <p:nvPr/>
        </p:nvPicPr>
        <p:blipFill>
          <a:blip r:embed="rId3" cstate="print"/>
          <a:stretch>
            <a:fillRect/>
          </a:stretch>
        </p:blipFill>
        <p:spPr>
          <a:xfrm>
            <a:off x="838200" y="1219200"/>
            <a:ext cx="7543800" cy="4648200"/>
          </a:xfrm>
          <a:prstGeom prst="rect">
            <a:avLst/>
          </a:prstGeom>
        </p:spPr>
      </p:pic>
    </p:spTree>
  </p:cSld>
  <p:clrMapOvr>
    <a:masterClrMapping/>
  </p:clrMapOvr>
  <p:transition>
    <p:pull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solidFill>
                  <a:schemeClr val="tx1"/>
                </a:solidFill>
                <a:latin typeface="Calibri" panose="020F0502020204030204" pitchFamily="34" charset="0"/>
                <a:cs typeface="Times New Roman" panose="02020603050405020304" pitchFamily="18" charset="0"/>
              </a:rPr>
              <a:t>References</a:t>
            </a:r>
            <a:endParaRPr lang="en-US" sz="4400" dirty="0">
              <a:solidFill>
                <a:schemeClr val="tx1"/>
              </a:solidFill>
              <a:latin typeface="Calibri" panose="020F0502020204030204" pitchFamily="34" charset="0"/>
            </a:endParaRPr>
          </a:p>
        </p:txBody>
      </p:sp>
      <p:sp>
        <p:nvSpPr>
          <p:cNvPr id="3" name="Content Placeholder 2"/>
          <p:cNvSpPr>
            <a:spLocks noGrp="1"/>
          </p:cNvSpPr>
          <p:nvPr>
            <p:ph idx="1"/>
          </p:nvPr>
        </p:nvSpPr>
        <p:spPr>
          <a:xfrm>
            <a:off x="817098" y="2007177"/>
            <a:ext cx="8168641" cy="4023360"/>
          </a:xfrm>
        </p:spPr>
        <p:txBody>
          <a:bodyPr>
            <a:normAutofit lnSpcReduction="10000"/>
          </a:bodyPr>
          <a:lstStyle/>
          <a:p>
            <a:pPr marL="398463" indent="-339725">
              <a:buFont typeface="+mj-lt"/>
              <a:buAutoNum type="arabicPeriod"/>
            </a:pPr>
            <a:r>
              <a:rPr lang="en-US" dirty="0" smtClean="0">
                <a:solidFill>
                  <a:schemeClr val="tx1"/>
                </a:solidFill>
                <a:latin typeface="Times New Roman" panose="02020603050405020304" pitchFamily="18" charset="0"/>
                <a:cs typeface="Times New Roman" panose="02020603050405020304" pitchFamily="18" charset="0"/>
              </a:rPr>
              <a:t>C.R</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Kothari, “Research </a:t>
            </a:r>
            <a:r>
              <a:rPr lang="en-US" dirty="0">
                <a:solidFill>
                  <a:schemeClr val="tx1"/>
                </a:solidFill>
                <a:latin typeface="Times New Roman" panose="02020603050405020304" pitchFamily="18" charset="0"/>
                <a:cs typeface="Times New Roman" panose="02020603050405020304" pitchFamily="18" charset="0"/>
              </a:rPr>
              <a:t>Methodology”, </a:t>
            </a:r>
            <a:r>
              <a:rPr lang="en-US" i="1" dirty="0">
                <a:solidFill>
                  <a:schemeClr val="tx1"/>
                </a:solidFill>
                <a:latin typeface="Times New Roman" panose="02020603050405020304" pitchFamily="18" charset="0"/>
                <a:cs typeface="Times New Roman" panose="02020603050405020304" pitchFamily="18" charset="0"/>
              </a:rPr>
              <a:t>New Age International Publishers</a:t>
            </a:r>
            <a:r>
              <a:rPr lang="en-US" dirty="0">
                <a:solidFill>
                  <a:schemeClr val="tx1"/>
                </a:solidFill>
                <a:latin typeface="Times New Roman" panose="02020603050405020304" pitchFamily="18" charset="0"/>
                <a:cs typeface="Times New Roman" panose="02020603050405020304" pitchFamily="18" charset="0"/>
              </a:rPr>
              <a:t>, 2nd Edition 2004</a:t>
            </a:r>
            <a:r>
              <a:rPr lang="en-US" dirty="0" smtClean="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pPr marL="398463" indent="-339725">
              <a:buFont typeface="+mj-lt"/>
              <a:buAutoNum type="arabicPeriod"/>
            </a:pPr>
            <a:r>
              <a:rPr lang="en-US" dirty="0" smtClean="0">
                <a:solidFill>
                  <a:schemeClr val="tx1"/>
                </a:solidFill>
                <a:latin typeface="Times New Roman" panose="02020603050405020304" pitchFamily="18" charset="0"/>
                <a:cs typeface="Times New Roman" panose="02020603050405020304" pitchFamily="18" charset="0"/>
              </a:rPr>
              <a:t>S</a:t>
            </a:r>
            <a:r>
              <a:rPr lang="en-US" dirty="0">
                <a:solidFill>
                  <a:schemeClr val="tx1"/>
                </a:solidFill>
                <a:latin typeface="Times New Roman" panose="02020603050405020304" pitchFamily="18" charset="0"/>
                <a:cs typeface="Times New Roman" panose="02020603050405020304" pitchFamily="18" charset="0"/>
              </a:rPr>
              <a:t>. Rajasekar, P. Philominathan,V. Chinnathambi,“</a:t>
            </a:r>
            <a:r>
              <a:rPr lang="en-US" i="1" dirty="0">
                <a:solidFill>
                  <a:schemeClr val="tx1"/>
                </a:solidFill>
                <a:latin typeface="Times New Roman" panose="02020603050405020304" pitchFamily="18" charset="0"/>
                <a:cs typeface="Times New Roman" panose="02020603050405020304" pitchFamily="18" charset="0"/>
              </a:rPr>
              <a:t>ResearchMethodology</a:t>
            </a:r>
            <a:r>
              <a:rPr lang="en-US" dirty="0">
                <a:solidFill>
                  <a:schemeClr val="tx1"/>
                </a:solidFill>
                <a:latin typeface="Times New Roman" panose="02020603050405020304" pitchFamily="18" charset="0"/>
                <a:cs typeface="Times New Roman" panose="02020603050405020304" pitchFamily="18" charset="0"/>
              </a:rPr>
              <a:t>”, Cornell University Library, pp. 1-53, (2013</a:t>
            </a:r>
            <a:r>
              <a:rPr lang="en-US" dirty="0" smtClean="0">
                <a:solidFill>
                  <a:schemeClr val="tx1"/>
                </a:solidFill>
                <a:latin typeface="Times New Roman" panose="02020603050405020304" pitchFamily="18" charset="0"/>
                <a:cs typeface="Times New Roman" panose="02020603050405020304" pitchFamily="18" charset="0"/>
              </a:rPr>
              <a:t>).</a:t>
            </a:r>
          </a:p>
          <a:p>
            <a:pPr marL="398463" indent="-339725">
              <a:buFont typeface="+mj-lt"/>
              <a:buAutoNum type="arabicPeriod"/>
            </a:pPr>
            <a:r>
              <a:rPr lang="en-US" dirty="0" smtClean="0">
                <a:hlinkClick r:id="rId2"/>
              </a:rPr>
              <a:t>https://innovinc-services.com/stress-management</a:t>
            </a:r>
            <a:r>
              <a:rPr lang="en-US" dirty="0" smtClean="0"/>
              <a:t> </a:t>
            </a:r>
            <a:r>
              <a:rPr lang="en-US" dirty="0" smtClean="0">
                <a:solidFill>
                  <a:schemeClr val="tx1"/>
                </a:solidFill>
              </a:rPr>
              <a:t>accessed on</a:t>
            </a:r>
            <a:r>
              <a:rPr lang="en-US" dirty="0" smtClean="0"/>
              <a:t> </a:t>
            </a:r>
            <a:r>
              <a:rPr lang="en-US" dirty="0" smtClean="0">
                <a:solidFill>
                  <a:schemeClr val="tx1"/>
                </a:solidFill>
              </a:rPr>
              <a:t>20th February 2020.</a:t>
            </a:r>
            <a:endParaRPr lang="en-US" dirty="0" smtClean="0">
              <a:solidFill>
                <a:schemeClr val="tx1"/>
              </a:solidFill>
              <a:latin typeface="Times New Roman" panose="02020603050405020304" pitchFamily="18" charset="0"/>
              <a:cs typeface="Times New Roman" panose="02020603050405020304" pitchFamily="18" charset="0"/>
            </a:endParaRPr>
          </a:p>
          <a:p>
            <a:pPr marL="398463" indent="-339725">
              <a:buFont typeface="+mj-lt"/>
              <a:buAutoNum type="arabicPeriod"/>
            </a:pPr>
            <a:r>
              <a:rPr lang="en-US" dirty="0" smtClean="0">
                <a:hlinkClick r:id="rId3"/>
              </a:rPr>
              <a:t>https://hrtopics.com/prioritizing-and-using-time-management-skills-to-get-more-done-every-day/</a:t>
            </a:r>
            <a:r>
              <a:rPr lang="en-US" dirty="0" smtClean="0"/>
              <a:t> </a:t>
            </a:r>
            <a:r>
              <a:rPr lang="en-US" dirty="0" smtClean="0">
                <a:solidFill>
                  <a:schemeClr val="tx1"/>
                </a:solidFill>
              </a:rPr>
              <a:t>accessed on</a:t>
            </a:r>
            <a:r>
              <a:rPr lang="en-US" dirty="0" smtClean="0"/>
              <a:t> </a:t>
            </a:r>
            <a:r>
              <a:rPr lang="en-US" dirty="0" smtClean="0">
                <a:solidFill>
                  <a:schemeClr val="tx1"/>
                </a:solidFill>
              </a:rPr>
              <a:t>20th February 2020.</a:t>
            </a:r>
            <a:endParaRPr lang="en-US" dirty="0" smtClean="0">
              <a:solidFill>
                <a:schemeClr val="tx1"/>
              </a:solidFill>
              <a:latin typeface="Times New Roman" panose="02020603050405020304" pitchFamily="18" charset="0"/>
              <a:cs typeface="Times New Roman" panose="02020603050405020304" pitchFamily="18" charset="0"/>
            </a:endParaRPr>
          </a:p>
          <a:p>
            <a:pPr marL="398463" indent="-339725">
              <a:buFont typeface="+mj-lt"/>
              <a:buAutoNum type="arabicPeriod"/>
            </a:pPr>
            <a:r>
              <a:rPr lang="en-US" dirty="0" smtClean="0">
                <a:solidFill>
                  <a:schemeClr val="tx1"/>
                </a:solidFill>
                <a:hlinkClick r:id="rId4"/>
              </a:rPr>
              <a:t>https://francescocirillo.com/pages/pomodoro-technique</a:t>
            </a:r>
            <a:r>
              <a:rPr lang="en-US" dirty="0" smtClean="0">
                <a:solidFill>
                  <a:schemeClr val="tx1"/>
                </a:solidFill>
              </a:rPr>
              <a:t> accessed on 20th February 2020.</a:t>
            </a:r>
          </a:p>
          <a:p>
            <a:pPr marL="398463" indent="-339725">
              <a:buFont typeface="+mj-lt"/>
              <a:buAutoNum type="arabicPeriod"/>
            </a:pPr>
            <a:r>
              <a:rPr lang="en-US" dirty="0" smtClean="0">
                <a:hlinkClick r:id="rId5"/>
              </a:rPr>
              <a:t>https://luxafor.com/the-eisenhower-matrix/</a:t>
            </a:r>
            <a:r>
              <a:rPr lang="en-US" dirty="0" smtClean="0"/>
              <a:t> </a:t>
            </a:r>
            <a:r>
              <a:rPr lang="en-US" dirty="0" smtClean="0">
                <a:solidFill>
                  <a:schemeClr val="tx1"/>
                </a:solidFill>
              </a:rPr>
              <a:t>accessed on</a:t>
            </a:r>
            <a:r>
              <a:rPr lang="en-US" dirty="0" smtClean="0"/>
              <a:t> </a:t>
            </a:r>
            <a:r>
              <a:rPr lang="en-US" dirty="0" smtClean="0">
                <a:solidFill>
                  <a:schemeClr val="tx1"/>
                </a:solidFill>
              </a:rPr>
              <a:t>20th February 2020.</a:t>
            </a:r>
          </a:p>
          <a:p>
            <a:pPr marL="398463" indent="-339725">
              <a:buFont typeface="+mj-lt"/>
              <a:buAutoNum type="arabicPeriod"/>
            </a:pPr>
            <a:endParaRPr lang="en-US" dirty="0">
              <a:solidFill>
                <a:schemeClr val="tx1"/>
              </a:solidFill>
            </a:endParaRPr>
          </a:p>
        </p:txBody>
      </p:sp>
      <p:sp>
        <p:nvSpPr>
          <p:cNvPr id="12"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dirty="0"/>
          </a:p>
        </p:txBody>
      </p:sp>
      <p:sp>
        <p:nvSpPr>
          <p:cNvPr id="7" name="TextBox 6">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8" name="Rectangle 7">
            <a:extLst>
              <a:ext uri="{FF2B5EF4-FFF2-40B4-BE49-F238E27FC236}">
                <a16:creationId xmlns="" xmlns:a16="http://schemas.microsoft.com/office/drawing/2014/main" id="{4D327A92-5ECE-4741-BC6A-1078FD00AA4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9" name="Rectangle 8">
            <a:extLst>
              <a:ext uri="{FF2B5EF4-FFF2-40B4-BE49-F238E27FC236}">
                <a16:creationId xmlns="" xmlns:a16="http://schemas.microsoft.com/office/drawing/2014/main" id="{E93A24AF-9400-4266-8F47-691E77F8B801}"/>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 name="Round Same Side Corner Rectangle 9">
            <a:extLst>
              <a:ext uri="{FF2B5EF4-FFF2-40B4-BE49-F238E27FC236}">
                <a16:creationId xmlns="" xmlns:a16="http://schemas.microsoft.com/office/drawing/2014/main" id="{0EA0274E-72D7-4A17-A27E-EAAF7B58FA3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RESEARCH METHODOLOGY</a:t>
            </a:r>
          </a:p>
        </p:txBody>
      </p:sp>
      <p:pic>
        <p:nvPicPr>
          <p:cNvPr id="11" name="Picture 10" descr="C:\Users\Subhasis\Desktop\logo nit.png">
            <a:extLst>
              <a:ext uri="{FF2B5EF4-FFF2-40B4-BE49-F238E27FC236}">
                <a16:creationId xmlns="" xmlns:a16="http://schemas.microsoft.com/office/drawing/2014/main" id="{2961F01F-4C3E-4631-B88B-04A88CCA29A6}"/>
              </a:ext>
            </a:extLst>
          </p:cNvPr>
          <p:cNvPicPr/>
          <p:nvPr/>
        </p:nvPicPr>
        <p:blipFill>
          <a:blip r:embed="rId6"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3245460304"/>
      </p:ext>
    </p:extLst>
  </p:cSld>
  <p:clrMapOvr>
    <a:masterClrMapping/>
  </p:clrMapOvr>
  <p:transition>
    <p:pull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62F7EE57-3C24-4501-B991-D9E86760D5D3}"/>
              </a:ext>
            </a:extLst>
          </p:cNvPr>
          <p:cNvSpPr>
            <a:spLocks noGrp="1"/>
          </p:cNvSpPr>
          <p:nvPr>
            <p:ph type="title"/>
          </p:nvPr>
        </p:nvSpPr>
        <p:spPr>
          <a:xfrm>
            <a:off x="848976" y="125152"/>
            <a:ext cx="7543800" cy="1449387"/>
          </a:xfrm>
        </p:spPr>
        <p:txBody>
          <a:bodyPr>
            <a:normAutofit/>
          </a:bodyPr>
          <a:lstStyle/>
          <a:p>
            <a:pPr algn="ctr">
              <a:defRPr/>
            </a:pPr>
            <a:r>
              <a:rPr lang="en-US" sz="2400" b="1" dirty="0">
                <a:solidFill>
                  <a:schemeClr val="tx1"/>
                </a:solidFill>
                <a:latin typeface="+mn-lt"/>
                <a:cs typeface="Times New Roman" panose="02020603050405020304" pitchFamily="18" charset="0"/>
              </a:rPr>
              <a:t>Description of </a:t>
            </a:r>
            <a:r>
              <a:rPr lang="en-US" sz="2400" b="1" dirty="0" smtClean="0">
                <a:solidFill>
                  <a:schemeClr val="tx1"/>
                </a:solidFill>
                <a:latin typeface="+mn-lt"/>
                <a:cs typeface="Times New Roman" panose="02020603050405020304" pitchFamily="18" charset="0"/>
              </a:rPr>
              <a:t>course-II</a:t>
            </a:r>
            <a:endParaRPr lang="en-US" sz="2400" b="1" dirty="0">
              <a:solidFill>
                <a:schemeClr val="tx1"/>
              </a:solidFill>
              <a:latin typeface="+mn-lt"/>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9558A6C-653A-42D5-910F-6320902B3C5C}"/>
              </a:ext>
            </a:extLst>
          </p:cNvPr>
          <p:cNvSpPr>
            <a:spLocks noGrp="1"/>
          </p:cNvSpPr>
          <p:nvPr>
            <p:ph idx="1"/>
          </p:nvPr>
        </p:nvSpPr>
        <p:spPr>
          <a:xfrm>
            <a:off x="953484" y="1804974"/>
            <a:ext cx="7543801" cy="4023360"/>
          </a:xfrm>
        </p:spPr>
        <p:txBody>
          <a:bodyPr/>
          <a:lstStyle/>
          <a:p>
            <a:r>
              <a:rPr lang="en-US" sz="3000" kern="0" dirty="0" smtClean="0">
                <a:solidFill>
                  <a:schemeClr val="tx1"/>
                </a:solidFill>
                <a:cs typeface="Times New Roman" panose="02020603050405020304" pitchFamily="18" charset="0"/>
              </a:rPr>
              <a:t>          </a:t>
            </a:r>
          </a:p>
          <a:p>
            <a:pPr marL="201168" lvl="1" indent="0">
              <a:buNone/>
            </a:pPr>
            <a:endParaRPr lang="en-US" sz="3000" kern="0" dirty="0">
              <a:solidFill>
                <a:schemeClr val="tx1"/>
              </a:solidFill>
              <a:cs typeface="Times New Roman" panose="02020603050405020304" pitchFamily="18" charset="0"/>
            </a:endParaRPr>
          </a:p>
          <a:p>
            <a:pPr marL="2062163" lvl="0" indent="-2062163">
              <a:lnSpc>
                <a:spcPct val="100000"/>
              </a:lnSpc>
              <a:spcBef>
                <a:spcPct val="0"/>
              </a:spcBef>
              <a:spcAft>
                <a:spcPts val="0"/>
              </a:spcAft>
              <a:buClrTx/>
              <a:buSzTx/>
              <a:buNone/>
              <a:defRPr/>
            </a:pPr>
            <a:r>
              <a:rPr lang="en-US" sz="3000" kern="0" dirty="0">
                <a:solidFill>
                  <a:schemeClr val="tx1"/>
                </a:solidFill>
                <a:effectLst>
                  <a:outerShdw blurRad="38100" dist="38100" dir="2700000" algn="tl">
                    <a:srgbClr val="000000">
                      <a:alpha val="43137"/>
                    </a:srgbClr>
                  </a:outerShdw>
                </a:effectLst>
                <a:cs typeface="Times New Roman" panose="02020603050405020304" pitchFamily="18" charset="0"/>
              </a:rPr>
              <a:t> </a:t>
            </a:r>
            <a:r>
              <a:rPr lang="en-US" sz="3000" b="1" kern="0" dirty="0" smtClean="0">
                <a:solidFill>
                  <a:schemeClr val="tx1"/>
                </a:solidFill>
                <a:cs typeface="Times New Roman" panose="02020603050405020304" pitchFamily="18" charset="0"/>
              </a:rPr>
              <a:t>EC 535: </a:t>
            </a:r>
            <a:r>
              <a:rPr lang="en-US" altLang="en-US" sz="3200" b="1" dirty="0">
                <a:solidFill>
                  <a:schemeClr val="tx1"/>
                </a:solidFill>
                <a:latin typeface="Calibri" panose="020F0502020204030204" pitchFamily="34" charset="0"/>
                <a:cs typeface="Calibri" panose="020F0502020204030204" pitchFamily="34" charset="0"/>
              </a:rPr>
              <a:t>Linear Algebra and Random </a:t>
            </a:r>
            <a:r>
              <a:rPr lang="en-US" altLang="en-US" sz="3200" b="1" dirty="0" smtClean="0">
                <a:solidFill>
                  <a:schemeClr val="tx1"/>
                </a:solidFill>
                <a:latin typeface="Calibri" panose="020F0502020204030204" pitchFamily="34" charset="0"/>
                <a:cs typeface="Calibri" panose="020F0502020204030204" pitchFamily="34" charset="0"/>
              </a:rPr>
              <a:t>Process</a:t>
            </a:r>
          </a:p>
          <a:p>
            <a:pPr marL="2062163" lvl="0" indent="-2062163">
              <a:lnSpc>
                <a:spcPct val="100000"/>
              </a:lnSpc>
              <a:spcBef>
                <a:spcPct val="0"/>
              </a:spcBef>
              <a:spcAft>
                <a:spcPts val="0"/>
              </a:spcAft>
              <a:buClrTx/>
              <a:buSzTx/>
              <a:buNone/>
              <a:defRPr/>
            </a:pPr>
            <a:r>
              <a:rPr lang="en-IN" sz="2400" dirty="0" smtClean="0">
                <a:solidFill>
                  <a:schemeClr val="tx1"/>
                </a:solidFill>
                <a:latin typeface="Times New Roman" panose="02020603050405020304" pitchFamily="18" charset="0"/>
                <a:cs typeface="Times New Roman" panose="02020603050405020304" pitchFamily="18" charset="0"/>
              </a:rPr>
              <a:t> Course Instructor:</a:t>
            </a:r>
          </a:p>
          <a:p>
            <a:pPr marL="2062163" lvl="0" indent="-2062163">
              <a:lnSpc>
                <a:spcPct val="100000"/>
              </a:lnSpc>
              <a:spcBef>
                <a:spcPct val="0"/>
              </a:spcBef>
              <a:spcAft>
                <a:spcPts val="0"/>
              </a:spcAft>
              <a:buClrTx/>
              <a:buSzTx/>
              <a:buNone/>
              <a:defRPr/>
            </a:pPr>
            <a:r>
              <a:rPr lang="en-IN" sz="2400" dirty="0" smtClean="0">
                <a:solidFill>
                  <a:schemeClr val="tx1"/>
                </a:solidFill>
                <a:latin typeface="Times New Roman" panose="02020603050405020304" pitchFamily="18" charset="0"/>
                <a:cs typeface="Times New Roman" panose="02020603050405020304" pitchFamily="18" charset="0"/>
              </a:rPr>
              <a:t> Dr. R.H.Laskar, Associate professor, </a:t>
            </a:r>
          </a:p>
          <a:p>
            <a:pPr marL="2062163" lvl="0" indent="-2062163">
              <a:lnSpc>
                <a:spcPct val="100000"/>
              </a:lnSpc>
              <a:spcBef>
                <a:spcPct val="0"/>
              </a:spcBef>
              <a:spcAft>
                <a:spcPts val="0"/>
              </a:spcAft>
              <a:buClrTx/>
              <a:buSzTx/>
              <a:buNone/>
              <a:defRPr/>
            </a:pPr>
            <a:r>
              <a:rPr lang="en-IN" sz="2400" dirty="0">
                <a:solidFill>
                  <a:schemeClr val="tx1"/>
                </a:solidFill>
                <a:latin typeface="Times New Roman" panose="02020603050405020304" pitchFamily="18" charset="0"/>
                <a:cs typeface="Times New Roman" panose="02020603050405020304" pitchFamily="18" charset="0"/>
              </a:rPr>
              <a:t> </a:t>
            </a:r>
            <a:r>
              <a:rPr lang="en-IN" sz="2400" dirty="0" smtClean="0">
                <a:solidFill>
                  <a:schemeClr val="tx1"/>
                </a:solidFill>
                <a:latin typeface="Times New Roman" panose="02020603050405020304" pitchFamily="18" charset="0"/>
                <a:cs typeface="Times New Roman" panose="02020603050405020304" pitchFamily="18" charset="0"/>
              </a:rPr>
              <a:t>Dept. of Electronics and Communication Engineering</a:t>
            </a:r>
          </a:p>
          <a:p>
            <a:pPr marL="2062163" lvl="0" indent="-2062163">
              <a:lnSpc>
                <a:spcPct val="100000"/>
              </a:lnSpc>
              <a:spcBef>
                <a:spcPct val="0"/>
              </a:spcBef>
              <a:spcAft>
                <a:spcPts val="0"/>
              </a:spcAft>
              <a:buClrTx/>
              <a:buSzTx/>
              <a:buNone/>
              <a:defRPr/>
            </a:pPr>
            <a:endParaRPr lang="en-US" sz="3000" b="1" dirty="0">
              <a:solidFill>
                <a:schemeClr val="tx1"/>
              </a:solidFill>
              <a:latin typeface="Times New Roman" pitchFamily="18" charset="0"/>
              <a:cs typeface="Times New Roman" pitchFamily="18" charset="0"/>
            </a:endParaRPr>
          </a:p>
          <a:p>
            <a:r>
              <a:rPr lang="en-US" dirty="0" smtClean="0"/>
              <a:t> </a:t>
            </a:r>
            <a:endParaRPr lang="en-IN" dirty="0"/>
          </a:p>
        </p:txBody>
      </p:sp>
      <p:sp>
        <p:nvSpPr>
          <p:cNvPr id="46"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ADAA7110-07E3-4531-A869-BA67F91F7D2A}"/>
              </a:ext>
            </a:extLst>
          </p:cNvPr>
          <p:cNvSpPr>
            <a:spLocks noGrp="1"/>
          </p:cNvSpPr>
          <p:nvPr>
            <p:ph type="sldNum" sz="quarter" idx="12"/>
          </p:nvPr>
        </p:nvSpPr>
        <p:spPr/>
        <p:txBody>
          <a:bodyPr/>
          <a:lstStyle/>
          <a:p>
            <a:fld id="{B6F15528-21DE-4FAA-801E-634DDDAF4B2B}" type="slidenum">
              <a:rPr lang="en-US" smtClean="0"/>
              <a:pPr/>
              <a:t>16</a:t>
            </a:fld>
            <a:endParaRPr lang="en-US" dirty="0"/>
          </a:p>
        </p:txBody>
      </p:sp>
      <mc:AlternateContent xmlns:mc="http://schemas.openxmlformats.org/markup-compatibility/2006">
        <mc:Choice xmlns:p14="http://schemas.microsoft.com/office/powerpoint/2010/main" xmlns="" Requires="p14">
          <p:contentPart p14:bwMode="auto" r:id="rId3">
            <p14:nvContentPartPr>
              <p14:cNvPr id="9" name="Ink 8">
                <a:extLst>
                  <a:ext uri="{FF2B5EF4-FFF2-40B4-BE49-F238E27FC236}">
                    <a16:creationId xmlns="" xmlns:a16="http://schemas.microsoft.com/office/drawing/2014/main" id="{EC47A80E-8DAF-4CB2-8925-6403D2AD8EDE}"/>
                  </a:ext>
                </a:extLst>
              </p14:cNvPr>
              <p14:cNvContentPartPr/>
              <p14:nvPr/>
            </p14:nvContentPartPr>
            <p14:xfrm>
              <a:off x="877056" y="1696614"/>
              <a:ext cx="289800" cy="48600"/>
            </p14:xfrm>
          </p:contentPart>
        </mc:Choice>
        <mc:Fallback>
          <p:pic>
            <p:nvPicPr>
              <p:cNvPr id="9" name="Ink 8">
                <a:extLst>
                  <a:ext uri="{FF2B5EF4-FFF2-40B4-BE49-F238E27FC236}">
                    <a16:creationId xmlns:a16="http://schemas.microsoft.com/office/drawing/2014/main" xmlns="" xmlns:p14="http://schemas.microsoft.com/office/powerpoint/2010/main" id="{EC47A80E-8DAF-4CB2-8925-6403D2AD8EDE}"/>
                  </a:ext>
                </a:extLst>
              </p:cNvPr>
              <p:cNvPicPr/>
              <p:nvPr/>
            </p:nvPicPr>
            <p:blipFill>
              <a:blip r:embed="rId4" cstate="print"/>
              <a:stretch>
                <a:fillRect/>
              </a:stretch>
            </p:blipFill>
            <p:spPr>
              <a:xfrm>
                <a:off x="868056" y="1687614"/>
                <a:ext cx="307800" cy="66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
            <p14:nvContentPartPr>
              <p14:cNvPr id="11" name="Ink 10">
                <a:extLst>
                  <a:ext uri="{FF2B5EF4-FFF2-40B4-BE49-F238E27FC236}">
                    <a16:creationId xmlns="" xmlns:a16="http://schemas.microsoft.com/office/drawing/2014/main" id="{E68075B0-B2EC-4B6E-9788-3918A7CE26FF}"/>
                  </a:ext>
                </a:extLst>
              </p14:cNvPr>
              <p14:cNvContentPartPr/>
              <p14:nvPr/>
            </p14:nvContentPartPr>
            <p14:xfrm>
              <a:off x="811896" y="1534974"/>
              <a:ext cx="2751120" cy="351000"/>
            </p14:xfrm>
          </p:contentPart>
        </mc:Choice>
        <mc:Fallback>
          <p:pic>
            <p:nvPicPr>
              <p:cNvPr id="11" name="Ink 10">
                <a:extLst>
                  <a:ext uri="{FF2B5EF4-FFF2-40B4-BE49-F238E27FC236}">
                    <a16:creationId xmlns:a16="http://schemas.microsoft.com/office/drawing/2014/main" xmlns="" xmlns:p14="http://schemas.microsoft.com/office/powerpoint/2010/main" id="{E68075B0-B2EC-4B6E-9788-3918A7CE26FF}"/>
                  </a:ext>
                </a:extLst>
              </p:cNvPr>
              <p:cNvPicPr/>
              <p:nvPr/>
            </p:nvPicPr>
            <p:blipFill>
              <a:blip r:embed="rId6" cstate="print"/>
              <a:stretch>
                <a:fillRect/>
              </a:stretch>
            </p:blipFill>
            <p:spPr>
              <a:xfrm>
                <a:off x="802896" y="1525974"/>
                <a:ext cx="2769120" cy="369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
            <p14:nvContentPartPr>
              <p14:cNvPr id="34" name="Ink 33">
                <a:extLst>
                  <a:ext uri="{FF2B5EF4-FFF2-40B4-BE49-F238E27FC236}">
                    <a16:creationId xmlns="" xmlns:a16="http://schemas.microsoft.com/office/drawing/2014/main" id="{7554D1FA-C4FE-41AA-9AAC-AD104842C677}"/>
                  </a:ext>
                </a:extLst>
              </p14:cNvPr>
              <p14:cNvContentPartPr/>
              <p14:nvPr/>
            </p14:nvContentPartPr>
            <p14:xfrm>
              <a:off x="895776" y="1691574"/>
              <a:ext cx="662760" cy="333360"/>
            </p14:xfrm>
          </p:contentPart>
        </mc:Choice>
        <mc:Fallback>
          <p:pic>
            <p:nvPicPr>
              <p:cNvPr id="34" name="Ink 33">
                <a:extLst>
                  <a:ext uri="{FF2B5EF4-FFF2-40B4-BE49-F238E27FC236}">
                    <a16:creationId xmlns:a16="http://schemas.microsoft.com/office/drawing/2014/main" xmlns="" xmlns:p14="http://schemas.microsoft.com/office/powerpoint/2010/main" id="{7554D1FA-C4FE-41AA-9AAC-AD104842C677}"/>
                  </a:ext>
                </a:extLst>
              </p:cNvPr>
              <p:cNvPicPr/>
              <p:nvPr/>
            </p:nvPicPr>
            <p:blipFill>
              <a:blip r:embed="rId8" cstate="print"/>
              <a:stretch>
                <a:fillRect/>
              </a:stretch>
            </p:blipFill>
            <p:spPr>
              <a:xfrm>
                <a:off x="886776" y="1682574"/>
                <a:ext cx="680760" cy="351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9">
            <p14:nvContentPartPr>
              <p14:cNvPr id="35" name="Ink 34">
                <a:extLst>
                  <a:ext uri="{FF2B5EF4-FFF2-40B4-BE49-F238E27FC236}">
                    <a16:creationId xmlns="" xmlns:a16="http://schemas.microsoft.com/office/drawing/2014/main" id="{03BC26BD-C788-4CC9-8059-53C28980678E}"/>
                  </a:ext>
                </a:extLst>
              </p14:cNvPr>
              <p14:cNvContentPartPr/>
              <p14:nvPr/>
            </p14:nvContentPartPr>
            <p14:xfrm>
              <a:off x="1203576" y="1744854"/>
              <a:ext cx="28440" cy="360"/>
            </p14:xfrm>
          </p:contentPart>
        </mc:Choice>
        <mc:Fallback>
          <p:pic>
            <p:nvPicPr>
              <p:cNvPr id="35" name="Ink 34">
                <a:extLst>
                  <a:ext uri="{FF2B5EF4-FFF2-40B4-BE49-F238E27FC236}">
                    <a16:creationId xmlns:a16="http://schemas.microsoft.com/office/drawing/2014/main" xmlns="" xmlns:p14="http://schemas.microsoft.com/office/powerpoint/2010/main" id="{03BC26BD-C788-4CC9-8059-53C28980678E}"/>
                  </a:ext>
                </a:extLst>
              </p:cNvPr>
              <p:cNvPicPr/>
              <p:nvPr/>
            </p:nvPicPr>
            <p:blipFill>
              <a:blip r:embed="rId10" cstate="print"/>
              <a:stretch>
                <a:fillRect/>
              </a:stretch>
            </p:blipFill>
            <p:spPr>
              <a:xfrm>
                <a:off x="1194576" y="1735854"/>
                <a:ext cx="46440" cy="18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1">
            <p14:nvContentPartPr>
              <p14:cNvPr id="36" name="Ink 35">
                <a:extLst>
                  <a:ext uri="{FF2B5EF4-FFF2-40B4-BE49-F238E27FC236}">
                    <a16:creationId xmlns="" xmlns:a16="http://schemas.microsoft.com/office/drawing/2014/main" id="{87F8D73A-9859-4255-BB9A-57118043E9CA}"/>
                  </a:ext>
                </a:extLst>
              </p14:cNvPr>
              <p14:cNvContentPartPr/>
              <p14:nvPr/>
            </p14:nvContentPartPr>
            <p14:xfrm>
              <a:off x="1175496" y="1732974"/>
              <a:ext cx="1530720" cy="41400"/>
            </p14:xfrm>
          </p:contentPart>
        </mc:Choice>
        <mc:Fallback>
          <p:pic>
            <p:nvPicPr>
              <p:cNvPr id="36" name="Ink 35">
                <a:extLst>
                  <a:ext uri="{FF2B5EF4-FFF2-40B4-BE49-F238E27FC236}">
                    <a16:creationId xmlns:a16="http://schemas.microsoft.com/office/drawing/2014/main" xmlns="" xmlns:p14="http://schemas.microsoft.com/office/powerpoint/2010/main" id="{87F8D73A-9859-4255-BB9A-57118043E9CA}"/>
                  </a:ext>
                </a:extLst>
              </p:cNvPr>
              <p:cNvPicPr/>
              <p:nvPr/>
            </p:nvPicPr>
            <p:blipFill>
              <a:blip r:embed="rId12" cstate="print"/>
              <a:stretch>
                <a:fillRect/>
              </a:stretch>
            </p:blipFill>
            <p:spPr>
              <a:xfrm>
                <a:off x="1166496" y="1723974"/>
                <a:ext cx="1548720" cy="594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3">
            <p14:nvContentPartPr>
              <p14:cNvPr id="37" name="Ink 36">
                <a:extLst>
                  <a:ext uri="{FF2B5EF4-FFF2-40B4-BE49-F238E27FC236}">
                    <a16:creationId xmlns="" xmlns:a16="http://schemas.microsoft.com/office/drawing/2014/main" id="{C1AC544E-6469-4812-8E52-20DEF62F72AC}"/>
                  </a:ext>
                </a:extLst>
              </p14:cNvPr>
              <p14:cNvContentPartPr/>
              <p14:nvPr/>
            </p14:nvContentPartPr>
            <p14:xfrm>
              <a:off x="2143896" y="1866174"/>
              <a:ext cx="24840" cy="304200"/>
            </p14:xfrm>
          </p:contentPart>
        </mc:Choice>
        <mc:Fallback>
          <p:pic>
            <p:nvPicPr>
              <p:cNvPr id="37" name="Ink 36">
                <a:extLst>
                  <a:ext uri="{FF2B5EF4-FFF2-40B4-BE49-F238E27FC236}">
                    <a16:creationId xmlns:a16="http://schemas.microsoft.com/office/drawing/2014/main" xmlns="" xmlns:p14="http://schemas.microsoft.com/office/powerpoint/2010/main" id="{C1AC544E-6469-4812-8E52-20DEF62F72AC}"/>
                  </a:ext>
                </a:extLst>
              </p:cNvPr>
              <p:cNvPicPr/>
              <p:nvPr/>
            </p:nvPicPr>
            <p:blipFill>
              <a:blip r:embed="rId14" cstate="print"/>
              <a:stretch>
                <a:fillRect/>
              </a:stretch>
            </p:blipFill>
            <p:spPr>
              <a:xfrm>
                <a:off x="2134896" y="1857174"/>
                <a:ext cx="42840" cy="3222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5">
            <p14:nvContentPartPr>
              <p14:cNvPr id="38" name="Ink 37">
                <a:extLst>
                  <a:ext uri="{FF2B5EF4-FFF2-40B4-BE49-F238E27FC236}">
                    <a16:creationId xmlns="" xmlns:a16="http://schemas.microsoft.com/office/drawing/2014/main" id="{C342040A-D3F7-462A-8960-E6DAB6EE8580}"/>
                  </a:ext>
                </a:extLst>
              </p14:cNvPr>
              <p14:cNvContentPartPr/>
              <p14:nvPr/>
            </p14:nvContentPartPr>
            <p14:xfrm>
              <a:off x="1167576" y="1730814"/>
              <a:ext cx="2415600" cy="109800"/>
            </p14:xfrm>
          </p:contentPart>
        </mc:Choice>
        <mc:Fallback>
          <p:pic>
            <p:nvPicPr>
              <p:cNvPr id="38" name="Ink 37">
                <a:extLst>
                  <a:ext uri="{FF2B5EF4-FFF2-40B4-BE49-F238E27FC236}">
                    <a16:creationId xmlns:a16="http://schemas.microsoft.com/office/drawing/2014/main" xmlns="" xmlns:p14="http://schemas.microsoft.com/office/powerpoint/2010/main" id="{C342040A-D3F7-462A-8960-E6DAB6EE8580}"/>
                  </a:ext>
                </a:extLst>
              </p:cNvPr>
              <p:cNvPicPr/>
              <p:nvPr/>
            </p:nvPicPr>
            <p:blipFill>
              <a:blip r:embed="rId16" cstate="print"/>
              <a:stretch>
                <a:fillRect/>
              </a:stretch>
            </p:blipFill>
            <p:spPr>
              <a:xfrm>
                <a:off x="1158576" y="1721814"/>
                <a:ext cx="2433600" cy="1278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7">
            <p14:nvContentPartPr>
              <p14:cNvPr id="41" name="Ink 40">
                <a:extLst>
                  <a:ext uri="{FF2B5EF4-FFF2-40B4-BE49-F238E27FC236}">
                    <a16:creationId xmlns="" xmlns:a16="http://schemas.microsoft.com/office/drawing/2014/main" id="{43E15590-51C9-4C51-B131-5007681F9A6B}"/>
                  </a:ext>
                </a:extLst>
              </p14:cNvPr>
              <p14:cNvContentPartPr/>
              <p14:nvPr/>
            </p14:nvContentPartPr>
            <p14:xfrm>
              <a:off x="2323176" y="1726134"/>
              <a:ext cx="1045440" cy="19800"/>
            </p14:xfrm>
          </p:contentPart>
        </mc:Choice>
        <mc:Fallback>
          <p:pic>
            <p:nvPicPr>
              <p:cNvPr id="41" name="Ink 40">
                <a:extLst>
                  <a:ext uri="{FF2B5EF4-FFF2-40B4-BE49-F238E27FC236}">
                    <a16:creationId xmlns:a16="http://schemas.microsoft.com/office/drawing/2014/main" xmlns="" xmlns:p14="http://schemas.microsoft.com/office/powerpoint/2010/main" id="{43E15590-51C9-4C51-B131-5007681F9A6B}"/>
                  </a:ext>
                </a:extLst>
              </p:cNvPr>
              <p:cNvPicPr/>
              <p:nvPr/>
            </p:nvPicPr>
            <p:blipFill>
              <a:blip r:embed="rId18" cstate="print"/>
              <a:stretch>
                <a:fillRect/>
              </a:stretch>
            </p:blipFill>
            <p:spPr>
              <a:xfrm>
                <a:off x="2314176" y="1717134"/>
                <a:ext cx="1063440" cy="378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9">
            <p14:nvContentPartPr>
              <p14:cNvPr id="42" name="Ink 41">
                <a:extLst>
                  <a:ext uri="{FF2B5EF4-FFF2-40B4-BE49-F238E27FC236}">
                    <a16:creationId xmlns="" xmlns:a16="http://schemas.microsoft.com/office/drawing/2014/main" id="{9B0F2D85-998C-44B0-AB2F-81548552D83E}"/>
                  </a:ext>
                </a:extLst>
              </p14:cNvPr>
              <p14:cNvContentPartPr/>
              <p14:nvPr/>
            </p14:nvContentPartPr>
            <p14:xfrm>
              <a:off x="2174136" y="1741254"/>
              <a:ext cx="942480" cy="62280"/>
            </p14:xfrm>
          </p:contentPart>
        </mc:Choice>
        <mc:Fallback>
          <p:pic>
            <p:nvPicPr>
              <p:cNvPr id="42" name="Ink 41">
                <a:extLst>
                  <a:ext uri="{FF2B5EF4-FFF2-40B4-BE49-F238E27FC236}">
                    <a16:creationId xmlns:a16="http://schemas.microsoft.com/office/drawing/2014/main" xmlns="" xmlns:p14="http://schemas.microsoft.com/office/powerpoint/2010/main" id="{9B0F2D85-998C-44B0-AB2F-81548552D83E}"/>
                  </a:ext>
                </a:extLst>
              </p:cNvPr>
              <p:cNvPicPr/>
              <p:nvPr/>
            </p:nvPicPr>
            <p:blipFill>
              <a:blip r:embed="rId20" cstate="print"/>
              <a:stretch>
                <a:fillRect/>
              </a:stretch>
            </p:blipFill>
            <p:spPr>
              <a:xfrm>
                <a:off x="2165136" y="1732254"/>
                <a:ext cx="960480" cy="802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1">
            <p14:nvContentPartPr>
              <p14:cNvPr id="49" name="Ink 48">
                <a:extLst>
                  <a:ext uri="{FF2B5EF4-FFF2-40B4-BE49-F238E27FC236}">
                    <a16:creationId xmlns="" xmlns:a16="http://schemas.microsoft.com/office/drawing/2014/main" id="{75FA5907-242C-46EE-865A-B4C3176687F0}"/>
                  </a:ext>
                </a:extLst>
              </p14:cNvPr>
              <p14:cNvContentPartPr/>
              <p14:nvPr/>
            </p14:nvContentPartPr>
            <p14:xfrm>
              <a:off x="2864616" y="1726134"/>
              <a:ext cx="634680" cy="47160"/>
            </p14:xfrm>
          </p:contentPart>
        </mc:Choice>
        <mc:Fallback>
          <p:pic>
            <p:nvPicPr>
              <p:cNvPr id="49" name="Ink 48">
                <a:extLst>
                  <a:ext uri="{FF2B5EF4-FFF2-40B4-BE49-F238E27FC236}">
                    <a16:creationId xmlns:a16="http://schemas.microsoft.com/office/drawing/2014/main" xmlns="" xmlns:p14="http://schemas.microsoft.com/office/powerpoint/2010/main" id="{75FA5907-242C-46EE-865A-B4C3176687F0}"/>
                  </a:ext>
                </a:extLst>
              </p:cNvPr>
              <p:cNvPicPr/>
              <p:nvPr/>
            </p:nvPicPr>
            <p:blipFill>
              <a:blip r:embed="rId22" cstate="print"/>
              <a:stretch>
                <a:fillRect/>
              </a:stretch>
            </p:blipFill>
            <p:spPr>
              <a:xfrm>
                <a:off x="2855616" y="1717134"/>
                <a:ext cx="652680" cy="651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3">
            <p14:nvContentPartPr>
              <p14:cNvPr id="50" name="Ink 49">
                <a:extLst>
                  <a:ext uri="{FF2B5EF4-FFF2-40B4-BE49-F238E27FC236}">
                    <a16:creationId xmlns="" xmlns:a16="http://schemas.microsoft.com/office/drawing/2014/main" id="{1EC82F07-35E5-4C66-9A4E-691B72292363}"/>
                  </a:ext>
                </a:extLst>
              </p14:cNvPr>
              <p14:cNvContentPartPr/>
              <p14:nvPr/>
            </p14:nvContentPartPr>
            <p14:xfrm>
              <a:off x="3051096" y="1754214"/>
              <a:ext cx="252360" cy="360"/>
            </p14:xfrm>
          </p:contentPart>
        </mc:Choice>
        <mc:Fallback>
          <p:pic>
            <p:nvPicPr>
              <p:cNvPr id="50" name="Ink 49">
                <a:extLst>
                  <a:ext uri="{FF2B5EF4-FFF2-40B4-BE49-F238E27FC236}">
                    <a16:creationId xmlns:a16="http://schemas.microsoft.com/office/drawing/2014/main" xmlns="" xmlns:p14="http://schemas.microsoft.com/office/powerpoint/2010/main" id="{1EC82F07-35E5-4C66-9A4E-691B72292363}"/>
                  </a:ext>
                </a:extLst>
              </p:cNvPr>
              <p:cNvPicPr/>
              <p:nvPr/>
            </p:nvPicPr>
            <p:blipFill>
              <a:blip r:embed="rId24" cstate="print"/>
              <a:stretch>
                <a:fillRect/>
              </a:stretch>
            </p:blipFill>
            <p:spPr>
              <a:xfrm>
                <a:off x="3042096" y="1745214"/>
                <a:ext cx="270360" cy="18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5">
            <p14:nvContentPartPr>
              <p14:cNvPr id="60" name="Ink 59">
                <a:extLst>
                  <a:ext uri="{FF2B5EF4-FFF2-40B4-BE49-F238E27FC236}">
                    <a16:creationId xmlns="" xmlns:a16="http://schemas.microsoft.com/office/drawing/2014/main" id="{7AD17C50-9674-424A-BE6B-D4551DF8EBE6}"/>
                  </a:ext>
                </a:extLst>
              </p14:cNvPr>
              <p14:cNvContentPartPr/>
              <p14:nvPr/>
            </p14:nvContentPartPr>
            <p14:xfrm>
              <a:off x="3097896" y="1697334"/>
              <a:ext cx="1194480" cy="141120"/>
            </p14:xfrm>
          </p:contentPart>
        </mc:Choice>
        <mc:Fallback>
          <p:pic>
            <p:nvPicPr>
              <p:cNvPr id="60" name="Ink 59">
                <a:extLst>
                  <a:ext uri="{FF2B5EF4-FFF2-40B4-BE49-F238E27FC236}">
                    <a16:creationId xmlns:a16="http://schemas.microsoft.com/office/drawing/2014/main" xmlns="" xmlns:p14="http://schemas.microsoft.com/office/powerpoint/2010/main" id="{7AD17C50-9674-424A-BE6B-D4551DF8EBE6}"/>
                  </a:ext>
                </a:extLst>
              </p:cNvPr>
              <p:cNvPicPr/>
              <p:nvPr/>
            </p:nvPicPr>
            <p:blipFill>
              <a:blip r:embed="rId26" cstate="print"/>
              <a:stretch>
                <a:fillRect/>
              </a:stretch>
            </p:blipFill>
            <p:spPr>
              <a:xfrm>
                <a:off x="3088896" y="1688334"/>
                <a:ext cx="1212480" cy="1591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7">
            <p14:nvContentPartPr>
              <p14:cNvPr id="65" name="Ink 64">
                <a:extLst>
                  <a:ext uri="{FF2B5EF4-FFF2-40B4-BE49-F238E27FC236}">
                    <a16:creationId xmlns="" xmlns:a16="http://schemas.microsoft.com/office/drawing/2014/main" id="{4201962A-0D4D-437C-A60F-F32A5F5B52F9}"/>
                  </a:ext>
                </a:extLst>
              </p14:cNvPr>
              <p14:cNvContentPartPr/>
              <p14:nvPr/>
            </p14:nvContentPartPr>
            <p14:xfrm>
              <a:off x="3079176" y="1754214"/>
              <a:ext cx="345600" cy="38880"/>
            </p14:xfrm>
          </p:contentPart>
        </mc:Choice>
        <mc:Fallback>
          <p:pic>
            <p:nvPicPr>
              <p:cNvPr id="65" name="Ink 64">
                <a:extLst>
                  <a:ext uri="{FF2B5EF4-FFF2-40B4-BE49-F238E27FC236}">
                    <a16:creationId xmlns:a16="http://schemas.microsoft.com/office/drawing/2014/main" xmlns="" xmlns:p14="http://schemas.microsoft.com/office/powerpoint/2010/main" id="{4201962A-0D4D-437C-A60F-F32A5F5B52F9}"/>
                  </a:ext>
                </a:extLst>
              </p:cNvPr>
              <p:cNvPicPr/>
              <p:nvPr/>
            </p:nvPicPr>
            <p:blipFill>
              <a:blip r:embed="rId28" cstate="print"/>
              <a:stretch>
                <a:fillRect/>
              </a:stretch>
            </p:blipFill>
            <p:spPr>
              <a:xfrm>
                <a:off x="3070176" y="1745214"/>
                <a:ext cx="363600" cy="568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9">
            <p14:nvContentPartPr>
              <p14:cNvPr id="68" name="Ink 67">
                <a:extLst>
                  <a:ext uri="{FF2B5EF4-FFF2-40B4-BE49-F238E27FC236}">
                    <a16:creationId xmlns="" xmlns:a16="http://schemas.microsoft.com/office/drawing/2014/main" id="{4419E9B2-F198-4750-8410-73ED63C7D2D7}"/>
                  </a:ext>
                </a:extLst>
              </p14:cNvPr>
              <p14:cNvContentPartPr/>
              <p14:nvPr/>
            </p14:nvContentPartPr>
            <p14:xfrm>
              <a:off x="3079176" y="1744494"/>
              <a:ext cx="410760" cy="47520"/>
            </p14:xfrm>
          </p:contentPart>
        </mc:Choice>
        <mc:Fallback>
          <p:pic>
            <p:nvPicPr>
              <p:cNvPr id="68" name="Ink 67">
                <a:extLst>
                  <a:ext uri="{FF2B5EF4-FFF2-40B4-BE49-F238E27FC236}">
                    <a16:creationId xmlns:a16="http://schemas.microsoft.com/office/drawing/2014/main" xmlns="" xmlns:p14="http://schemas.microsoft.com/office/powerpoint/2010/main" id="{4419E9B2-F198-4750-8410-73ED63C7D2D7}"/>
                  </a:ext>
                </a:extLst>
              </p:cNvPr>
              <p:cNvPicPr/>
              <p:nvPr/>
            </p:nvPicPr>
            <p:blipFill>
              <a:blip r:embed="rId30" cstate="print"/>
              <a:stretch>
                <a:fillRect/>
              </a:stretch>
            </p:blipFill>
            <p:spPr>
              <a:xfrm>
                <a:off x="3070176" y="1735494"/>
                <a:ext cx="428760" cy="65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1">
            <p14:nvContentPartPr>
              <p14:cNvPr id="69" name="Ink 68">
                <a:extLst>
                  <a:ext uri="{FF2B5EF4-FFF2-40B4-BE49-F238E27FC236}">
                    <a16:creationId xmlns="" xmlns:a16="http://schemas.microsoft.com/office/drawing/2014/main" id="{B85250F9-8560-4351-97FD-58EA6A8462C9}"/>
                  </a:ext>
                </a:extLst>
              </p14:cNvPr>
              <p14:cNvContentPartPr/>
              <p14:nvPr/>
            </p14:nvContentPartPr>
            <p14:xfrm>
              <a:off x="3069816" y="1757094"/>
              <a:ext cx="504000" cy="36000"/>
            </p14:xfrm>
          </p:contentPart>
        </mc:Choice>
        <mc:Fallback>
          <p:pic>
            <p:nvPicPr>
              <p:cNvPr id="69" name="Ink 68">
                <a:extLst>
                  <a:ext uri="{FF2B5EF4-FFF2-40B4-BE49-F238E27FC236}">
                    <a16:creationId xmlns:a16="http://schemas.microsoft.com/office/drawing/2014/main" xmlns="" xmlns:p14="http://schemas.microsoft.com/office/powerpoint/2010/main" id="{B85250F9-8560-4351-97FD-58EA6A8462C9}"/>
                  </a:ext>
                </a:extLst>
              </p:cNvPr>
              <p:cNvPicPr/>
              <p:nvPr/>
            </p:nvPicPr>
            <p:blipFill>
              <a:blip r:embed="rId32" cstate="print"/>
              <a:stretch>
                <a:fillRect/>
              </a:stretch>
            </p:blipFill>
            <p:spPr>
              <a:xfrm>
                <a:off x="3060816" y="1748094"/>
                <a:ext cx="522000" cy="54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3">
            <p14:nvContentPartPr>
              <p14:cNvPr id="72" name="Ink 71">
                <a:extLst>
                  <a:ext uri="{FF2B5EF4-FFF2-40B4-BE49-F238E27FC236}">
                    <a16:creationId xmlns="" xmlns:a16="http://schemas.microsoft.com/office/drawing/2014/main" id="{D11DB87E-86EB-405A-8788-101C3F91C7CE}"/>
                  </a:ext>
                </a:extLst>
              </p14:cNvPr>
              <p14:cNvContentPartPr/>
              <p14:nvPr/>
            </p14:nvContentPartPr>
            <p14:xfrm>
              <a:off x="3095736" y="1734054"/>
              <a:ext cx="642240" cy="57960"/>
            </p14:xfrm>
          </p:contentPart>
        </mc:Choice>
        <mc:Fallback>
          <p:pic>
            <p:nvPicPr>
              <p:cNvPr id="72" name="Ink 71">
                <a:extLst>
                  <a:ext uri="{FF2B5EF4-FFF2-40B4-BE49-F238E27FC236}">
                    <a16:creationId xmlns:a16="http://schemas.microsoft.com/office/drawing/2014/main" xmlns="" xmlns:p14="http://schemas.microsoft.com/office/powerpoint/2010/main" id="{D11DB87E-86EB-405A-8788-101C3F91C7CE}"/>
                  </a:ext>
                </a:extLst>
              </p:cNvPr>
              <p:cNvPicPr/>
              <p:nvPr/>
            </p:nvPicPr>
            <p:blipFill>
              <a:blip r:embed="rId34" cstate="print"/>
              <a:stretch>
                <a:fillRect/>
              </a:stretch>
            </p:blipFill>
            <p:spPr>
              <a:xfrm>
                <a:off x="3086736" y="1725054"/>
                <a:ext cx="660240" cy="759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5">
            <p14:nvContentPartPr>
              <p14:cNvPr id="73" name="Ink 72">
                <a:extLst>
                  <a:ext uri="{FF2B5EF4-FFF2-40B4-BE49-F238E27FC236}">
                    <a16:creationId xmlns="" xmlns:a16="http://schemas.microsoft.com/office/drawing/2014/main" id="{FB2A8D7E-20C8-423D-99A2-D4811A8F55CB}"/>
                  </a:ext>
                </a:extLst>
              </p14:cNvPr>
              <p14:cNvContentPartPr/>
              <p14:nvPr/>
            </p14:nvContentPartPr>
            <p14:xfrm>
              <a:off x="3405696" y="1715334"/>
              <a:ext cx="3517920" cy="94320"/>
            </p14:xfrm>
          </p:contentPart>
        </mc:Choice>
        <mc:Fallback>
          <p:pic>
            <p:nvPicPr>
              <p:cNvPr id="73" name="Ink 72">
                <a:extLst>
                  <a:ext uri="{FF2B5EF4-FFF2-40B4-BE49-F238E27FC236}">
                    <a16:creationId xmlns:a16="http://schemas.microsoft.com/office/drawing/2014/main" xmlns="" xmlns:p14="http://schemas.microsoft.com/office/powerpoint/2010/main" id="{FB2A8D7E-20C8-423D-99A2-D4811A8F55CB}"/>
                  </a:ext>
                </a:extLst>
              </p:cNvPr>
              <p:cNvPicPr/>
              <p:nvPr/>
            </p:nvPicPr>
            <p:blipFill>
              <a:blip r:embed="rId36" cstate="print"/>
              <a:stretch>
                <a:fillRect/>
              </a:stretch>
            </p:blipFill>
            <p:spPr>
              <a:xfrm>
                <a:off x="3396696" y="1706334"/>
                <a:ext cx="3535920" cy="112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7">
            <p14:nvContentPartPr>
              <p14:cNvPr id="78" name="Ink 77">
                <a:extLst>
                  <a:ext uri="{FF2B5EF4-FFF2-40B4-BE49-F238E27FC236}">
                    <a16:creationId xmlns="" xmlns:a16="http://schemas.microsoft.com/office/drawing/2014/main" id="{D0DECC6C-48EF-4E91-8893-90C6DA5C852A}"/>
                  </a:ext>
                </a:extLst>
              </p14:cNvPr>
              <p14:cNvContentPartPr/>
              <p14:nvPr/>
            </p14:nvContentPartPr>
            <p14:xfrm>
              <a:off x="6549936" y="1740894"/>
              <a:ext cx="1820160" cy="52200"/>
            </p14:xfrm>
          </p:contentPart>
        </mc:Choice>
        <mc:Fallback>
          <p:pic>
            <p:nvPicPr>
              <p:cNvPr id="78" name="Ink 77">
                <a:extLst>
                  <a:ext uri="{FF2B5EF4-FFF2-40B4-BE49-F238E27FC236}">
                    <a16:creationId xmlns:a16="http://schemas.microsoft.com/office/drawing/2014/main" xmlns="" xmlns:p14="http://schemas.microsoft.com/office/powerpoint/2010/main" id="{D0DECC6C-48EF-4E91-8893-90C6DA5C852A}"/>
                  </a:ext>
                </a:extLst>
              </p:cNvPr>
              <p:cNvPicPr/>
              <p:nvPr/>
            </p:nvPicPr>
            <p:blipFill>
              <a:blip r:embed="rId38" cstate="print"/>
              <a:stretch>
                <a:fillRect/>
              </a:stretch>
            </p:blipFill>
            <p:spPr>
              <a:xfrm>
                <a:off x="6540936" y="1731894"/>
                <a:ext cx="1838160" cy="702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9">
            <p14:nvContentPartPr>
              <p14:cNvPr id="79" name="Ink 78">
                <a:extLst>
                  <a:ext uri="{FF2B5EF4-FFF2-40B4-BE49-F238E27FC236}">
                    <a16:creationId xmlns="" xmlns:a16="http://schemas.microsoft.com/office/drawing/2014/main" id="{E0876DB8-F819-4514-9AD2-EA4753BE1D9D}"/>
                  </a:ext>
                </a:extLst>
              </p14:cNvPr>
              <p14:cNvContentPartPr/>
              <p14:nvPr/>
            </p14:nvContentPartPr>
            <p14:xfrm>
              <a:off x="7595016" y="1721814"/>
              <a:ext cx="606960" cy="51840"/>
            </p14:xfrm>
          </p:contentPart>
        </mc:Choice>
        <mc:Fallback>
          <p:pic>
            <p:nvPicPr>
              <p:cNvPr id="79" name="Ink 78">
                <a:extLst>
                  <a:ext uri="{FF2B5EF4-FFF2-40B4-BE49-F238E27FC236}">
                    <a16:creationId xmlns:a16="http://schemas.microsoft.com/office/drawing/2014/main" xmlns="" xmlns:p14="http://schemas.microsoft.com/office/powerpoint/2010/main" id="{E0876DB8-F819-4514-9AD2-EA4753BE1D9D}"/>
                  </a:ext>
                </a:extLst>
              </p:cNvPr>
              <p:cNvPicPr/>
              <p:nvPr/>
            </p:nvPicPr>
            <p:blipFill>
              <a:blip r:embed="rId40" cstate="print"/>
              <a:stretch>
                <a:fillRect/>
              </a:stretch>
            </p:blipFill>
            <p:spPr>
              <a:xfrm>
                <a:off x="7586016" y="1712814"/>
                <a:ext cx="624960" cy="698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1">
            <p14:nvContentPartPr>
              <p14:cNvPr id="80" name="Ink 79">
                <a:extLst>
                  <a:ext uri="{FF2B5EF4-FFF2-40B4-BE49-F238E27FC236}">
                    <a16:creationId xmlns="" xmlns:a16="http://schemas.microsoft.com/office/drawing/2014/main" id="{EE205391-6A97-4064-B959-CF564DCFB264}"/>
                  </a:ext>
                </a:extLst>
              </p14:cNvPr>
              <p14:cNvContentPartPr/>
              <p14:nvPr/>
            </p14:nvContentPartPr>
            <p14:xfrm>
              <a:off x="7552896" y="1725054"/>
              <a:ext cx="369360" cy="29520"/>
            </p14:xfrm>
          </p:contentPart>
        </mc:Choice>
        <mc:Fallback>
          <p:pic>
            <p:nvPicPr>
              <p:cNvPr id="80" name="Ink 79">
                <a:extLst>
                  <a:ext uri="{FF2B5EF4-FFF2-40B4-BE49-F238E27FC236}">
                    <a16:creationId xmlns:a16="http://schemas.microsoft.com/office/drawing/2014/main" xmlns="" xmlns:p14="http://schemas.microsoft.com/office/powerpoint/2010/main" id="{EE205391-6A97-4064-B959-CF564DCFB264}"/>
                  </a:ext>
                </a:extLst>
              </p:cNvPr>
              <p:cNvPicPr/>
              <p:nvPr/>
            </p:nvPicPr>
            <p:blipFill>
              <a:blip r:embed="rId42" cstate="print"/>
              <a:stretch>
                <a:fillRect/>
              </a:stretch>
            </p:blipFill>
            <p:spPr>
              <a:xfrm>
                <a:off x="7543896" y="1716054"/>
                <a:ext cx="387360" cy="47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3">
            <p14:nvContentPartPr>
              <p14:cNvPr id="81" name="Ink 80">
                <a:extLst>
                  <a:ext uri="{FF2B5EF4-FFF2-40B4-BE49-F238E27FC236}">
                    <a16:creationId xmlns="" xmlns:a16="http://schemas.microsoft.com/office/drawing/2014/main" id="{CFC1B927-A51A-4F9C-B055-210A9EF9C734}"/>
                  </a:ext>
                </a:extLst>
              </p14:cNvPr>
              <p14:cNvContentPartPr/>
              <p14:nvPr/>
            </p14:nvContentPartPr>
            <p14:xfrm>
              <a:off x="7035216" y="1741254"/>
              <a:ext cx="928440" cy="65520"/>
            </p14:xfrm>
          </p:contentPart>
        </mc:Choice>
        <mc:Fallback>
          <p:pic>
            <p:nvPicPr>
              <p:cNvPr id="81" name="Ink 80">
                <a:extLst>
                  <a:ext uri="{FF2B5EF4-FFF2-40B4-BE49-F238E27FC236}">
                    <a16:creationId xmlns:a16="http://schemas.microsoft.com/office/drawing/2014/main" xmlns="" xmlns:p14="http://schemas.microsoft.com/office/powerpoint/2010/main" id="{CFC1B927-A51A-4F9C-B055-210A9EF9C734}"/>
                  </a:ext>
                </a:extLst>
              </p:cNvPr>
              <p:cNvPicPr/>
              <p:nvPr/>
            </p:nvPicPr>
            <p:blipFill>
              <a:blip r:embed="rId44" cstate="print"/>
              <a:stretch>
                <a:fillRect/>
              </a:stretch>
            </p:blipFill>
            <p:spPr>
              <a:xfrm>
                <a:off x="7026216" y="1732254"/>
                <a:ext cx="946440" cy="83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5">
            <p14:nvContentPartPr>
              <p14:cNvPr id="86" name="Ink 85">
                <a:extLst>
                  <a:ext uri="{FF2B5EF4-FFF2-40B4-BE49-F238E27FC236}">
                    <a16:creationId xmlns="" xmlns:a16="http://schemas.microsoft.com/office/drawing/2014/main" id="{680B3DB5-96A1-4B39-B0D8-97CF3B027241}"/>
                  </a:ext>
                </a:extLst>
              </p14:cNvPr>
              <p14:cNvContentPartPr/>
              <p14:nvPr/>
            </p14:nvContentPartPr>
            <p14:xfrm>
              <a:off x="3722856" y="1726854"/>
              <a:ext cx="1138680" cy="83520"/>
            </p14:xfrm>
          </p:contentPart>
        </mc:Choice>
        <mc:Fallback>
          <p:pic>
            <p:nvPicPr>
              <p:cNvPr id="86" name="Ink 85">
                <a:extLst>
                  <a:ext uri="{FF2B5EF4-FFF2-40B4-BE49-F238E27FC236}">
                    <a16:creationId xmlns:a16="http://schemas.microsoft.com/office/drawing/2014/main" xmlns="" xmlns:p14="http://schemas.microsoft.com/office/powerpoint/2010/main" id="{680B3DB5-96A1-4B39-B0D8-97CF3B027241}"/>
                  </a:ext>
                </a:extLst>
              </p:cNvPr>
              <p:cNvPicPr/>
              <p:nvPr/>
            </p:nvPicPr>
            <p:blipFill>
              <a:blip r:embed="rId46" cstate="print"/>
              <a:stretch>
                <a:fillRect/>
              </a:stretch>
            </p:blipFill>
            <p:spPr>
              <a:xfrm>
                <a:off x="3713856" y="1717854"/>
                <a:ext cx="1156680" cy="101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7">
            <p14:nvContentPartPr>
              <p14:cNvPr id="87" name="Ink 86">
                <a:extLst>
                  <a:ext uri="{FF2B5EF4-FFF2-40B4-BE49-F238E27FC236}">
                    <a16:creationId xmlns="" xmlns:a16="http://schemas.microsoft.com/office/drawing/2014/main" id="{27704C8B-6BA2-416D-B8DF-DBBD3CCEA979}"/>
                  </a:ext>
                </a:extLst>
              </p14:cNvPr>
              <p14:cNvContentPartPr/>
              <p14:nvPr/>
            </p14:nvContentPartPr>
            <p14:xfrm>
              <a:off x="3744816" y="1735494"/>
              <a:ext cx="435600" cy="57240"/>
            </p14:xfrm>
          </p:contentPart>
        </mc:Choice>
        <mc:Fallback>
          <p:pic>
            <p:nvPicPr>
              <p:cNvPr id="87" name="Ink 86">
                <a:extLst>
                  <a:ext uri="{FF2B5EF4-FFF2-40B4-BE49-F238E27FC236}">
                    <a16:creationId xmlns:a16="http://schemas.microsoft.com/office/drawing/2014/main" xmlns="" xmlns:p14="http://schemas.microsoft.com/office/powerpoint/2010/main" id="{27704C8B-6BA2-416D-B8DF-DBBD3CCEA979}"/>
                  </a:ext>
                </a:extLst>
              </p:cNvPr>
              <p:cNvPicPr/>
              <p:nvPr/>
            </p:nvPicPr>
            <p:blipFill>
              <a:blip r:embed="rId48" cstate="print"/>
              <a:stretch>
                <a:fillRect/>
              </a:stretch>
            </p:blipFill>
            <p:spPr>
              <a:xfrm>
                <a:off x="3735816" y="1726494"/>
                <a:ext cx="453600" cy="752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9">
            <p14:nvContentPartPr>
              <p14:cNvPr id="88" name="Ink 87">
                <a:extLst>
                  <a:ext uri="{FF2B5EF4-FFF2-40B4-BE49-F238E27FC236}">
                    <a16:creationId xmlns="" xmlns:a16="http://schemas.microsoft.com/office/drawing/2014/main" id="{C52AEB5C-01B4-491E-A7BE-2D75D61C248C}"/>
                  </a:ext>
                </a:extLst>
              </p14:cNvPr>
              <p14:cNvContentPartPr/>
              <p14:nvPr/>
            </p14:nvContentPartPr>
            <p14:xfrm>
              <a:off x="3731496" y="1763574"/>
              <a:ext cx="113040" cy="360"/>
            </p14:xfrm>
          </p:contentPart>
        </mc:Choice>
        <mc:Fallback>
          <p:pic>
            <p:nvPicPr>
              <p:cNvPr id="88" name="Ink 87">
                <a:extLst>
                  <a:ext uri="{FF2B5EF4-FFF2-40B4-BE49-F238E27FC236}">
                    <a16:creationId xmlns:a16="http://schemas.microsoft.com/office/drawing/2014/main" xmlns="" xmlns:p14="http://schemas.microsoft.com/office/powerpoint/2010/main" id="{C52AEB5C-01B4-491E-A7BE-2D75D61C248C}"/>
                  </a:ext>
                </a:extLst>
              </p:cNvPr>
              <p:cNvPicPr/>
              <p:nvPr/>
            </p:nvPicPr>
            <p:blipFill>
              <a:blip r:embed="rId50" cstate="print"/>
              <a:stretch>
                <a:fillRect/>
              </a:stretch>
            </p:blipFill>
            <p:spPr>
              <a:xfrm>
                <a:off x="3722496" y="1754574"/>
                <a:ext cx="131040" cy="18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1">
            <p14:nvContentPartPr>
              <p14:cNvPr id="89" name="Ink 88">
                <a:extLst>
                  <a:ext uri="{FF2B5EF4-FFF2-40B4-BE49-F238E27FC236}">
                    <a16:creationId xmlns="" xmlns:a16="http://schemas.microsoft.com/office/drawing/2014/main" id="{0E73A748-59A9-4FCF-9CB1-28412EA820FE}"/>
                  </a:ext>
                </a:extLst>
              </p14:cNvPr>
              <p14:cNvContentPartPr/>
              <p14:nvPr/>
            </p14:nvContentPartPr>
            <p14:xfrm>
              <a:off x="3731136" y="1754214"/>
              <a:ext cx="187920" cy="12600"/>
            </p14:xfrm>
          </p:contentPart>
        </mc:Choice>
        <mc:Fallback>
          <p:pic>
            <p:nvPicPr>
              <p:cNvPr id="89" name="Ink 88">
                <a:extLst>
                  <a:ext uri="{FF2B5EF4-FFF2-40B4-BE49-F238E27FC236}">
                    <a16:creationId xmlns:a16="http://schemas.microsoft.com/office/drawing/2014/main" xmlns="" xmlns:p14="http://schemas.microsoft.com/office/powerpoint/2010/main" id="{0E73A748-59A9-4FCF-9CB1-28412EA820FE}"/>
                  </a:ext>
                </a:extLst>
              </p:cNvPr>
              <p:cNvPicPr/>
              <p:nvPr/>
            </p:nvPicPr>
            <p:blipFill>
              <a:blip r:embed="rId52" cstate="print"/>
              <a:stretch>
                <a:fillRect/>
              </a:stretch>
            </p:blipFill>
            <p:spPr>
              <a:xfrm>
                <a:off x="3722136" y="1745214"/>
                <a:ext cx="205920" cy="30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3">
            <p14:nvContentPartPr>
              <p14:cNvPr id="90" name="Ink 89">
                <a:extLst>
                  <a:ext uri="{FF2B5EF4-FFF2-40B4-BE49-F238E27FC236}">
                    <a16:creationId xmlns="" xmlns:a16="http://schemas.microsoft.com/office/drawing/2014/main" id="{C1FB180F-DC98-4FC4-81DE-741E4BEECFC3}"/>
                  </a:ext>
                </a:extLst>
              </p14:cNvPr>
              <p14:cNvContentPartPr/>
              <p14:nvPr/>
            </p14:nvContentPartPr>
            <p14:xfrm>
              <a:off x="3638976" y="1716774"/>
              <a:ext cx="718920" cy="67320"/>
            </p14:xfrm>
          </p:contentPart>
        </mc:Choice>
        <mc:Fallback>
          <p:pic>
            <p:nvPicPr>
              <p:cNvPr id="90" name="Ink 89">
                <a:extLst>
                  <a:ext uri="{FF2B5EF4-FFF2-40B4-BE49-F238E27FC236}">
                    <a16:creationId xmlns:a16="http://schemas.microsoft.com/office/drawing/2014/main" xmlns="" xmlns:p14="http://schemas.microsoft.com/office/powerpoint/2010/main" id="{C1FB180F-DC98-4FC4-81DE-741E4BEECFC3}"/>
                  </a:ext>
                </a:extLst>
              </p:cNvPr>
              <p:cNvPicPr/>
              <p:nvPr/>
            </p:nvPicPr>
            <p:blipFill>
              <a:blip r:embed="rId54" cstate="print"/>
              <a:stretch>
                <a:fillRect/>
              </a:stretch>
            </p:blipFill>
            <p:spPr>
              <a:xfrm>
                <a:off x="3629976" y="1707774"/>
                <a:ext cx="736920" cy="85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5">
            <p14:nvContentPartPr>
              <p14:cNvPr id="100" name="Ink 99">
                <a:extLst>
                  <a:ext uri="{FF2B5EF4-FFF2-40B4-BE49-F238E27FC236}">
                    <a16:creationId xmlns="" xmlns:a16="http://schemas.microsoft.com/office/drawing/2014/main" id="{4D1BBD5A-47ED-4710-9FA7-61F160E30EEC}"/>
                  </a:ext>
                </a:extLst>
              </p14:cNvPr>
              <p14:cNvContentPartPr/>
              <p14:nvPr/>
            </p14:nvContentPartPr>
            <p14:xfrm>
              <a:off x="5536896" y="1735494"/>
              <a:ext cx="621720" cy="23400"/>
            </p14:xfrm>
          </p:contentPart>
        </mc:Choice>
        <mc:Fallback>
          <p:pic>
            <p:nvPicPr>
              <p:cNvPr id="100" name="Ink 99">
                <a:extLst>
                  <a:ext uri="{FF2B5EF4-FFF2-40B4-BE49-F238E27FC236}">
                    <a16:creationId xmlns:a16="http://schemas.microsoft.com/office/drawing/2014/main" xmlns="" xmlns:p14="http://schemas.microsoft.com/office/powerpoint/2010/main" id="{4D1BBD5A-47ED-4710-9FA7-61F160E30EEC}"/>
                  </a:ext>
                </a:extLst>
              </p:cNvPr>
              <p:cNvPicPr/>
              <p:nvPr/>
            </p:nvPicPr>
            <p:blipFill>
              <a:blip r:embed="rId56" cstate="print"/>
              <a:stretch>
                <a:fillRect/>
              </a:stretch>
            </p:blipFill>
            <p:spPr>
              <a:xfrm>
                <a:off x="5527896" y="1726494"/>
                <a:ext cx="639720" cy="414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7">
            <p14:nvContentPartPr>
              <p14:cNvPr id="105" name="Ink 104">
                <a:extLst>
                  <a:ext uri="{FF2B5EF4-FFF2-40B4-BE49-F238E27FC236}">
                    <a16:creationId xmlns="" xmlns:a16="http://schemas.microsoft.com/office/drawing/2014/main" id="{B3F6357F-E95A-45F4-BDB2-0C1E522C4473}"/>
                  </a:ext>
                </a:extLst>
              </p14:cNvPr>
              <p14:cNvContentPartPr/>
              <p14:nvPr/>
            </p14:nvContentPartPr>
            <p14:xfrm>
              <a:off x="5517096" y="1715694"/>
              <a:ext cx="567000" cy="30960"/>
            </p14:xfrm>
          </p:contentPart>
        </mc:Choice>
        <mc:Fallback>
          <p:pic>
            <p:nvPicPr>
              <p:cNvPr id="105" name="Ink 104">
                <a:extLst>
                  <a:ext uri="{FF2B5EF4-FFF2-40B4-BE49-F238E27FC236}">
                    <a16:creationId xmlns:a16="http://schemas.microsoft.com/office/drawing/2014/main" xmlns="" xmlns:p14="http://schemas.microsoft.com/office/powerpoint/2010/main" id="{B3F6357F-E95A-45F4-BDB2-0C1E522C4473}"/>
                  </a:ext>
                </a:extLst>
              </p:cNvPr>
              <p:cNvPicPr/>
              <p:nvPr/>
            </p:nvPicPr>
            <p:blipFill>
              <a:blip r:embed="rId58" cstate="print"/>
              <a:stretch>
                <a:fillRect/>
              </a:stretch>
            </p:blipFill>
            <p:spPr>
              <a:xfrm>
                <a:off x="5508096" y="1706694"/>
                <a:ext cx="585000" cy="489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9">
            <p14:nvContentPartPr>
              <p14:cNvPr id="108" name="Ink 107">
                <a:extLst>
                  <a:ext uri="{FF2B5EF4-FFF2-40B4-BE49-F238E27FC236}">
                    <a16:creationId xmlns="" xmlns:a16="http://schemas.microsoft.com/office/drawing/2014/main" id="{AA0F3008-A8D5-48C7-B092-9DAFF2A2627B}"/>
                  </a:ext>
                </a:extLst>
              </p14:cNvPr>
              <p14:cNvContentPartPr/>
              <p14:nvPr/>
            </p14:nvContentPartPr>
            <p14:xfrm>
              <a:off x="5756856" y="1670334"/>
              <a:ext cx="513720" cy="121680"/>
            </p14:xfrm>
          </p:contentPart>
        </mc:Choice>
        <mc:Fallback>
          <p:pic>
            <p:nvPicPr>
              <p:cNvPr id="108" name="Ink 107">
                <a:extLst>
                  <a:ext uri="{FF2B5EF4-FFF2-40B4-BE49-F238E27FC236}">
                    <a16:creationId xmlns:a16="http://schemas.microsoft.com/office/drawing/2014/main" xmlns="" xmlns:p14="http://schemas.microsoft.com/office/powerpoint/2010/main" id="{AA0F3008-A8D5-48C7-B092-9DAFF2A2627B}"/>
                  </a:ext>
                </a:extLst>
              </p:cNvPr>
              <p:cNvPicPr/>
              <p:nvPr/>
            </p:nvPicPr>
            <p:blipFill>
              <a:blip r:embed="rId60" cstate="print"/>
              <a:stretch>
                <a:fillRect/>
              </a:stretch>
            </p:blipFill>
            <p:spPr>
              <a:xfrm>
                <a:off x="5747856" y="1661334"/>
                <a:ext cx="531720" cy="1396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1">
            <p14:nvContentPartPr>
              <p14:cNvPr id="109" name="Ink 108">
                <a:extLst>
                  <a:ext uri="{FF2B5EF4-FFF2-40B4-BE49-F238E27FC236}">
                    <a16:creationId xmlns="" xmlns:a16="http://schemas.microsoft.com/office/drawing/2014/main" id="{651931D2-1AE9-4C51-9388-2B8121AE8399}"/>
                  </a:ext>
                </a:extLst>
              </p14:cNvPr>
              <p14:cNvContentPartPr/>
              <p14:nvPr/>
            </p14:nvContentPartPr>
            <p14:xfrm>
              <a:off x="5784936" y="1713894"/>
              <a:ext cx="1446480" cy="39600"/>
            </p14:xfrm>
          </p:contentPart>
        </mc:Choice>
        <mc:Fallback>
          <p:pic>
            <p:nvPicPr>
              <p:cNvPr id="109" name="Ink 108">
                <a:extLst>
                  <a:ext uri="{FF2B5EF4-FFF2-40B4-BE49-F238E27FC236}">
                    <a16:creationId xmlns:a16="http://schemas.microsoft.com/office/drawing/2014/main" xmlns="" xmlns:p14="http://schemas.microsoft.com/office/powerpoint/2010/main" id="{651931D2-1AE9-4C51-9388-2B8121AE8399}"/>
                  </a:ext>
                </a:extLst>
              </p:cNvPr>
              <p:cNvPicPr/>
              <p:nvPr/>
            </p:nvPicPr>
            <p:blipFill>
              <a:blip r:embed="rId62" cstate="print"/>
              <a:stretch>
                <a:fillRect/>
              </a:stretch>
            </p:blipFill>
            <p:spPr>
              <a:xfrm>
                <a:off x="5775936" y="1704894"/>
                <a:ext cx="1464480" cy="57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3">
            <p14:nvContentPartPr>
              <p14:cNvPr id="113" name="Ink 112">
                <a:extLst>
                  <a:ext uri="{FF2B5EF4-FFF2-40B4-BE49-F238E27FC236}">
                    <a16:creationId xmlns="" xmlns:a16="http://schemas.microsoft.com/office/drawing/2014/main" id="{FDF1AD9D-28A4-46A7-A67D-45E73F20B4DB}"/>
                  </a:ext>
                </a:extLst>
              </p14:cNvPr>
              <p14:cNvContentPartPr/>
              <p14:nvPr/>
            </p14:nvContentPartPr>
            <p14:xfrm>
              <a:off x="5617176" y="1659534"/>
              <a:ext cx="1642320" cy="76320"/>
            </p14:xfrm>
          </p:contentPart>
        </mc:Choice>
        <mc:Fallback>
          <p:pic>
            <p:nvPicPr>
              <p:cNvPr id="113" name="Ink 112">
                <a:extLst>
                  <a:ext uri="{FF2B5EF4-FFF2-40B4-BE49-F238E27FC236}">
                    <a16:creationId xmlns:a16="http://schemas.microsoft.com/office/drawing/2014/main" xmlns="" xmlns:p14="http://schemas.microsoft.com/office/powerpoint/2010/main" id="{FDF1AD9D-28A4-46A7-A67D-45E73F20B4DB}"/>
                  </a:ext>
                </a:extLst>
              </p:cNvPr>
              <p:cNvPicPr/>
              <p:nvPr/>
            </p:nvPicPr>
            <p:blipFill>
              <a:blip r:embed="rId64" cstate="print"/>
              <a:stretch>
                <a:fillRect/>
              </a:stretch>
            </p:blipFill>
            <p:spPr>
              <a:xfrm>
                <a:off x="5608176" y="1650534"/>
                <a:ext cx="1660320" cy="94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5">
            <p14:nvContentPartPr>
              <p14:cNvPr id="120" name="Ink 119">
                <a:extLst>
                  <a:ext uri="{FF2B5EF4-FFF2-40B4-BE49-F238E27FC236}">
                    <a16:creationId xmlns="" xmlns:a16="http://schemas.microsoft.com/office/drawing/2014/main" id="{48D3C061-E0B2-4D2D-B431-0D3ED127744A}"/>
                  </a:ext>
                </a:extLst>
              </p14:cNvPr>
              <p14:cNvContentPartPr/>
              <p14:nvPr/>
            </p14:nvContentPartPr>
            <p14:xfrm>
              <a:off x="6111456" y="1712454"/>
              <a:ext cx="308520" cy="88560"/>
            </p14:xfrm>
          </p:contentPart>
        </mc:Choice>
        <mc:Fallback>
          <p:pic>
            <p:nvPicPr>
              <p:cNvPr id="120" name="Ink 119">
                <a:extLst>
                  <a:ext uri="{FF2B5EF4-FFF2-40B4-BE49-F238E27FC236}">
                    <a16:creationId xmlns:a16="http://schemas.microsoft.com/office/drawing/2014/main" xmlns="" xmlns:p14="http://schemas.microsoft.com/office/powerpoint/2010/main" id="{48D3C061-E0B2-4D2D-B431-0D3ED127744A}"/>
                  </a:ext>
                </a:extLst>
              </p:cNvPr>
              <p:cNvPicPr/>
              <p:nvPr/>
            </p:nvPicPr>
            <p:blipFill>
              <a:blip r:embed="rId66" cstate="print"/>
              <a:stretch>
                <a:fillRect/>
              </a:stretch>
            </p:blipFill>
            <p:spPr>
              <a:xfrm>
                <a:off x="6102456" y="1703454"/>
                <a:ext cx="326520" cy="1065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7">
            <p14:nvContentPartPr>
              <p14:cNvPr id="123" name="Ink 122">
                <a:extLst>
                  <a:ext uri="{FF2B5EF4-FFF2-40B4-BE49-F238E27FC236}">
                    <a16:creationId xmlns="" xmlns:a16="http://schemas.microsoft.com/office/drawing/2014/main" id="{450839BB-464F-4814-A868-91488BC23B48}"/>
                  </a:ext>
                </a:extLst>
              </p14:cNvPr>
              <p14:cNvContentPartPr/>
              <p14:nvPr/>
            </p14:nvContentPartPr>
            <p14:xfrm>
              <a:off x="7184616" y="1502214"/>
              <a:ext cx="410760" cy="149760"/>
            </p14:xfrm>
          </p:contentPart>
        </mc:Choice>
        <mc:Fallback>
          <p:pic>
            <p:nvPicPr>
              <p:cNvPr id="123" name="Ink 122">
                <a:extLst>
                  <a:ext uri="{FF2B5EF4-FFF2-40B4-BE49-F238E27FC236}">
                    <a16:creationId xmlns:a16="http://schemas.microsoft.com/office/drawing/2014/main" xmlns="" xmlns:p14="http://schemas.microsoft.com/office/powerpoint/2010/main" id="{450839BB-464F-4814-A868-91488BC23B48}"/>
                  </a:ext>
                </a:extLst>
              </p:cNvPr>
              <p:cNvPicPr/>
              <p:nvPr/>
            </p:nvPicPr>
            <p:blipFill>
              <a:blip r:embed="rId68" cstate="print"/>
              <a:stretch>
                <a:fillRect/>
              </a:stretch>
            </p:blipFill>
            <p:spPr>
              <a:xfrm>
                <a:off x="7175616" y="1493214"/>
                <a:ext cx="428760" cy="1677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9">
            <p14:nvContentPartPr>
              <p14:cNvPr id="126" name="Ink 125">
                <a:extLst>
                  <a:ext uri="{FF2B5EF4-FFF2-40B4-BE49-F238E27FC236}">
                    <a16:creationId xmlns="" xmlns:a16="http://schemas.microsoft.com/office/drawing/2014/main" id="{7BE41629-13E2-444E-A46B-65F2718ADFEA}"/>
                  </a:ext>
                </a:extLst>
              </p14:cNvPr>
              <p14:cNvContentPartPr/>
              <p14:nvPr/>
            </p14:nvContentPartPr>
            <p14:xfrm>
              <a:off x="7286136" y="1679334"/>
              <a:ext cx="356040" cy="495000"/>
            </p14:xfrm>
          </p:contentPart>
        </mc:Choice>
        <mc:Fallback>
          <p:pic>
            <p:nvPicPr>
              <p:cNvPr id="126" name="Ink 125">
                <a:extLst>
                  <a:ext uri="{FF2B5EF4-FFF2-40B4-BE49-F238E27FC236}">
                    <a16:creationId xmlns:a16="http://schemas.microsoft.com/office/drawing/2014/main" xmlns="" xmlns:p14="http://schemas.microsoft.com/office/powerpoint/2010/main" id="{7BE41629-13E2-444E-A46B-65F2718ADFEA}"/>
                  </a:ext>
                </a:extLst>
              </p:cNvPr>
              <p:cNvPicPr/>
              <p:nvPr/>
            </p:nvPicPr>
            <p:blipFill>
              <a:blip r:embed="rId70" cstate="print"/>
              <a:stretch>
                <a:fillRect/>
              </a:stretch>
            </p:blipFill>
            <p:spPr>
              <a:xfrm>
                <a:off x="7277136" y="1670334"/>
                <a:ext cx="374040" cy="513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1">
            <p14:nvContentPartPr>
              <p14:cNvPr id="131" name="Ink 130">
                <a:extLst>
                  <a:ext uri="{FF2B5EF4-FFF2-40B4-BE49-F238E27FC236}">
                    <a16:creationId xmlns="" xmlns:a16="http://schemas.microsoft.com/office/drawing/2014/main" id="{F23BD231-9789-4EFF-A73E-EC23D9AC60B3}"/>
                  </a:ext>
                </a:extLst>
              </p14:cNvPr>
              <p14:cNvContentPartPr/>
              <p14:nvPr/>
            </p14:nvContentPartPr>
            <p14:xfrm>
              <a:off x="6571896" y="1754214"/>
              <a:ext cx="446760" cy="322560"/>
            </p14:xfrm>
          </p:contentPart>
        </mc:Choice>
        <mc:Fallback>
          <p:pic>
            <p:nvPicPr>
              <p:cNvPr id="131" name="Ink 130">
                <a:extLst>
                  <a:ext uri="{FF2B5EF4-FFF2-40B4-BE49-F238E27FC236}">
                    <a16:creationId xmlns:a16="http://schemas.microsoft.com/office/drawing/2014/main" xmlns="" xmlns:p14="http://schemas.microsoft.com/office/powerpoint/2010/main" id="{F23BD231-9789-4EFF-A73E-EC23D9AC60B3}"/>
                  </a:ext>
                </a:extLst>
              </p:cNvPr>
              <p:cNvPicPr/>
              <p:nvPr/>
            </p:nvPicPr>
            <p:blipFill>
              <a:blip r:embed="rId72" cstate="print"/>
              <a:stretch>
                <a:fillRect/>
              </a:stretch>
            </p:blipFill>
            <p:spPr>
              <a:xfrm>
                <a:off x="6562896" y="1745214"/>
                <a:ext cx="464760" cy="3405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3">
            <p14:nvContentPartPr>
              <p14:cNvPr id="134" name="Ink 133">
                <a:extLst>
                  <a:ext uri="{FF2B5EF4-FFF2-40B4-BE49-F238E27FC236}">
                    <a16:creationId xmlns="" xmlns:a16="http://schemas.microsoft.com/office/drawing/2014/main" id="{39D441B0-05C6-4962-8F80-8317FB01E22F}"/>
                  </a:ext>
                </a:extLst>
              </p14:cNvPr>
              <p14:cNvContentPartPr/>
              <p14:nvPr/>
            </p14:nvContentPartPr>
            <p14:xfrm>
              <a:off x="6503496" y="1809654"/>
              <a:ext cx="905400" cy="85680"/>
            </p14:xfrm>
          </p:contentPart>
        </mc:Choice>
        <mc:Fallback>
          <p:pic>
            <p:nvPicPr>
              <p:cNvPr id="134" name="Ink 133">
                <a:extLst>
                  <a:ext uri="{FF2B5EF4-FFF2-40B4-BE49-F238E27FC236}">
                    <a16:creationId xmlns:a16="http://schemas.microsoft.com/office/drawing/2014/main" xmlns="" xmlns:p14="http://schemas.microsoft.com/office/powerpoint/2010/main" id="{39D441B0-05C6-4962-8F80-8317FB01E22F}"/>
                  </a:ext>
                </a:extLst>
              </p:cNvPr>
              <p:cNvPicPr/>
              <p:nvPr/>
            </p:nvPicPr>
            <p:blipFill>
              <a:blip r:embed="rId74" cstate="print"/>
              <a:stretch>
                <a:fillRect/>
              </a:stretch>
            </p:blipFill>
            <p:spPr>
              <a:xfrm>
                <a:off x="6494496" y="1800654"/>
                <a:ext cx="923400" cy="1036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5">
            <p14:nvContentPartPr>
              <p14:cNvPr id="136" name="Ink 135">
                <a:extLst>
                  <a:ext uri="{FF2B5EF4-FFF2-40B4-BE49-F238E27FC236}">
                    <a16:creationId xmlns="" xmlns:a16="http://schemas.microsoft.com/office/drawing/2014/main" id="{242ABB3D-B180-449E-8BF6-07141398977A}"/>
                  </a:ext>
                </a:extLst>
              </p14:cNvPr>
              <p14:cNvContentPartPr/>
              <p14:nvPr/>
            </p14:nvContentPartPr>
            <p14:xfrm>
              <a:off x="6232776" y="1884894"/>
              <a:ext cx="1058400" cy="60120"/>
            </p14:xfrm>
          </p:contentPart>
        </mc:Choice>
        <mc:Fallback>
          <p:pic>
            <p:nvPicPr>
              <p:cNvPr id="136" name="Ink 135">
                <a:extLst>
                  <a:ext uri="{FF2B5EF4-FFF2-40B4-BE49-F238E27FC236}">
                    <a16:creationId xmlns:a16="http://schemas.microsoft.com/office/drawing/2014/main" xmlns="" xmlns:p14="http://schemas.microsoft.com/office/powerpoint/2010/main" id="{242ABB3D-B180-449E-8BF6-07141398977A}"/>
                  </a:ext>
                </a:extLst>
              </p:cNvPr>
              <p:cNvPicPr/>
              <p:nvPr/>
            </p:nvPicPr>
            <p:blipFill>
              <a:blip r:embed="rId76" cstate="print"/>
              <a:stretch>
                <a:fillRect/>
              </a:stretch>
            </p:blipFill>
            <p:spPr>
              <a:xfrm>
                <a:off x="6223776" y="1875894"/>
                <a:ext cx="1076400" cy="781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7">
            <p14:nvContentPartPr>
              <p14:cNvPr id="137" name="Ink 136">
                <a:extLst>
                  <a:ext uri="{FF2B5EF4-FFF2-40B4-BE49-F238E27FC236}">
                    <a16:creationId xmlns="" xmlns:a16="http://schemas.microsoft.com/office/drawing/2014/main" id="{B96B9DBC-E72A-4BA0-95E3-D2083312D946}"/>
                  </a:ext>
                </a:extLst>
              </p14:cNvPr>
              <p14:cNvContentPartPr/>
              <p14:nvPr/>
            </p14:nvContentPartPr>
            <p14:xfrm>
              <a:off x="6839376" y="-429186"/>
              <a:ext cx="775080" cy="2484000"/>
            </p14:xfrm>
          </p:contentPart>
        </mc:Choice>
        <mc:Fallback>
          <p:pic>
            <p:nvPicPr>
              <p:cNvPr id="137" name="Ink 136">
                <a:extLst>
                  <a:ext uri="{FF2B5EF4-FFF2-40B4-BE49-F238E27FC236}">
                    <a16:creationId xmlns:a16="http://schemas.microsoft.com/office/drawing/2014/main" xmlns="" xmlns:p14="http://schemas.microsoft.com/office/powerpoint/2010/main" id="{B96B9DBC-E72A-4BA0-95E3-D2083312D946}"/>
                  </a:ext>
                </a:extLst>
              </p:cNvPr>
              <p:cNvPicPr/>
              <p:nvPr/>
            </p:nvPicPr>
            <p:blipFill>
              <a:blip r:embed="rId78" cstate="print"/>
              <a:stretch>
                <a:fillRect/>
              </a:stretch>
            </p:blipFill>
            <p:spPr>
              <a:xfrm>
                <a:off x="6830376" y="-438186"/>
                <a:ext cx="793080" cy="2502000"/>
              </a:xfrm>
              <a:prstGeom prst="rect">
                <a:avLst/>
              </a:prstGeom>
            </p:spPr>
          </p:pic>
        </mc:Fallback>
      </mc:AlternateContent>
      <p:sp>
        <p:nvSpPr>
          <p:cNvPr id="55" name="TextBox 54">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4" name="TextBox 3"/>
          <p:cNvSpPr txBox="1"/>
          <p:nvPr/>
        </p:nvSpPr>
        <p:spPr>
          <a:xfrm>
            <a:off x="1015188" y="1599081"/>
            <a:ext cx="7211376" cy="886332"/>
          </a:xfrm>
          <a:prstGeom prst="rect">
            <a:avLst/>
          </a:prstGeom>
          <a:solidFill>
            <a:schemeClr val="bg1"/>
          </a:solidFill>
        </p:spPr>
        <p:txBody>
          <a:bodyPr wrap="square" rtlCol="0">
            <a:spAutoFit/>
          </a:bodyPr>
          <a:lstStyle/>
          <a:p>
            <a:endParaRPr lang="en-US" dirty="0"/>
          </a:p>
        </p:txBody>
      </p:sp>
      <p:pic>
        <p:nvPicPr>
          <p:cNvPr id="47" name="Picture 46" descr="C:\Users\Subhasis\Desktop\logo nit.png">
            <a:extLst>
              <a:ext uri="{FF2B5EF4-FFF2-40B4-BE49-F238E27FC236}">
                <a16:creationId xmlns="" xmlns:a16="http://schemas.microsoft.com/office/drawing/2014/main" id="{2961F01F-4C3E-4631-B88B-04A88CCA29A6}"/>
              </a:ext>
            </a:extLst>
          </p:cNvPr>
          <p:cNvPicPr/>
          <p:nvPr/>
        </p:nvPicPr>
        <p:blipFill>
          <a:blip r:embed="rId79"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2011793707"/>
      </p:ext>
    </p:extLst>
  </p:cSld>
  <p:clrMapOvr>
    <a:masterClrMapping/>
  </p:clrMapOvr>
  <p:transition>
    <p:pull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07F3D7-3C62-40DA-BC04-AD01951B4892}"/>
              </a:ext>
            </a:extLst>
          </p:cNvPr>
          <p:cNvSpPr>
            <a:spLocks noGrp="1"/>
          </p:cNvSpPr>
          <p:nvPr>
            <p:ph type="title"/>
          </p:nvPr>
        </p:nvSpPr>
        <p:spPr/>
        <p:txBody>
          <a:bodyPr>
            <a:normAutofit/>
          </a:bodyPr>
          <a:lstStyle/>
          <a:p>
            <a:r>
              <a:rPr lang="en-IN" sz="4400" b="1" dirty="0">
                <a:solidFill>
                  <a:schemeClr val="tx1"/>
                </a:solidFill>
              </a:rPr>
              <a:t>Outline</a:t>
            </a:r>
            <a:endParaRPr lang="en-IN" sz="4400" b="1" dirty="0">
              <a:solidFill>
                <a:schemeClr val="tx1"/>
              </a:solidFill>
              <a:latin typeface="Calibri" panose="020F0502020204030204" pitchFamily="34" charset="0"/>
            </a:endParaRPr>
          </a:p>
        </p:txBody>
      </p:sp>
      <p:sp>
        <p:nvSpPr>
          <p:cNvPr id="3" name="Content Placeholder 2">
            <a:extLst>
              <a:ext uri="{FF2B5EF4-FFF2-40B4-BE49-F238E27FC236}">
                <a16:creationId xmlns="" xmlns:a16="http://schemas.microsoft.com/office/drawing/2014/main" id="{429E8363-D234-47E7-8914-077E54540972}"/>
              </a:ext>
            </a:extLst>
          </p:cNvPr>
          <p:cNvSpPr>
            <a:spLocks noGrp="1"/>
          </p:cNvSpPr>
          <p:nvPr>
            <p:ph idx="1"/>
          </p:nvPr>
        </p:nvSpPr>
        <p:spPr>
          <a:xfrm>
            <a:off x="838200" y="1905000"/>
            <a:ext cx="7528560" cy="4337641"/>
          </a:xfrm>
        </p:spPr>
        <p:txBody>
          <a:bodyPr>
            <a:normAutofit fontScale="92500" lnSpcReduction="10000"/>
          </a:bodyPr>
          <a:lstStyle/>
          <a:p>
            <a:pPr marL="395288" indent="-395288">
              <a:lnSpc>
                <a:spcPct val="150000"/>
              </a:lnSpc>
              <a:buClr>
                <a:schemeClr val="accent5">
                  <a:lumMod val="50000"/>
                </a:schemeClr>
              </a:buClr>
              <a:buFont typeface="Wingdings" panose="05000000000000000000" pitchFamily="2" charset="2"/>
              <a:buChar char="q"/>
              <a:defRPr/>
            </a:pPr>
            <a:r>
              <a:rPr lang="en-US" sz="1800" dirty="0">
                <a:solidFill>
                  <a:schemeClr val="tx1"/>
                </a:solidFill>
                <a:latin typeface="Calibri" pitchFamily="34" charset="0"/>
                <a:cs typeface="Times New Roman" panose="02020603050405020304" pitchFamily="18" charset="0"/>
              </a:rPr>
              <a:t>Linear Systems</a:t>
            </a:r>
          </a:p>
          <a:p>
            <a:pPr marL="395288" indent="-395288">
              <a:lnSpc>
                <a:spcPct val="150000"/>
              </a:lnSpc>
              <a:buClr>
                <a:schemeClr val="accent5">
                  <a:lumMod val="50000"/>
                </a:schemeClr>
              </a:buClr>
              <a:buFont typeface="Wingdings" panose="05000000000000000000" pitchFamily="2" charset="2"/>
              <a:buChar char="q"/>
              <a:defRPr/>
            </a:pPr>
            <a:r>
              <a:rPr lang="en-US" sz="1800" dirty="0">
                <a:solidFill>
                  <a:schemeClr val="tx1"/>
                </a:solidFill>
                <a:latin typeface="Calibri" pitchFamily="34" charset="0"/>
                <a:cs typeface="Times New Roman" panose="02020603050405020304" pitchFamily="18" charset="0"/>
              </a:rPr>
              <a:t>Vectors and Vector Spaces</a:t>
            </a:r>
          </a:p>
          <a:p>
            <a:pPr marL="395288" indent="-395288">
              <a:lnSpc>
                <a:spcPct val="150000"/>
              </a:lnSpc>
              <a:buClr>
                <a:schemeClr val="accent5">
                  <a:lumMod val="50000"/>
                </a:schemeClr>
              </a:buClr>
              <a:buFont typeface="Wingdings" panose="05000000000000000000" pitchFamily="2" charset="2"/>
              <a:buChar char="q"/>
              <a:defRPr/>
            </a:pPr>
            <a:r>
              <a:rPr lang="en-US" sz="1800" dirty="0">
                <a:solidFill>
                  <a:schemeClr val="tx1"/>
                </a:solidFill>
                <a:latin typeface="Calibri" pitchFamily="34" charset="0"/>
                <a:cs typeface="Times New Roman" panose="02020603050405020304" pitchFamily="18" charset="0"/>
              </a:rPr>
              <a:t>Matrices</a:t>
            </a:r>
          </a:p>
          <a:p>
            <a:pPr marL="395288" indent="-395288">
              <a:lnSpc>
                <a:spcPct val="150000"/>
              </a:lnSpc>
              <a:buClr>
                <a:schemeClr val="accent5">
                  <a:lumMod val="50000"/>
                </a:schemeClr>
              </a:buClr>
              <a:buFont typeface="Wingdings" panose="05000000000000000000" pitchFamily="2" charset="2"/>
              <a:buChar char="q"/>
              <a:defRPr/>
            </a:pPr>
            <a:r>
              <a:rPr lang="en-US" sz="1800" dirty="0">
                <a:solidFill>
                  <a:schemeClr val="tx1"/>
                </a:solidFill>
                <a:latin typeface="Calibri" pitchFamily="34" charset="0"/>
                <a:cs typeface="Times New Roman" panose="02020603050405020304" pitchFamily="18" charset="0"/>
              </a:rPr>
              <a:t>Linear Transformation</a:t>
            </a:r>
          </a:p>
          <a:p>
            <a:pPr marL="395288" indent="-395288">
              <a:lnSpc>
                <a:spcPct val="150000"/>
              </a:lnSpc>
              <a:buClr>
                <a:schemeClr val="accent5">
                  <a:lumMod val="50000"/>
                </a:schemeClr>
              </a:buClr>
              <a:buFont typeface="Wingdings" panose="05000000000000000000" pitchFamily="2" charset="2"/>
              <a:buChar char="q"/>
              <a:defRPr/>
            </a:pPr>
            <a:r>
              <a:rPr lang="en-US" sz="1800" dirty="0">
                <a:solidFill>
                  <a:schemeClr val="tx1"/>
                </a:solidFill>
                <a:latin typeface="Calibri" pitchFamily="34" charset="0"/>
                <a:cs typeface="Times New Roman" panose="02020603050405020304" pitchFamily="18" charset="0"/>
              </a:rPr>
              <a:t>Eigenvalues and Eigenvectors</a:t>
            </a:r>
          </a:p>
          <a:p>
            <a:pPr marL="395288" indent="-395288">
              <a:lnSpc>
                <a:spcPct val="150000"/>
              </a:lnSpc>
              <a:buClr>
                <a:schemeClr val="accent5">
                  <a:lumMod val="50000"/>
                </a:schemeClr>
              </a:buClr>
              <a:buFont typeface="Wingdings" panose="05000000000000000000" pitchFamily="2" charset="2"/>
              <a:buChar char="q"/>
              <a:defRPr/>
            </a:pPr>
            <a:r>
              <a:rPr lang="en-US" sz="1800" dirty="0">
                <a:solidFill>
                  <a:schemeClr val="tx1"/>
                </a:solidFill>
                <a:latin typeface="Calibri" pitchFamily="34" charset="0"/>
                <a:cs typeface="Times New Roman" panose="02020603050405020304" pitchFamily="18" charset="0"/>
              </a:rPr>
              <a:t>Dot and Inner products</a:t>
            </a:r>
          </a:p>
          <a:p>
            <a:pPr marL="395288" indent="-395288">
              <a:lnSpc>
                <a:spcPct val="150000"/>
              </a:lnSpc>
              <a:buClr>
                <a:schemeClr val="accent5">
                  <a:lumMod val="50000"/>
                </a:schemeClr>
              </a:buClr>
              <a:buFont typeface="Wingdings" panose="05000000000000000000" pitchFamily="2" charset="2"/>
              <a:buChar char="q"/>
              <a:defRPr/>
            </a:pPr>
            <a:r>
              <a:rPr lang="en-US" sz="1800" dirty="0">
                <a:solidFill>
                  <a:schemeClr val="tx1"/>
                </a:solidFill>
                <a:latin typeface="Calibri" pitchFamily="34" charset="0"/>
                <a:cs typeface="Times New Roman" panose="02020603050405020304" pitchFamily="18" charset="0"/>
              </a:rPr>
              <a:t>Random </a:t>
            </a:r>
            <a:r>
              <a:rPr lang="en-US" sz="1800" dirty="0" smtClean="0">
                <a:solidFill>
                  <a:schemeClr val="tx1"/>
                </a:solidFill>
                <a:latin typeface="Calibri" pitchFamily="34" charset="0"/>
                <a:cs typeface="Times New Roman" panose="02020603050405020304" pitchFamily="18" charset="0"/>
              </a:rPr>
              <a:t>Variables</a:t>
            </a:r>
          </a:p>
          <a:p>
            <a:pPr marL="395288" indent="-395288">
              <a:lnSpc>
                <a:spcPct val="150000"/>
              </a:lnSpc>
              <a:buClr>
                <a:schemeClr val="accent5">
                  <a:lumMod val="50000"/>
                </a:schemeClr>
              </a:buClr>
              <a:buFont typeface="Wingdings" panose="05000000000000000000" pitchFamily="2" charset="2"/>
              <a:buChar char="q"/>
              <a:defRPr/>
            </a:pPr>
            <a:r>
              <a:rPr lang="en-US" sz="1800" dirty="0" smtClean="0">
                <a:solidFill>
                  <a:schemeClr val="tx1"/>
                </a:solidFill>
                <a:latin typeface="Calibri" pitchFamily="34" charset="0"/>
                <a:cs typeface="Times New Roman" panose="02020603050405020304" pitchFamily="18" charset="0"/>
              </a:rPr>
              <a:t>Probability Distribution and Probability Density Functions</a:t>
            </a:r>
            <a:endParaRPr lang="en-US" sz="1800" dirty="0">
              <a:solidFill>
                <a:schemeClr val="tx1"/>
              </a:solidFill>
              <a:latin typeface="Calibri" pitchFamily="34" charset="0"/>
              <a:cs typeface="Times New Roman" panose="02020603050405020304" pitchFamily="18" charset="0"/>
            </a:endParaRPr>
          </a:p>
        </p:txBody>
      </p:sp>
      <p:sp>
        <p:nvSpPr>
          <p:cNvPr id="1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D1EC7D55-7322-4BF9-9A33-C2D507633057}"/>
              </a:ext>
            </a:extLst>
          </p:cNvPr>
          <p:cNvSpPr>
            <a:spLocks noGrp="1"/>
          </p:cNvSpPr>
          <p:nvPr>
            <p:ph type="sldNum" sz="quarter" idx="12"/>
          </p:nvPr>
        </p:nvSpPr>
        <p:spPr/>
        <p:txBody>
          <a:bodyPr/>
          <a:lstStyle/>
          <a:p>
            <a:fld id="{B6F15528-21DE-4FAA-801E-634DDDAF4B2B}" type="slidenum">
              <a:rPr lang="en-US" smtClean="0"/>
              <a:pPr/>
              <a:t>17</a:t>
            </a:fld>
            <a:endParaRPr lang="en-US" dirty="0"/>
          </a:p>
        </p:txBody>
      </p:sp>
      <p:sp>
        <p:nvSpPr>
          <p:cNvPr id="6" name="Rectangle 5">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F008C9A6-9A0E-4921-A679-AAC35E560816}"/>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latin typeface="Calibri" panose="020F0502020204030204" pitchFamily="34" charset="0"/>
                <a:cs typeface="Calibri" panose="020F0502020204030204" pitchFamily="34" charset="0"/>
              </a:rPr>
              <a:t>Linear Algebra and Random Process</a:t>
            </a:r>
            <a:endParaRPr lang="en-US" dirty="0">
              <a:ln w="12700">
                <a:solidFill>
                  <a:schemeClr val="dk1"/>
                </a:solidFill>
              </a:ln>
              <a:solidFill>
                <a:schemeClr val="tx1"/>
              </a:solidFill>
            </a:endParaRPr>
          </a:p>
        </p:txBody>
      </p:sp>
      <p:pic>
        <p:nvPicPr>
          <p:cNvPr id="9" name="Picture 8"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3488531745"/>
      </p:ext>
    </p:extLst>
  </p:cSld>
  <p:clrMapOvr>
    <a:masterClrMapping/>
  </p:clrMapOvr>
  <p:transition>
    <p:pull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400" b="1" dirty="0">
                <a:solidFill>
                  <a:schemeClr val="tx1"/>
                </a:solidFill>
                <a:latin typeface="Calibri" panose="020F0502020204030204" pitchFamily="34" charset="0"/>
                <a:cs typeface="Calibri" panose="020F0502020204030204" pitchFamily="34" charset="0"/>
              </a:rPr>
              <a:t>Linear Systems</a:t>
            </a:r>
            <a:endParaRPr lang="en-US" sz="4400" dirty="0">
              <a:solidFill>
                <a:schemeClr val="tx1"/>
              </a:solidFill>
            </a:endParaRPr>
          </a:p>
        </p:txBody>
      </p:sp>
      <p:sp>
        <p:nvSpPr>
          <p:cNvPr id="3" name="Content Placeholder 2"/>
          <p:cNvSpPr>
            <a:spLocks noGrp="1"/>
          </p:cNvSpPr>
          <p:nvPr>
            <p:ph idx="1"/>
          </p:nvPr>
        </p:nvSpPr>
        <p:spPr>
          <a:xfrm>
            <a:off x="838200" y="2059597"/>
            <a:ext cx="8001000" cy="4265003"/>
          </a:xfrm>
        </p:spPr>
        <p:txBody>
          <a:bodyPr>
            <a:normAutofit/>
          </a:bodyPr>
          <a:lstStyle/>
          <a:p>
            <a:pPr marL="287338" indent="-287338" algn="just">
              <a:buClr>
                <a:schemeClr val="tx1"/>
              </a:buClr>
              <a:buFont typeface="Wingdings" panose="05000000000000000000" pitchFamily="2" charset="2"/>
              <a:buChar char="q"/>
              <a:defRPr/>
            </a:pPr>
            <a:r>
              <a:rPr lang="en-IN" sz="1600" dirty="0">
                <a:solidFill>
                  <a:schemeClr val="tx1"/>
                </a:solidFill>
                <a:latin typeface="Calibri" pitchFamily="34" charset="0"/>
                <a:cs typeface="Times New Roman" panose="02020603050405020304" pitchFamily="18" charset="0"/>
              </a:rPr>
              <a:t>A linear system is a mathematical model of a system based on the use of a linear operator which follows the additives and scaling property. </a:t>
            </a:r>
          </a:p>
          <a:p>
            <a:pPr marL="341313" indent="-341313" algn="just">
              <a:buFontTx/>
              <a:buNone/>
              <a:defRPr/>
            </a:pPr>
            <a:endParaRPr lang="en-US" sz="1600" dirty="0">
              <a:solidFill>
                <a:schemeClr val="tx1"/>
              </a:solidFill>
              <a:latin typeface="Calibri" pitchFamily="34" charset="0"/>
              <a:cs typeface="Times New Roman" panose="02020603050405020304" pitchFamily="18" charset="0"/>
            </a:endParaRPr>
          </a:p>
          <a:p>
            <a:pPr marL="287338" indent="-233363" algn="just">
              <a:buClr>
                <a:schemeClr val="accent1">
                  <a:lumMod val="50000"/>
                </a:schemeClr>
              </a:buClr>
              <a:buFont typeface="Wingdings" panose="05000000000000000000" pitchFamily="2" charset="2"/>
              <a:buChar char="q"/>
              <a:defRPr/>
            </a:pPr>
            <a:r>
              <a:rPr lang="en-US" sz="1600" dirty="0">
                <a:solidFill>
                  <a:schemeClr val="tx1"/>
                </a:solidFill>
                <a:latin typeface="Calibri" pitchFamily="34" charset="0"/>
                <a:cs typeface="Times New Roman" panose="02020603050405020304" pitchFamily="18" charset="0"/>
              </a:rPr>
              <a:t>A linear system of m equations in n variables is given by </a:t>
            </a:r>
          </a:p>
          <a:p>
            <a:pPr marL="341313" indent="-341313" algn="just">
              <a:buClr>
                <a:schemeClr val="accent1">
                  <a:lumMod val="50000"/>
                </a:schemeClr>
              </a:buClr>
              <a:buFontTx/>
              <a:buNone/>
              <a:defRPr/>
            </a:pPr>
            <a:endParaRPr lang="en-US" sz="1600" baseline="-25000" dirty="0">
              <a:solidFill>
                <a:schemeClr val="tx1"/>
              </a:solidFill>
              <a:latin typeface="Calibri" pitchFamily="34" charset="0"/>
              <a:cs typeface="Times New Roman" panose="02020603050405020304" pitchFamily="18" charset="0"/>
            </a:endParaRPr>
          </a:p>
          <a:p>
            <a:pPr marL="287338" indent="-233363" algn="just">
              <a:buClr>
                <a:schemeClr val="accent1">
                  <a:lumMod val="50000"/>
                </a:schemeClr>
              </a:buClr>
              <a:buFont typeface="Wingdings" panose="05000000000000000000" pitchFamily="2" charset="2"/>
              <a:buChar char="q"/>
              <a:defRPr/>
            </a:pPr>
            <a:endParaRPr lang="en-IN" sz="1600" dirty="0" smtClean="0">
              <a:solidFill>
                <a:schemeClr val="tx1"/>
              </a:solidFill>
              <a:latin typeface="Calibri" pitchFamily="34" charset="0"/>
              <a:cs typeface="Times New Roman" panose="02020603050405020304" pitchFamily="18" charset="0"/>
            </a:endParaRPr>
          </a:p>
          <a:p>
            <a:pPr marL="287338" indent="-233363" algn="just">
              <a:buClr>
                <a:schemeClr val="accent1">
                  <a:lumMod val="50000"/>
                </a:schemeClr>
              </a:buClr>
              <a:buFont typeface="Wingdings" panose="05000000000000000000" pitchFamily="2" charset="2"/>
              <a:buChar char="q"/>
              <a:defRPr/>
            </a:pPr>
            <a:endParaRPr lang="en-IN" sz="1600" dirty="0" smtClean="0">
              <a:solidFill>
                <a:schemeClr val="tx1"/>
              </a:solidFill>
              <a:latin typeface="Calibri" pitchFamily="34" charset="0"/>
              <a:cs typeface="Times New Roman" panose="02020603050405020304" pitchFamily="18" charset="0"/>
            </a:endParaRPr>
          </a:p>
          <a:p>
            <a:pPr marL="287338" indent="-233363" algn="just">
              <a:buClr>
                <a:schemeClr val="accent1">
                  <a:lumMod val="50000"/>
                </a:schemeClr>
              </a:buClr>
              <a:buFont typeface="Wingdings" panose="05000000000000000000" pitchFamily="2" charset="2"/>
              <a:buChar char="q"/>
              <a:defRPr/>
            </a:pPr>
            <a:endParaRPr lang="en-IN" sz="1600" dirty="0" smtClean="0">
              <a:solidFill>
                <a:schemeClr val="tx1"/>
              </a:solidFill>
              <a:latin typeface="Calibri" pitchFamily="34" charset="0"/>
              <a:cs typeface="Times New Roman" panose="02020603050405020304" pitchFamily="18" charset="0"/>
            </a:endParaRPr>
          </a:p>
          <a:p>
            <a:pPr marL="287338" indent="-233363" algn="just">
              <a:buClr>
                <a:schemeClr val="accent1">
                  <a:lumMod val="50000"/>
                </a:schemeClr>
              </a:buClr>
              <a:buFont typeface="Wingdings" panose="05000000000000000000" pitchFamily="2" charset="2"/>
              <a:buChar char="q"/>
              <a:defRPr/>
            </a:pPr>
            <a:endParaRPr lang="en-IN" sz="1600" dirty="0" smtClean="0">
              <a:solidFill>
                <a:schemeClr val="tx1"/>
              </a:solidFill>
              <a:latin typeface="Calibri" pitchFamily="34" charset="0"/>
              <a:cs typeface="Times New Roman" panose="02020603050405020304" pitchFamily="18" charset="0"/>
            </a:endParaRPr>
          </a:p>
          <a:p>
            <a:pPr marL="287338" indent="-233363" algn="just">
              <a:buClr>
                <a:schemeClr val="accent1">
                  <a:lumMod val="50000"/>
                </a:schemeClr>
              </a:buClr>
              <a:buFont typeface="Wingdings" panose="05000000000000000000" pitchFamily="2" charset="2"/>
              <a:buChar char="q"/>
              <a:defRPr/>
            </a:pPr>
            <a:endParaRPr lang="en-IN" sz="1600" dirty="0" smtClean="0">
              <a:solidFill>
                <a:schemeClr val="tx1"/>
              </a:solidFill>
              <a:latin typeface="Calibri" pitchFamily="34" charset="0"/>
              <a:cs typeface="Times New Roman" panose="02020603050405020304" pitchFamily="18" charset="0"/>
            </a:endParaRPr>
          </a:p>
          <a:p>
            <a:pPr marL="287338" indent="-233363" algn="just">
              <a:buClr>
                <a:schemeClr val="accent1">
                  <a:lumMod val="50000"/>
                </a:schemeClr>
              </a:buClr>
              <a:buFont typeface="Wingdings" panose="05000000000000000000" pitchFamily="2" charset="2"/>
              <a:buChar char="q"/>
              <a:defRPr/>
            </a:pPr>
            <a:r>
              <a:rPr lang="en-IN" sz="1600" dirty="0" smtClean="0">
                <a:solidFill>
                  <a:schemeClr val="tx1"/>
                </a:solidFill>
                <a:latin typeface="Calibri" pitchFamily="34" charset="0"/>
                <a:cs typeface="Times New Roman" panose="02020603050405020304" pitchFamily="18" charset="0"/>
              </a:rPr>
              <a:t>A </a:t>
            </a:r>
            <a:r>
              <a:rPr lang="en-IN" sz="1600" dirty="0">
                <a:solidFill>
                  <a:schemeClr val="tx1"/>
                </a:solidFill>
                <a:latin typeface="Calibri" pitchFamily="34" charset="0"/>
                <a:cs typeface="Times New Roman" panose="02020603050405020304" pitchFamily="18" charset="0"/>
              </a:rPr>
              <a:t>solution of a linear equation is a sequence of numbers </a:t>
            </a:r>
            <a:r>
              <a:rPr lang="en-IN" sz="1600" dirty="0" smtClean="0">
                <a:solidFill>
                  <a:schemeClr val="tx1"/>
                </a:solidFill>
                <a:latin typeface="Calibri" pitchFamily="34" charset="0"/>
                <a:cs typeface="Times New Roman" panose="02020603050405020304" pitchFamily="18" charset="0"/>
              </a:rPr>
              <a:t>which can be </a:t>
            </a:r>
            <a:r>
              <a:rPr lang="en-IN" sz="1600" dirty="0">
                <a:solidFill>
                  <a:schemeClr val="tx1"/>
                </a:solidFill>
                <a:latin typeface="Calibri" pitchFamily="34" charset="0"/>
                <a:cs typeface="Times New Roman" panose="02020603050405020304" pitchFamily="18" charset="0"/>
              </a:rPr>
              <a:t>substituted for the variables</a:t>
            </a:r>
            <a:r>
              <a:rPr lang="en-IN" sz="1600" dirty="0" smtClean="0">
                <a:solidFill>
                  <a:schemeClr val="tx1"/>
                </a:solidFill>
                <a:latin typeface="Calibri" pitchFamily="34" charset="0"/>
                <a:cs typeface="Times New Roman" panose="02020603050405020304" pitchFamily="18" charset="0"/>
              </a:rPr>
              <a:t>.</a:t>
            </a:r>
            <a:endParaRPr lang="en-US" dirty="0">
              <a:solidFill>
                <a:schemeClr val="tx1"/>
              </a:solidFill>
              <a:latin typeface="Calibri" pitchFamily="34" charset="0"/>
            </a:endParaRPr>
          </a:p>
        </p:txBody>
      </p:sp>
      <p:sp>
        <p:nvSpPr>
          <p:cNvPr id="13"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dirty="0"/>
          </a:p>
        </p:txBody>
      </p:sp>
      <p:sp>
        <p:nvSpPr>
          <p:cNvPr id="9" name="Rectangle 8">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 name="Rectangle 9">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latin typeface="Calibri" panose="020F0502020204030204" pitchFamily="34" charset="0"/>
                <a:cs typeface="Calibri" panose="020F0502020204030204" pitchFamily="34" charset="0"/>
              </a:rPr>
              <a:t>Linear Algebra and Random Process</a:t>
            </a:r>
            <a:endParaRPr lang="en-US" dirty="0">
              <a:ln w="12700">
                <a:solidFill>
                  <a:schemeClr val="dk1"/>
                </a:solidFill>
              </a:ln>
              <a:solidFill>
                <a:schemeClr val="tx1"/>
              </a:solidFill>
            </a:endParaRPr>
          </a:p>
        </p:txBody>
      </p:sp>
      <p:pic>
        <p:nvPicPr>
          <p:cNvPr id="8" name="Picture 7"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14" name="Object 13"/>
          <p:cNvGraphicFramePr>
            <a:graphicFrameLocks noChangeAspect="1"/>
          </p:cNvGraphicFramePr>
          <p:nvPr/>
        </p:nvGraphicFramePr>
        <p:xfrm>
          <a:off x="2819400" y="3505200"/>
          <a:ext cx="3886200" cy="2133600"/>
        </p:xfrm>
        <a:graphic>
          <a:graphicData uri="http://schemas.openxmlformats.org/presentationml/2006/ole">
            <p:oleObj spid="_x0000_s30778" name="Equation" r:id="rId4" imgW="2743200" imgH="1143000" progId="Equation.DSMT4">
              <p:embed/>
            </p:oleObj>
          </a:graphicData>
        </a:graphic>
      </p:graphicFrame>
    </p:spTree>
    <p:extLst>
      <p:ext uri="{BB962C8B-B14F-4D97-AF65-F5344CB8AC3E}">
        <p14:creationId xmlns:p14="http://schemas.microsoft.com/office/powerpoint/2010/main" xmlns="" val="3018277881"/>
      </p:ext>
    </p:extLst>
  </p:cSld>
  <p:clrMapOvr>
    <a:masterClrMapping/>
  </p:clrMapOvr>
  <p:transition>
    <p:pull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400" b="1" dirty="0">
                <a:solidFill>
                  <a:schemeClr val="tx1"/>
                </a:solidFill>
                <a:latin typeface="Calibri" panose="020F0502020204030204" pitchFamily="34" charset="0"/>
                <a:cs typeface="Calibri" panose="020F0502020204030204" pitchFamily="34" charset="0"/>
              </a:rPr>
              <a:t>Vectors and Vector Spaces</a:t>
            </a:r>
            <a:endParaRPr lang="en-US" sz="4400" dirty="0">
              <a:solidFill>
                <a:schemeClr val="tx1"/>
              </a:solidFill>
            </a:endParaRPr>
          </a:p>
        </p:txBody>
      </p:sp>
      <p:sp>
        <p:nvSpPr>
          <p:cNvPr id="3" name="Content Placeholder 2"/>
          <p:cNvSpPr>
            <a:spLocks noGrp="1"/>
          </p:cNvSpPr>
          <p:nvPr>
            <p:ph idx="1"/>
          </p:nvPr>
        </p:nvSpPr>
        <p:spPr>
          <a:xfrm>
            <a:off x="838200" y="1905000"/>
            <a:ext cx="8060770" cy="4038600"/>
          </a:xfrm>
        </p:spPr>
        <p:txBody>
          <a:bodyPr>
            <a:normAutofit fontScale="55000" lnSpcReduction="20000"/>
          </a:bodyPr>
          <a:lstStyle/>
          <a:p>
            <a:pPr marL="287338" indent="-287338" algn="just">
              <a:buClr>
                <a:schemeClr val="accent1">
                  <a:lumMod val="50000"/>
                </a:schemeClr>
              </a:buClr>
              <a:buFont typeface="Wingdings" panose="05000000000000000000" pitchFamily="2" charset="2"/>
              <a:buChar char="q"/>
              <a:defRPr/>
            </a:pPr>
            <a:r>
              <a:rPr lang="en-IN" sz="2900" dirty="0">
                <a:solidFill>
                  <a:schemeClr val="tx1"/>
                </a:solidFill>
                <a:latin typeface="Calibri" pitchFamily="34" charset="0"/>
                <a:cs typeface="Times New Roman" panose="02020603050405020304" pitchFamily="18" charset="0"/>
              </a:rPr>
              <a:t>The concept of a vector is regarded as an object with both magnitude and direction.</a:t>
            </a:r>
          </a:p>
          <a:p>
            <a:pPr marL="287338" indent="-287338" algn="just">
              <a:buClr>
                <a:schemeClr val="accent1">
                  <a:lumMod val="50000"/>
                </a:schemeClr>
              </a:buClr>
              <a:buFont typeface="Wingdings" panose="05000000000000000000" pitchFamily="2" charset="2"/>
              <a:buChar char="q"/>
              <a:defRPr/>
            </a:pPr>
            <a:r>
              <a:rPr lang="en-US" altLang="zh-TW" sz="2900" dirty="0">
                <a:solidFill>
                  <a:schemeClr val="tx1"/>
                </a:solidFill>
                <a:latin typeface="Calibri" pitchFamily="34" charset="0"/>
                <a:cs typeface="Times New Roman" panose="02020603050405020304" pitchFamily="18" charset="0"/>
              </a:rPr>
              <a:t>A vector space is a set vectors which satisfy the operations of addition and scalar multiplication.</a:t>
            </a:r>
          </a:p>
          <a:p>
            <a:pPr marL="287338" indent="-287338" algn="just">
              <a:buClr>
                <a:schemeClr val="accent1">
                  <a:lumMod val="50000"/>
                </a:schemeClr>
              </a:buClr>
              <a:buFontTx/>
              <a:buNone/>
              <a:defRPr/>
            </a:pPr>
            <a:r>
              <a:rPr lang="en-US" altLang="zh-TW" sz="2900" dirty="0">
                <a:solidFill>
                  <a:schemeClr val="tx1"/>
                </a:solidFill>
                <a:latin typeface="Calibri" pitchFamily="34" charset="0"/>
                <a:cs typeface="Times New Roman" panose="02020603050405020304" pitchFamily="18" charset="0"/>
              </a:rPr>
              <a:t>       </a:t>
            </a:r>
            <a:r>
              <a:rPr lang="en-US" altLang="zh-TW" sz="2900" b="1" u="sng" dirty="0">
                <a:solidFill>
                  <a:schemeClr val="tx1"/>
                </a:solidFill>
                <a:latin typeface="Calibri" pitchFamily="34" charset="0"/>
                <a:cs typeface="Times New Roman" panose="02020603050405020304" pitchFamily="18" charset="0"/>
              </a:rPr>
              <a:t>Addition</a:t>
            </a:r>
            <a:r>
              <a:rPr lang="en-US" altLang="zh-TW" sz="2900" b="1" dirty="0">
                <a:solidFill>
                  <a:schemeClr val="tx1"/>
                </a:solidFill>
                <a:latin typeface="Calibri" pitchFamily="34" charset="0"/>
                <a:cs typeface="Times New Roman" panose="02020603050405020304" pitchFamily="18" charset="0"/>
              </a:rPr>
              <a:t>                                                                    </a:t>
            </a:r>
            <a:r>
              <a:rPr lang="en-US" altLang="zh-TW" sz="2900" b="1" u="sng" dirty="0">
                <a:solidFill>
                  <a:schemeClr val="tx1"/>
                </a:solidFill>
                <a:latin typeface="Calibri" pitchFamily="34" charset="0"/>
                <a:cs typeface="Times New Roman" panose="02020603050405020304" pitchFamily="18" charset="0"/>
              </a:rPr>
              <a:t>Scalar Multiplication                       </a:t>
            </a:r>
          </a:p>
          <a:p>
            <a:pPr marL="287338" indent="-287338" algn="just">
              <a:buClr>
                <a:schemeClr val="accent1">
                  <a:lumMod val="50000"/>
                </a:schemeClr>
              </a:buClr>
              <a:buFontTx/>
              <a:buNone/>
              <a:defRPr/>
            </a:pPr>
            <a:r>
              <a:rPr lang="en-US" sz="2600" dirty="0">
                <a:solidFill>
                  <a:schemeClr val="tx1"/>
                </a:solidFill>
                <a:latin typeface="Calibri" pitchFamily="34" charset="0"/>
                <a:cs typeface="Times New Roman" panose="02020603050405020304" pitchFamily="18" charset="0"/>
              </a:rPr>
              <a:t>       </a:t>
            </a:r>
            <a:r>
              <a:rPr lang="en-US" sz="2600" dirty="0" smtClean="0">
                <a:solidFill>
                  <a:schemeClr val="tx1"/>
                </a:solidFill>
                <a:latin typeface="Calibri" pitchFamily="34" charset="0"/>
                <a:cs typeface="Times New Roman" panose="02020603050405020304" pitchFamily="18" charset="0"/>
              </a:rPr>
              <a:t>                                         </a:t>
            </a:r>
            <a:endParaRPr lang="en-US" sz="2600" dirty="0">
              <a:solidFill>
                <a:schemeClr val="tx1"/>
              </a:solidFill>
              <a:latin typeface="Calibri" pitchFamily="34" charset="0"/>
              <a:cs typeface="Times New Roman" panose="02020603050405020304" pitchFamily="18" charset="0"/>
            </a:endParaRPr>
          </a:p>
          <a:p>
            <a:pPr marL="287338" indent="-287338" algn="just">
              <a:buClr>
                <a:schemeClr val="accent1">
                  <a:lumMod val="50000"/>
                </a:schemeClr>
              </a:buClr>
              <a:buFontTx/>
              <a:buNone/>
              <a:defRPr/>
            </a:pPr>
            <a:endParaRPr lang="en-US" sz="2600" dirty="0">
              <a:solidFill>
                <a:schemeClr val="tx1"/>
              </a:solidFill>
              <a:latin typeface="Calibri" pitchFamily="34" charset="0"/>
              <a:cs typeface="Times New Roman" panose="02020603050405020304" pitchFamily="18" charset="0"/>
            </a:endParaRPr>
          </a:p>
          <a:p>
            <a:pPr marL="287338" indent="-287338" algn="just">
              <a:buClr>
                <a:schemeClr val="accent1">
                  <a:lumMod val="50000"/>
                </a:schemeClr>
              </a:buClr>
              <a:buFontTx/>
              <a:buNone/>
              <a:defRPr/>
            </a:pPr>
            <a:endParaRPr lang="en-US" sz="2600" dirty="0" smtClean="0">
              <a:solidFill>
                <a:schemeClr val="tx1"/>
              </a:solidFill>
              <a:latin typeface="Calibri" pitchFamily="34" charset="0"/>
              <a:cs typeface="Times New Roman" panose="02020603050405020304" pitchFamily="18" charset="0"/>
            </a:endParaRPr>
          </a:p>
          <a:p>
            <a:pPr marL="287338" indent="-287338" algn="just">
              <a:buClr>
                <a:schemeClr val="accent1">
                  <a:lumMod val="50000"/>
                </a:schemeClr>
              </a:buClr>
              <a:buFontTx/>
              <a:buNone/>
              <a:defRPr/>
            </a:pPr>
            <a:endParaRPr lang="en-US" sz="2600" b="1" i="1" dirty="0" smtClean="0">
              <a:solidFill>
                <a:schemeClr val="tx1"/>
              </a:solidFill>
              <a:latin typeface="Calibri" pitchFamily="34" charset="0"/>
              <a:cs typeface="Times New Roman" panose="02020603050405020304" pitchFamily="18" charset="0"/>
            </a:endParaRPr>
          </a:p>
          <a:p>
            <a:pPr marL="287338" indent="-287338" algn="just">
              <a:buClr>
                <a:schemeClr val="accent1">
                  <a:lumMod val="50000"/>
                </a:schemeClr>
              </a:buClr>
              <a:buFontTx/>
              <a:buNone/>
              <a:defRPr/>
            </a:pPr>
            <a:endParaRPr lang="en-US" sz="2600" dirty="0">
              <a:solidFill>
                <a:schemeClr val="tx1"/>
              </a:solidFill>
              <a:latin typeface="Calibri" pitchFamily="34" charset="0"/>
              <a:cs typeface="Times New Roman" panose="02020603050405020304" pitchFamily="18" charset="0"/>
            </a:endParaRPr>
          </a:p>
          <a:p>
            <a:pPr marL="287338" indent="-287338" algn="just">
              <a:buClr>
                <a:schemeClr val="accent1">
                  <a:lumMod val="50000"/>
                </a:schemeClr>
              </a:buClr>
              <a:buFontTx/>
              <a:buNone/>
              <a:defRPr/>
            </a:pPr>
            <a:endParaRPr lang="en-US" sz="2600" dirty="0">
              <a:solidFill>
                <a:schemeClr val="tx1"/>
              </a:solidFill>
              <a:latin typeface="Calibri" pitchFamily="34" charset="0"/>
              <a:cs typeface="Times New Roman" panose="02020603050405020304" pitchFamily="18" charset="0"/>
            </a:endParaRPr>
          </a:p>
          <a:p>
            <a:pPr marL="287338" indent="-287338" algn="just">
              <a:buClr>
                <a:schemeClr val="accent1">
                  <a:lumMod val="50000"/>
                </a:schemeClr>
              </a:buClr>
              <a:buFont typeface="Wingdings" panose="05000000000000000000" pitchFamily="2" charset="2"/>
              <a:buChar char="q"/>
              <a:defRPr/>
            </a:pPr>
            <a:r>
              <a:rPr lang="en-US" sz="2900" dirty="0">
                <a:solidFill>
                  <a:schemeClr val="tx1"/>
                </a:solidFill>
                <a:latin typeface="Calibri" pitchFamily="34" charset="0"/>
                <a:cs typeface="Times New Roman" panose="02020603050405020304" pitchFamily="18" charset="0"/>
              </a:rPr>
              <a:t>W is called a subspace of vector space V if W is itself a vector space under addition and scalar multiplication inherited from V. </a:t>
            </a:r>
            <a:r>
              <a:rPr lang="en-US" sz="2900" dirty="0" smtClean="0">
                <a:solidFill>
                  <a:schemeClr val="tx1"/>
                </a:solidFill>
                <a:latin typeface="Calibri" pitchFamily="34" charset="0"/>
                <a:cs typeface="Times New Roman" panose="02020603050405020304" pitchFamily="18" charset="0"/>
              </a:rPr>
              <a:t>          </a:t>
            </a:r>
            <a:endParaRPr lang="en-US" dirty="0">
              <a:solidFill>
                <a:schemeClr val="tx1"/>
              </a:solidFill>
              <a:latin typeface="Calibri" pitchFamily="34" charset="0"/>
            </a:endParaRPr>
          </a:p>
        </p:txBody>
      </p:sp>
      <p:sp>
        <p:nvSpPr>
          <p:cNvPr id="12"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dirty="0"/>
          </a:p>
        </p:txBody>
      </p:sp>
      <p:sp>
        <p:nvSpPr>
          <p:cNvPr id="6" name="Rectangle 5">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latin typeface="Calibri" panose="020F0502020204030204" pitchFamily="34" charset="0"/>
                <a:cs typeface="Calibri" panose="020F0502020204030204" pitchFamily="34" charset="0"/>
              </a:rPr>
              <a:t>Linear Algebra and Random Process</a:t>
            </a:r>
            <a:endParaRPr lang="en-US" dirty="0">
              <a:ln w="12700">
                <a:solidFill>
                  <a:schemeClr val="dk1"/>
                </a:solidFill>
              </a:ln>
              <a:solidFill>
                <a:schemeClr val="tx1"/>
              </a:solidFill>
            </a:endParaRPr>
          </a:p>
        </p:txBody>
      </p:sp>
      <p:pic>
        <p:nvPicPr>
          <p:cNvPr id="9" name="Picture 8"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13" name="Object 12"/>
          <p:cNvGraphicFramePr>
            <a:graphicFrameLocks noChangeAspect="1"/>
          </p:cNvGraphicFramePr>
          <p:nvPr/>
        </p:nvGraphicFramePr>
        <p:xfrm>
          <a:off x="5118100" y="2336800"/>
          <a:ext cx="914400" cy="198438"/>
        </p:xfrm>
        <a:graphic>
          <a:graphicData uri="http://schemas.openxmlformats.org/presentationml/2006/ole">
            <p:oleObj spid="_x0000_s30320" name="Equation" r:id="rId4" imgW="435285" imgH="677109" progId="Equation.DSMT4">
              <p:embed/>
            </p:oleObj>
          </a:graphicData>
        </a:graphic>
      </p:graphicFrame>
      <p:graphicFrame>
        <p:nvGraphicFramePr>
          <p:cNvPr id="29704" name="Object 8"/>
          <p:cNvGraphicFramePr>
            <a:graphicFrameLocks noChangeAspect="1"/>
          </p:cNvGraphicFramePr>
          <p:nvPr>
            <p:extLst>
              <p:ext uri="{D42A27DB-BD31-4B8C-83A1-F6EECF244321}">
                <p14:modId xmlns:p14="http://schemas.microsoft.com/office/powerpoint/2010/main" xmlns="" val="1608832022"/>
              </p:ext>
            </p:extLst>
          </p:nvPr>
        </p:nvGraphicFramePr>
        <p:xfrm>
          <a:off x="1143000" y="3048000"/>
          <a:ext cx="1384300" cy="203200"/>
        </p:xfrm>
        <a:graphic>
          <a:graphicData uri="http://schemas.openxmlformats.org/presentationml/2006/ole">
            <p:oleObj spid="_x0000_s30321" name="Equation" r:id="rId5" imgW="1384300" imgH="203200" progId="Equation.DSMT4">
              <p:embed/>
            </p:oleObj>
          </a:graphicData>
        </a:graphic>
      </p:graphicFrame>
      <p:graphicFrame>
        <p:nvGraphicFramePr>
          <p:cNvPr id="29705" name="Object 9"/>
          <p:cNvGraphicFramePr>
            <a:graphicFrameLocks noChangeAspect="1"/>
          </p:cNvGraphicFramePr>
          <p:nvPr/>
        </p:nvGraphicFramePr>
        <p:xfrm>
          <a:off x="5029200" y="3048000"/>
          <a:ext cx="1879600" cy="203200"/>
        </p:xfrm>
        <a:graphic>
          <a:graphicData uri="http://schemas.openxmlformats.org/presentationml/2006/ole">
            <p:oleObj spid="_x0000_s30322" name="Equation" r:id="rId6" imgW="1651000" imgH="203200" progId="Equation.DSMT4">
              <p:embed/>
            </p:oleObj>
          </a:graphicData>
        </a:graphic>
      </p:graphicFrame>
      <p:graphicFrame>
        <p:nvGraphicFramePr>
          <p:cNvPr id="29706" name="Object 10"/>
          <p:cNvGraphicFramePr>
            <a:graphicFrameLocks noChangeAspect="1"/>
          </p:cNvGraphicFramePr>
          <p:nvPr/>
        </p:nvGraphicFramePr>
        <p:xfrm>
          <a:off x="1143000" y="3429000"/>
          <a:ext cx="1828800" cy="203200"/>
        </p:xfrm>
        <a:graphic>
          <a:graphicData uri="http://schemas.openxmlformats.org/presentationml/2006/ole">
            <p:oleObj spid="_x0000_s30323" name="Equation" r:id="rId7" imgW="1828800" imgH="203200" progId="Equation.DSMT4">
              <p:embed/>
            </p:oleObj>
          </a:graphicData>
        </a:graphic>
      </p:graphicFrame>
      <p:graphicFrame>
        <p:nvGraphicFramePr>
          <p:cNvPr id="29707" name="Object 11"/>
          <p:cNvGraphicFramePr>
            <a:graphicFrameLocks noChangeAspect="1"/>
          </p:cNvGraphicFramePr>
          <p:nvPr/>
        </p:nvGraphicFramePr>
        <p:xfrm>
          <a:off x="5029200" y="3429000"/>
          <a:ext cx="2476500" cy="203200"/>
        </p:xfrm>
        <a:graphic>
          <a:graphicData uri="http://schemas.openxmlformats.org/presentationml/2006/ole">
            <p:oleObj spid="_x0000_s30324" name="Equation" r:id="rId8" imgW="2476500" imgH="203200" progId="Equation.DSMT4">
              <p:embed/>
            </p:oleObj>
          </a:graphicData>
        </a:graphic>
      </p:graphicFrame>
      <p:graphicFrame>
        <p:nvGraphicFramePr>
          <p:cNvPr id="29708" name="Object 12"/>
          <p:cNvGraphicFramePr>
            <a:graphicFrameLocks noChangeAspect="1"/>
          </p:cNvGraphicFramePr>
          <p:nvPr/>
        </p:nvGraphicFramePr>
        <p:xfrm>
          <a:off x="1143000" y="3810000"/>
          <a:ext cx="2362200" cy="254000"/>
        </p:xfrm>
        <a:graphic>
          <a:graphicData uri="http://schemas.openxmlformats.org/presentationml/2006/ole">
            <p:oleObj spid="_x0000_s30325" name="Equation" r:id="rId9" imgW="2311400" imgH="254000" progId="Equation.DSMT4">
              <p:embed/>
            </p:oleObj>
          </a:graphicData>
        </a:graphic>
      </p:graphicFrame>
      <p:graphicFrame>
        <p:nvGraphicFramePr>
          <p:cNvPr id="29709" name="Object 13"/>
          <p:cNvGraphicFramePr>
            <a:graphicFrameLocks noChangeAspect="1"/>
          </p:cNvGraphicFramePr>
          <p:nvPr/>
        </p:nvGraphicFramePr>
        <p:xfrm>
          <a:off x="5029200" y="3810000"/>
          <a:ext cx="2501900" cy="254000"/>
        </p:xfrm>
        <a:graphic>
          <a:graphicData uri="http://schemas.openxmlformats.org/presentationml/2006/ole">
            <p:oleObj spid="_x0000_s30326" name="Equation" r:id="rId10" imgW="2501900" imgH="254000" progId="Equation.DSMT4">
              <p:embed/>
            </p:oleObj>
          </a:graphicData>
        </a:graphic>
      </p:graphicFrame>
      <p:graphicFrame>
        <p:nvGraphicFramePr>
          <p:cNvPr id="29711" name="Object 15"/>
          <p:cNvGraphicFramePr>
            <a:graphicFrameLocks noChangeAspect="1"/>
          </p:cNvGraphicFramePr>
          <p:nvPr/>
        </p:nvGraphicFramePr>
        <p:xfrm>
          <a:off x="1143000" y="4267200"/>
          <a:ext cx="622300" cy="177800"/>
        </p:xfrm>
        <a:graphic>
          <a:graphicData uri="http://schemas.openxmlformats.org/presentationml/2006/ole">
            <p:oleObj spid="_x0000_s30327" name="Equation" r:id="rId11" imgW="621760" imgH="177646" progId="Equation.DSMT4">
              <p:embed/>
            </p:oleObj>
          </a:graphicData>
        </a:graphic>
      </p:graphicFrame>
      <p:graphicFrame>
        <p:nvGraphicFramePr>
          <p:cNvPr id="29712" name="Object 16"/>
          <p:cNvGraphicFramePr>
            <a:graphicFrameLocks noChangeAspect="1"/>
          </p:cNvGraphicFramePr>
          <p:nvPr/>
        </p:nvGraphicFramePr>
        <p:xfrm>
          <a:off x="5029200" y="4191000"/>
          <a:ext cx="2362200" cy="203200"/>
        </p:xfrm>
        <a:graphic>
          <a:graphicData uri="http://schemas.openxmlformats.org/presentationml/2006/ole">
            <p:oleObj spid="_x0000_s30328" name="Equation" r:id="rId12" imgW="2298700" imgH="203200" progId="Equation.DSMT4">
              <p:embed/>
            </p:oleObj>
          </a:graphicData>
        </a:graphic>
      </p:graphicFrame>
      <p:graphicFrame>
        <p:nvGraphicFramePr>
          <p:cNvPr id="29713" name="Object 17"/>
          <p:cNvGraphicFramePr>
            <a:graphicFrameLocks noChangeAspect="1"/>
          </p:cNvGraphicFramePr>
          <p:nvPr/>
        </p:nvGraphicFramePr>
        <p:xfrm>
          <a:off x="1143000" y="4572000"/>
          <a:ext cx="787400" cy="254000"/>
        </p:xfrm>
        <a:graphic>
          <a:graphicData uri="http://schemas.openxmlformats.org/presentationml/2006/ole">
            <p:oleObj spid="_x0000_s30329" name="Equation" r:id="rId13" imgW="787058" imgH="253890" progId="Equation.DSMT4">
              <p:embed/>
            </p:oleObj>
          </a:graphicData>
        </a:graphic>
      </p:graphicFrame>
      <p:graphicFrame>
        <p:nvGraphicFramePr>
          <p:cNvPr id="29714" name="Object 18"/>
          <p:cNvGraphicFramePr>
            <a:graphicFrameLocks noChangeAspect="1"/>
          </p:cNvGraphicFramePr>
          <p:nvPr/>
        </p:nvGraphicFramePr>
        <p:xfrm>
          <a:off x="5029200" y="4648200"/>
          <a:ext cx="1066800" cy="177800"/>
        </p:xfrm>
        <a:graphic>
          <a:graphicData uri="http://schemas.openxmlformats.org/presentationml/2006/ole">
            <p:oleObj spid="_x0000_s30330" name="Equation" r:id="rId14" imgW="926698" imgH="177723" progId="Equation.DSMT4">
              <p:embed/>
            </p:oleObj>
          </a:graphicData>
        </a:graphic>
      </p:graphicFrame>
    </p:spTree>
    <p:extLst>
      <p:ext uri="{BB962C8B-B14F-4D97-AF65-F5344CB8AC3E}">
        <p14:creationId xmlns:p14="http://schemas.microsoft.com/office/powerpoint/2010/main" xmlns="" val="714529974"/>
      </p:ext>
    </p:extLst>
  </p:cSld>
  <p:clrMapOvr>
    <a:masterClrMapping/>
  </p:clrMapOvr>
  <p:transition>
    <p:pull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400" b="1" dirty="0">
                <a:solidFill>
                  <a:schemeClr val="tx1"/>
                </a:solidFill>
                <a:latin typeface="Calibri" panose="020F0502020204030204" pitchFamily="34" charset="0"/>
                <a:cs typeface="Calibri" panose="020F0502020204030204" pitchFamily="34" charset="0"/>
              </a:rPr>
              <a:t>Matrices</a:t>
            </a:r>
            <a:endParaRPr lang="en-US" sz="4400" dirty="0">
              <a:solidFill>
                <a:schemeClr val="tx1"/>
              </a:solidFill>
            </a:endParaRPr>
          </a:p>
        </p:txBody>
      </p:sp>
      <p:sp>
        <p:nvSpPr>
          <p:cNvPr id="3" name="Content Placeholder 2"/>
          <p:cNvSpPr>
            <a:spLocks noGrp="1"/>
          </p:cNvSpPr>
          <p:nvPr>
            <p:ph idx="1"/>
          </p:nvPr>
        </p:nvSpPr>
        <p:spPr>
          <a:xfrm>
            <a:off x="838200" y="1828800"/>
            <a:ext cx="8077200" cy="4495800"/>
          </a:xfrm>
        </p:spPr>
        <p:txBody>
          <a:bodyPr>
            <a:normAutofit/>
          </a:bodyPr>
          <a:lstStyle/>
          <a:p>
            <a:pPr marL="287338" indent="-287338" algn="just">
              <a:lnSpc>
                <a:spcPct val="150000"/>
              </a:lnSpc>
              <a:buClr>
                <a:schemeClr val="accent1">
                  <a:lumMod val="50000"/>
                </a:schemeClr>
              </a:buClr>
              <a:buFont typeface="Wingdings" panose="05000000000000000000" pitchFamily="2" charset="2"/>
              <a:buChar char="q"/>
              <a:defRPr/>
            </a:pPr>
            <a:r>
              <a:rPr lang="en-US" sz="1600" dirty="0" smtClean="0">
                <a:solidFill>
                  <a:schemeClr val="tx1"/>
                </a:solidFill>
                <a:latin typeface="Calibri" pitchFamily="34" charset="0"/>
              </a:rPr>
              <a:t>A </a:t>
            </a:r>
            <a:r>
              <a:rPr lang="en-US" sz="1600" b="1" dirty="0" smtClean="0">
                <a:solidFill>
                  <a:schemeClr val="tx1"/>
                </a:solidFill>
                <a:latin typeface="Calibri" pitchFamily="34" charset="0"/>
              </a:rPr>
              <a:t>matrix</a:t>
            </a:r>
            <a:r>
              <a:rPr lang="en-US" sz="1600" dirty="0" smtClean="0">
                <a:solidFill>
                  <a:schemeClr val="tx1"/>
                </a:solidFill>
                <a:latin typeface="Calibri" pitchFamily="34" charset="0"/>
              </a:rPr>
              <a:t> is a rectangular array of numbers, symbols, or expressions, arranged in rows and columns.</a:t>
            </a:r>
            <a:endParaRPr lang="en-US" sz="1600" dirty="0" smtClean="0">
              <a:solidFill>
                <a:schemeClr val="tx1"/>
              </a:solidFill>
              <a:latin typeface="Calibri" pitchFamily="34" charset="0"/>
              <a:cs typeface="Times New Roman" panose="02020603050405020304" pitchFamily="18" charset="0"/>
            </a:endParaRPr>
          </a:p>
          <a:p>
            <a:pPr marL="287338" indent="-287338" algn="just">
              <a:lnSpc>
                <a:spcPct val="150000"/>
              </a:lnSpc>
              <a:buClr>
                <a:schemeClr val="accent1">
                  <a:lumMod val="50000"/>
                </a:schemeClr>
              </a:buClr>
              <a:buFont typeface="Wingdings" panose="05000000000000000000" pitchFamily="2" charset="2"/>
              <a:buChar char="q"/>
              <a:defRPr/>
            </a:pPr>
            <a:r>
              <a:rPr lang="en-US" sz="1600" dirty="0" smtClean="0">
                <a:solidFill>
                  <a:schemeClr val="tx1"/>
                </a:solidFill>
                <a:latin typeface="Calibri" pitchFamily="34" charset="0"/>
                <a:cs typeface="Times New Roman" panose="02020603050405020304" pitchFamily="18" charset="0"/>
              </a:rPr>
              <a:t>The </a:t>
            </a:r>
            <a:r>
              <a:rPr lang="en-US" sz="1600" dirty="0">
                <a:solidFill>
                  <a:schemeClr val="tx1"/>
                </a:solidFill>
                <a:latin typeface="Calibri" pitchFamily="34" charset="0"/>
                <a:cs typeface="Times New Roman" panose="02020603050405020304" pitchFamily="18" charset="0"/>
              </a:rPr>
              <a:t>matrix operations includes addition, subtraction, multiplication and inverse of a matrix. </a:t>
            </a:r>
          </a:p>
          <a:p>
            <a:pPr marL="287338" indent="-287338" algn="just">
              <a:lnSpc>
                <a:spcPct val="150000"/>
              </a:lnSpc>
              <a:buClr>
                <a:schemeClr val="accent1">
                  <a:lumMod val="50000"/>
                </a:schemeClr>
              </a:buClr>
              <a:buFont typeface="Wingdings" panose="05000000000000000000" pitchFamily="2" charset="2"/>
              <a:buChar char="q"/>
              <a:defRPr/>
            </a:pPr>
            <a:r>
              <a:rPr lang="en-US" sz="1600" dirty="0">
                <a:solidFill>
                  <a:schemeClr val="tx1"/>
                </a:solidFill>
                <a:latin typeface="Calibri" pitchFamily="34" charset="0"/>
                <a:cs typeface="Times New Roman" panose="02020603050405020304" pitchFamily="18" charset="0"/>
              </a:rPr>
              <a:t>The matrix multiplication is </a:t>
            </a:r>
            <a:r>
              <a:rPr lang="en-US" sz="1600" dirty="0" smtClean="0">
                <a:solidFill>
                  <a:schemeClr val="tx1"/>
                </a:solidFill>
                <a:latin typeface="Calibri" pitchFamily="34" charset="0"/>
                <a:cs typeface="Times New Roman" panose="02020603050405020304" pitchFamily="18" charset="0"/>
              </a:rPr>
              <a:t>non-commutative</a:t>
            </a:r>
            <a:r>
              <a:rPr lang="en-US" sz="1600" dirty="0">
                <a:solidFill>
                  <a:schemeClr val="tx1"/>
                </a:solidFill>
                <a:latin typeface="Calibri" pitchFamily="34" charset="0"/>
                <a:cs typeface="Times New Roman" panose="02020603050405020304" pitchFamily="18" charset="0"/>
              </a:rPr>
              <a:t>, i.e</a:t>
            </a:r>
            <a:r>
              <a:rPr lang="en-US" sz="1600" dirty="0" smtClean="0">
                <a:solidFill>
                  <a:schemeClr val="tx1"/>
                </a:solidFill>
                <a:latin typeface="Calibri" pitchFamily="34" charset="0"/>
                <a:cs typeface="Times New Roman" panose="02020603050405020304" pitchFamily="18" charset="0"/>
              </a:rPr>
              <a:t>.               .</a:t>
            </a:r>
            <a:endParaRPr lang="en-US" sz="1600" dirty="0">
              <a:solidFill>
                <a:schemeClr val="tx1"/>
              </a:solidFill>
              <a:latin typeface="Calibri" pitchFamily="34" charset="0"/>
              <a:cs typeface="Times New Roman" panose="02020603050405020304" pitchFamily="18" charset="0"/>
            </a:endParaRPr>
          </a:p>
          <a:p>
            <a:pPr marL="287338" indent="-287338" algn="just">
              <a:lnSpc>
                <a:spcPct val="150000"/>
              </a:lnSpc>
              <a:buClr>
                <a:schemeClr val="accent1">
                  <a:lumMod val="50000"/>
                </a:schemeClr>
              </a:buClr>
              <a:buFont typeface="Wingdings" panose="05000000000000000000" pitchFamily="2" charset="2"/>
              <a:buChar char="q"/>
              <a:defRPr/>
            </a:pPr>
            <a:r>
              <a:rPr lang="en-US" sz="1600" dirty="0">
                <a:solidFill>
                  <a:schemeClr val="tx1"/>
                </a:solidFill>
                <a:latin typeface="Calibri" pitchFamily="34" charset="0"/>
                <a:cs typeface="Times New Roman" panose="02020603050405020304" pitchFamily="18" charset="0"/>
              </a:rPr>
              <a:t>An invertible matrix has only one inverse, i.e. the inverse is unique.</a:t>
            </a:r>
          </a:p>
          <a:p>
            <a:pPr marL="287338" indent="-287338" algn="just">
              <a:lnSpc>
                <a:spcPct val="150000"/>
              </a:lnSpc>
              <a:buClr>
                <a:schemeClr val="accent1">
                  <a:lumMod val="50000"/>
                </a:schemeClr>
              </a:buClr>
              <a:buFont typeface="Wingdings" panose="05000000000000000000" pitchFamily="2" charset="2"/>
              <a:buChar char="q"/>
              <a:defRPr/>
            </a:pPr>
            <a:r>
              <a:rPr lang="en-US" sz="1600" dirty="0" smtClean="0">
                <a:solidFill>
                  <a:schemeClr val="tx1"/>
                </a:solidFill>
                <a:latin typeface="Calibri" pitchFamily="34" charset="0"/>
                <a:cs typeface="Times New Roman" panose="02020603050405020304" pitchFamily="18" charset="0"/>
              </a:rPr>
              <a:t>The </a:t>
            </a:r>
            <a:r>
              <a:rPr lang="en-US" sz="1600" dirty="0">
                <a:solidFill>
                  <a:schemeClr val="tx1"/>
                </a:solidFill>
                <a:latin typeface="Calibri" pitchFamily="34" charset="0"/>
                <a:cs typeface="Times New Roman" panose="02020603050405020304" pitchFamily="18" charset="0"/>
              </a:rPr>
              <a:t>inverse of a invertible matrix is also invertible. Its inverse is the original matrix.</a:t>
            </a:r>
          </a:p>
          <a:p>
            <a:pPr marL="0" indent="0" algn="just">
              <a:lnSpc>
                <a:spcPct val="150000"/>
              </a:lnSpc>
              <a:buClr>
                <a:schemeClr val="accent1">
                  <a:lumMod val="50000"/>
                </a:schemeClr>
              </a:buClr>
              <a:buNone/>
              <a:defRPr/>
            </a:pPr>
            <a:r>
              <a:rPr lang="en-US" sz="1600" dirty="0">
                <a:solidFill>
                  <a:schemeClr val="tx1"/>
                </a:solidFill>
                <a:latin typeface="Calibri" pitchFamily="34" charset="0"/>
                <a:cs typeface="Times New Roman" panose="02020603050405020304" pitchFamily="18" charset="0"/>
              </a:rPr>
              <a:t>                                                             </a:t>
            </a:r>
            <a:endParaRPr lang="en-US" sz="1600" b="1" i="1" dirty="0">
              <a:solidFill>
                <a:schemeClr val="tx1"/>
              </a:solidFill>
              <a:latin typeface="Calibri" pitchFamily="34" charset="0"/>
              <a:cs typeface="Times New Roman" panose="02020603050405020304" pitchFamily="18" charset="0"/>
            </a:endParaRPr>
          </a:p>
          <a:p>
            <a:pPr marL="287338" indent="-287338" algn="just">
              <a:lnSpc>
                <a:spcPct val="150000"/>
              </a:lnSpc>
              <a:buClr>
                <a:schemeClr val="accent1">
                  <a:lumMod val="50000"/>
                </a:schemeClr>
              </a:buClr>
              <a:buFont typeface="Wingdings" panose="05000000000000000000" pitchFamily="2" charset="2"/>
              <a:buChar char="q"/>
              <a:defRPr/>
            </a:pPr>
            <a:r>
              <a:rPr lang="en-US" sz="1600" dirty="0">
                <a:solidFill>
                  <a:schemeClr val="tx1"/>
                </a:solidFill>
                <a:latin typeface="Calibri" pitchFamily="34" charset="0"/>
                <a:cs typeface="Times New Roman" panose="02020603050405020304" pitchFamily="18" charset="0"/>
              </a:rPr>
              <a:t>An </a:t>
            </a:r>
            <a:r>
              <a:rPr lang="en-US" sz="1600" i="1" dirty="0">
                <a:solidFill>
                  <a:schemeClr val="tx1"/>
                </a:solidFill>
                <a:latin typeface="Calibri" pitchFamily="34" charset="0"/>
                <a:cs typeface="Times New Roman" panose="02020603050405020304" pitchFamily="18" charset="0"/>
              </a:rPr>
              <a:t>n×n </a:t>
            </a:r>
            <a:r>
              <a:rPr lang="en-US" sz="1600" dirty="0">
                <a:solidFill>
                  <a:schemeClr val="tx1"/>
                </a:solidFill>
                <a:latin typeface="Calibri" pitchFamily="34" charset="0"/>
                <a:cs typeface="Times New Roman" panose="02020603050405020304" pitchFamily="18" charset="0"/>
              </a:rPr>
              <a:t>matrix is called elementary if it can be obtained from the identity matrix </a:t>
            </a:r>
            <a:r>
              <a:rPr lang="en-US" sz="1600" i="1" dirty="0">
                <a:solidFill>
                  <a:schemeClr val="tx1"/>
                </a:solidFill>
                <a:latin typeface="Calibri" pitchFamily="34" charset="0"/>
                <a:cs typeface="Times New Roman" panose="02020603050405020304" pitchFamily="18" charset="0"/>
              </a:rPr>
              <a:t>I</a:t>
            </a:r>
            <a:r>
              <a:rPr lang="en-US" sz="1600" i="1" baseline="-25000" dirty="0">
                <a:solidFill>
                  <a:schemeClr val="tx1"/>
                </a:solidFill>
                <a:latin typeface="Calibri" pitchFamily="34" charset="0"/>
                <a:cs typeface="Times New Roman" panose="02020603050405020304" pitchFamily="18" charset="0"/>
              </a:rPr>
              <a:t>n</a:t>
            </a:r>
            <a:r>
              <a:rPr lang="en-US" sz="1600" dirty="0">
                <a:solidFill>
                  <a:schemeClr val="tx1"/>
                </a:solidFill>
                <a:latin typeface="Calibri" pitchFamily="34" charset="0"/>
                <a:cs typeface="Times New Roman" panose="02020603050405020304" pitchFamily="18" charset="0"/>
              </a:rPr>
              <a:t> by using one and only one elementary row operation. </a:t>
            </a:r>
            <a:endParaRPr lang="en-IN" dirty="0">
              <a:solidFill>
                <a:schemeClr val="tx1"/>
              </a:solidFill>
              <a:latin typeface="Calibri" pitchFamily="34" charset="0"/>
              <a:cs typeface="Calibri" panose="020F0502020204030204" pitchFamily="34" charset="0"/>
            </a:endParaRPr>
          </a:p>
        </p:txBody>
      </p:sp>
      <p:sp>
        <p:nvSpPr>
          <p:cNvPr id="12"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dirty="0"/>
          </a:p>
        </p:txBody>
      </p:sp>
      <p:sp>
        <p:nvSpPr>
          <p:cNvPr id="6" name="Rectangle 5">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latin typeface="Calibri" panose="020F0502020204030204" pitchFamily="34" charset="0"/>
                <a:cs typeface="Calibri" panose="020F0502020204030204" pitchFamily="34" charset="0"/>
              </a:rPr>
              <a:t>Linear Algebra and Random Process</a:t>
            </a:r>
            <a:endParaRPr lang="en-US" dirty="0">
              <a:ln w="12700">
                <a:solidFill>
                  <a:schemeClr val="dk1"/>
                </a:solidFill>
              </a:ln>
              <a:solidFill>
                <a:schemeClr val="tx1"/>
              </a:solidFill>
            </a:endParaRPr>
          </a:p>
        </p:txBody>
      </p:sp>
      <p:pic>
        <p:nvPicPr>
          <p:cNvPr id="9" name="Picture 8"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13" name="Object 12"/>
          <p:cNvGraphicFramePr>
            <a:graphicFrameLocks noChangeAspect="1"/>
          </p:cNvGraphicFramePr>
          <p:nvPr/>
        </p:nvGraphicFramePr>
        <p:xfrm>
          <a:off x="3505200" y="4953000"/>
          <a:ext cx="1600200" cy="457200"/>
        </p:xfrm>
        <a:graphic>
          <a:graphicData uri="http://schemas.openxmlformats.org/presentationml/2006/ole">
            <p:oleObj spid="_x0000_s76913" name="Equation" r:id="rId4" imgW="723586" imgH="228501" progId="Equation.DSMT4">
              <p:embed/>
            </p:oleObj>
          </a:graphicData>
        </a:graphic>
      </p:graphicFrame>
      <p:graphicFrame>
        <p:nvGraphicFramePr>
          <p:cNvPr id="76802" name="Object 2"/>
          <p:cNvGraphicFramePr>
            <a:graphicFrameLocks noChangeAspect="1"/>
          </p:cNvGraphicFramePr>
          <p:nvPr/>
        </p:nvGraphicFramePr>
        <p:xfrm>
          <a:off x="5257800" y="3352800"/>
          <a:ext cx="685800" cy="304800"/>
        </p:xfrm>
        <a:graphic>
          <a:graphicData uri="http://schemas.openxmlformats.org/presentationml/2006/ole">
            <p:oleObj spid="_x0000_s76914" name="Equation" r:id="rId5" imgW="507780" imgH="177723" progId="Equation.DSMT4">
              <p:embed/>
            </p:oleObj>
          </a:graphicData>
        </a:graphic>
      </p:graphicFrame>
    </p:spTree>
    <p:extLst>
      <p:ext uri="{BB962C8B-B14F-4D97-AF65-F5344CB8AC3E}">
        <p14:creationId xmlns:p14="http://schemas.microsoft.com/office/powerpoint/2010/main" xmlns="" val="3677530826"/>
      </p:ext>
    </p:extLst>
  </p:cSld>
  <p:clrMapOvr>
    <a:masterClrMapping/>
  </p:clrMapOvr>
  <p:transition>
    <p:pull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400" b="1" dirty="0">
                <a:latin typeface="Calibri" panose="020F0502020204030204" pitchFamily="34" charset="0"/>
                <a:cs typeface="Calibri" panose="020F0502020204030204" pitchFamily="34" charset="0"/>
              </a:rPr>
              <a:t>Linear Transformation</a:t>
            </a:r>
            <a:endParaRPr lang="en-US" sz="4400" dirty="0"/>
          </a:p>
        </p:txBody>
      </p:sp>
      <p:sp>
        <p:nvSpPr>
          <p:cNvPr id="6" name="Content Placeholder 2"/>
          <p:cNvSpPr>
            <a:spLocks noGrp="1"/>
          </p:cNvSpPr>
          <p:nvPr>
            <p:ph idx="1"/>
          </p:nvPr>
        </p:nvSpPr>
        <p:spPr>
          <a:xfrm>
            <a:off x="914400" y="1921934"/>
            <a:ext cx="7772400" cy="4402666"/>
          </a:xfrm>
        </p:spPr>
        <p:txBody>
          <a:bodyPr>
            <a:noAutofit/>
          </a:bodyPr>
          <a:lstStyle/>
          <a:p>
            <a:pPr marL="287338" indent="-287338" algn="just">
              <a:buClr>
                <a:schemeClr val="accent1">
                  <a:lumMod val="50000"/>
                </a:schemeClr>
              </a:buClr>
              <a:buFont typeface="Wingdings" panose="05000000000000000000" pitchFamily="2" charset="2"/>
              <a:buChar char="q"/>
              <a:defRPr/>
            </a:pPr>
            <a:r>
              <a:rPr lang="en-US" sz="1600" dirty="0" smtClean="0">
                <a:solidFill>
                  <a:schemeClr val="tx1"/>
                </a:solidFill>
                <a:latin typeface="Calibri" pitchFamily="34" charset="0"/>
                <a:cs typeface="Times New Roman" panose="02020603050405020304" pitchFamily="18" charset="0"/>
              </a:rPr>
              <a:t>If </a:t>
            </a:r>
            <a:r>
              <a:rPr lang="en-US" sz="1600" i="1" dirty="0" smtClean="0">
                <a:solidFill>
                  <a:schemeClr val="tx1"/>
                </a:solidFill>
                <a:latin typeface="Calibri" pitchFamily="34" charset="0"/>
                <a:cs typeface="Times New Roman" panose="02020603050405020304" pitchFamily="18" charset="0"/>
              </a:rPr>
              <a:t>V, W</a:t>
            </a:r>
            <a:r>
              <a:rPr lang="en-US" sz="1600" dirty="0" smtClean="0">
                <a:solidFill>
                  <a:schemeClr val="tx1"/>
                </a:solidFill>
                <a:latin typeface="Calibri" pitchFamily="34" charset="0"/>
                <a:cs typeface="Times New Roman" panose="02020603050405020304" pitchFamily="18" charset="0"/>
              </a:rPr>
              <a:t> are two vector spaces. A linear transformation from </a:t>
            </a:r>
            <a:r>
              <a:rPr lang="en-US" sz="1600" i="1" dirty="0" smtClean="0">
                <a:solidFill>
                  <a:schemeClr val="tx1"/>
                </a:solidFill>
                <a:latin typeface="Calibri" pitchFamily="34" charset="0"/>
                <a:cs typeface="Times New Roman" panose="02020603050405020304" pitchFamily="18" charset="0"/>
              </a:rPr>
              <a:t>W</a:t>
            </a:r>
            <a:r>
              <a:rPr lang="en-US" sz="1600" dirty="0" smtClean="0">
                <a:solidFill>
                  <a:schemeClr val="tx1"/>
                </a:solidFill>
                <a:latin typeface="Calibri" pitchFamily="34" charset="0"/>
                <a:cs typeface="Times New Roman" panose="02020603050405020304" pitchFamily="18" charset="0"/>
              </a:rPr>
              <a:t> is a transformation </a:t>
            </a:r>
            <a:r>
              <a:rPr lang="en-US" sz="1600" i="1" dirty="0">
                <a:solidFill>
                  <a:schemeClr val="tx1"/>
                </a:solidFill>
                <a:latin typeface="Calibri" pitchFamily="34" charset="0"/>
                <a:cs typeface="Times New Roman" panose="02020603050405020304" pitchFamily="18" charset="0"/>
              </a:rPr>
              <a:t>T : V </a:t>
            </a:r>
            <a:r>
              <a:rPr lang="en-IN" sz="1600" i="1" dirty="0">
                <a:solidFill>
                  <a:schemeClr val="tx1"/>
                </a:solidFill>
                <a:latin typeface="Calibri" pitchFamily="34" charset="0"/>
                <a:cs typeface="Times New Roman" panose="02020603050405020304" pitchFamily="18" charset="0"/>
              </a:rPr>
              <a:t>→ </a:t>
            </a:r>
            <a:r>
              <a:rPr lang="en-IN" sz="1600" i="1" dirty="0" smtClean="0">
                <a:solidFill>
                  <a:schemeClr val="tx1"/>
                </a:solidFill>
                <a:latin typeface="Calibri" pitchFamily="34" charset="0"/>
                <a:cs typeface="Times New Roman" panose="02020603050405020304" pitchFamily="18" charset="0"/>
              </a:rPr>
              <a:t>W,    </a:t>
            </a:r>
            <a:r>
              <a:rPr lang="en-IN" sz="1600" dirty="0" smtClean="0">
                <a:solidFill>
                  <a:schemeClr val="tx1"/>
                </a:solidFill>
                <a:latin typeface="Calibri" pitchFamily="34" charset="0"/>
                <a:cs typeface="Times New Roman" panose="02020603050405020304" pitchFamily="18" charset="0"/>
              </a:rPr>
              <a:t>such that </a:t>
            </a:r>
          </a:p>
          <a:p>
            <a:pPr marL="341313" indent="-341313" algn="just">
              <a:buClr>
                <a:schemeClr val="accent1">
                  <a:lumMod val="50000"/>
                </a:schemeClr>
              </a:buClr>
              <a:buFontTx/>
              <a:buNone/>
              <a:defRPr/>
            </a:pPr>
            <a:r>
              <a:rPr lang="en-IN" sz="1600" dirty="0" smtClean="0">
                <a:solidFill>
                  <a:schemeClr val="tx1"/>
                </a:solidFill>
                <a:latin typeface="Calibri" pitchFamily="34" charset="0"/>
                <a:cs typeface="Times New Roman" panose="02020603050405020304" pitchFamily="18" charset="0"/>
              </a:rPr>
              <a:t>                                         </a:t>
            </a:r>
            <a:endParaRPr lang="en-US" sz="1600" dirty="0" smtClean="0">
              <a:solidFill>
                <a:schemeClr val="tx1"/>
              </a:solidFill>
              <a:latin typeface="Calibri" pitchFamily="34" charset="0"/>
              <a:cs typeface="Times New Roman" panose="02020603050405020304" pitchFamily="18" charset="0"/>
            </a:endParaRPr>
          </a:p>
          <a:p>
            <a:pPr marL="341313" indent="-341313" algn="just">
              <a:buClr>
                <a:schemeClr val="accent1">
                  <a:lumMod val="50000"/>
                </a:schemeClr>
              </a:buClr>
              <a:buFontTx/>
              <a:buNone/>
              <a:defRPr/>
            </a:pPr>
            <a:r>
              <a:rPr lang="en-US" sz="1600" dirty="0" smtClean="0">
                <a:solidFill>
                  <a:schemeClr val="tx1"/>
                </a:solidFill>
                <a:latin typeface="Calibri" pitchFamily="34" charset="0"/>
                <a:cs typeface="Times New Roman" panose="02020603050405020304" pitchFamily="18" charset="0"/>
              </a:rPr>
              <a:t>                                         </a:t>
            </a:r>
          </a:p>
          <a:p>
            <a:pPr marL="287338" indent="-287338" algn="just">
              <a:buClr>
                <a:schemeClr val="accent1">
                  <a:lumMod val="50000"/>
                </a:schemeClr>
              </a:buClr>
              <a:buFont typeface="Wingdings" panose="05000000000000000000" pitchFamily="2" charset="2"/>
              <a:buChar char="q"/>
              <a:defRPr/>
            </a:pPr>
            <a:r>
              <a:rPr lang="en-US" sz="1600" dirty="0" smtClean="0">
                <a:solidFill>
                  <a:schemeClr val="tx1"/>
                </a:solidFill>
                <a:latin typeface="Calibri" pitchFamily="34" charset="0"/>
                <a:cs typeface="Times New Roman" panose="02020603050405020304" pitchFamily="18" charset="0"/>
              </a:rPr>
              <a:t>Linear transformations are transformations between vectors spaces that preserves vector addition and scalar multiplication operations.</a:t>
            </a:r>
          </a:p>
          <a:p>
            <a:pPr algn="just">
              <a:buClr>
                <a:schemeClr val="accent1">
                  <a:lumMod val="50000"/>
                </a:schemeClr>
              </a:buClr>
              <a:buFont typeface="Wingdings" panose="05000000000000000000" pitchFamily="2" charset="2"/>
              <a:buChar char="ü"/>
              <a:defRPr/>
            </a:pPr>
            <a:endParaRPr lang="en-IN" sz="1400" dirty="0" smtClean="0">
              <a:solidFill>
                <a:schemeClr val="tx1"/>
              </a:solidFill>
              <a:latin typeface="Calibri" panose="020F0502020204030204" pitchFamily="34" charset="0"/>
              <a:cs typeface="Calibri" panose="020F0502020204030204" pitchFamily="34" charset="0"/>
            </a:endParaRPr>
          </a:p>
          <a:p>
            <a:pPr marL="0" indent="0" algn="just">
              <a:buClr>
                <a:schemeClr val="accent1">
                  <a:lumMod val="50000"/>
                </a:schemeClr>
              </a:buClr>
              <a:buFontTx/>
              <a:buNone/>
              <a:defRPr/>
            </a:pPr>
            <a:r>
              <a:rPr lang="en-US" sz="1400" dirty="0" smtClean="0">
                <a:solidFill>
                  <a:schemeClr val="tx1"/>
                </a:solidFill>
                <a:latin typeface="Calibri" panose="020F0502020204030204" pitchFamily="34" charset="0"/>
                <a:cs typeface="Calibri" panose="020F0502020204030204" pitchFamily="34" charset="0"/>
              </a:rPr>
              <a:t>                          A                                     B                                                        A                                    B                </a:t>
            </a:r>
          </a:p>
          <a:p>
            <a:pPr marL="0" indent="0" algn="just">
              <a:buClr>
                <a:schemeClr val="accent1">
                  <a:lumMod val="50000"/>
                </a:schemeClr>
              </a:buClr>
              <a:buFontTx/>
              <a:buNone/>
              <a:defRPr/>
            </a:pPr>
            <a:r>
              <a:rPr lang="en-US" sz="1400" dirty="0" smtClean="0">
                <a:solidFill>
                  <a:schemeClr val="tx1"/>
                </a:solidFill>
                <a:latin typeface="Calibri" panose="020F0502020204030204" pitchFamily="34" charset="0"/>
                <a:cs typeface="Calibri" panose="020F0502020204030204" pitchFamily="34" charset="0"/>
              </a:rPr>
              <a:t>                                                           </a:t>
            </a:r>
            <a:r>
              <a:rPr lang="en-US" sz="1400" i="1" dirty="0" smtClean="0">
                <a:solidFill>
                  <a:schemeClr val="tx1"/>
                </a:solidFill>
                <a:latin typeface="Calibri" panose="020F0502020204030204" pitchFamily="34" charset="0"/>
                <a:cs typeface="Calibri" panose="020F0502020204030204" pitchFamily="34" charset="0"/>
              </a:rPr>
              <a:t>f                                                                                                  f                                            </a:t>
            </a:r>
          </a:p>
          <a:p>
            <a:pPr marL="0" indent="0" algn="just">
              <a:buClr>
                <a:schemeClr val="accent1">
                  <a:lumMod val="50000"/>
                </a:schemeClr>
              </a:buClr>
              <a:buFontTx/>
              <a:buNone/>
              <a:defRPr/>
            </a:pPr>
            <a:endParaRPr lang="en-US" sz="1400" i="1" dirty="0">
              <a:solidFill>
                <a:schemeClr val="tx1"/>
              </a:solidFill>
              <a:latin typeface="Calibri" panose="020F0502020204030204" pitchFamily="34" charset="0"/>
              <a:cs typeface="Calibri" panose="020F0502020204030204" pitchFamily="34" charset="0"/>
            </a:endParaRPr>
          </a:p>
          <a:p>
            <a:pPr marL="0" indent="0" algn="just">
              <a:buClr>
                <a:schemeClr val="accent1">
                  <a:lumMod val="50000"/>
                </a:schemeClr>
              </a:buClr>
              <a:buFontTx/>
              <a:buNone/>
              <a:defRPr/>
            </a:pPr>
            <a:endParaRPr lang="en-US" sz="1400" i="1" dirty="0" smtClean="0">
              <a:solidFill>
                <a:schemeClr val="tx1"/>
              </a:solidFill>
              <a:latin typeface="Calibri" panose="020F0502020204030204" pitchFamily="34" charset="0"/>
              <a:cs typeface="Calibri" panose="020F0502020204030204" pitchFamily="34" charset="0"/>
            </a:endParaRPr>
          </a:p>
          <a:p>
            <a:pPr marL="0" indent="0" algn="just">
              <a:buClr>
                <a:schemeClr val="accent1">
                  <a:lumMod val="50000"/>
                </a:schemeClr>
              </a:buClr>
              <a:buFontTx/>
              <a:buNone/>
              <a:defRPr/>
            </a:pPr>
            <a:r>
              <a:rPr lang="en-US" sz="1400" i="1" dirty="0" smtClean="0">
                <a:solidFill>
                  <a:schemeClr val="tx1"/>
                </a:solidFill>
                <a:latin typeface="Calibri" panose="020F0502020204030204" pitchFamily="34" charset="0"/>
                <a:cs typeface="Calibri" panose="020F0502020204030204" pitchFamily="34" charset="0"/>
              </a:rPr>
              <a:t>                                            </a:t>
            </a:r>
            <a:r>
              <a:rPr lang="en-US" sz="1400" dirty="0" smtClean="0">
                <a:solidFill>
                  <a:schemeClr val="tx1"/>
                </a:solidFill>
                <a:latin typeface="Calibri" panose="020F0502020204030204" pitchFamily="34" charset="0"/>
                <a:cs typeface="Calibri" panose="020F0502020204030204" pitchFamily="34" charset="0"/>
              </a:rPr>
              <a:t>one – to – one                                                                                 onto</a:t>
            </a:r>
            <a:r>
              <a:rPr lang="en-US" sz="1400" i="1" dirty="0" smtClean="0">
                <a:solidFill>
                  <a:schemeClr val="tx1"/>
                </a:solidFill>
                <a:latin typeface="Calibri" panose="020F0502020204030204" pitchFamily="34" charset="0"/>
                <a:cs typeface="Calibri" panose="020F0502020204030204" pitchFamily="34" charset="0"/>
              </a:rPr>
              <a:t>                 </a:t>
            </a:r>
            <a:endParaRPr lang="en-IN" sz="1400" i="1" dirty="0" smtClean="0">
              <a:solidFill>
                <a:schemeClr val="tx1"/>
              </a:solidFill>
              <a:latin typeface="Calibri" panose="020F0502020204030204" pitchFamily="34" charset="0"/>
              <a:cs typeface="Calibri" panose="020F0502020204030204" pitchFamily="34" charset="0"/>
            </a:endParaRPr>
          </a:p>
        </p:txBody>
      </p:sp>
      <p:sp>
        <p:nvSpPr>
          <p:cNvPr id="33"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dirty="0"/>
          </a:p>
        </p:txBody>
      </p:sp>
      <p:grpSp>
        <p:nvGrpSpPr>
          <p:cNvPr id="7" name="Group 6"/>
          <p:cNvGrpSpPr/>
          <p:nvPr/>
        </p:nvGrpSpPr>
        <p:grpSpPr>
          <a:xfrm>
            <a:off x="2057400" y="4191000"/>
            <a:ext cx="2303463" cy="1439863"/>
            <a:chOff x="1692275" y="3860800"/>
            <a:chExt cx="2303463" cy="1439863"/>
          </a:xfrm>
        </p:grpSpPr>
        <p:sp>
          <p:nvSpPr>
            <p:cNvPr id="8" name="Oval 7"/>
            <p:cNvSpPr/>
            <p:nvPr/>
          </p:nvSpPr>
          <p:spPr>
            <a:xfrm>
              <a:off x="1692275" y="3860800"/>
              <a:ext cx="792163" cy="1439863"/>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t>.</a:t>
              </a:r>
            </a:p>
            <a:p>
              <a:pPr algn="ctr">
                <a:defRPr/>
              </a:pPr>
              <a:r>
                <a:rPr lang="en-US" dirty="0"/>
                <a:t>.</a:t>
              </a:r>
            </a:p>
            <a:p>
              <a:pPr algn="ctr">
                <a:defRPr/>
              </a:pPr>
              <a:r>
                <a:rPr lang="en-US" dirty="0"/>
                <a:t>.</a:t>
              </a:r>
              <a:endParaRPr lang="en-IN" dirty="0"/>
            </a:p>
          </p:txBody>
        </p:sp>
        <p:sp>
          <p:nvSpPr>
            <p:cNvPr id="9" name="Oval 8"/>
            <p:cNvSpPr/>
            <p:nvPr/>
          </p:nvSpPr>
          <p:spPr>
            <a:xfrm>
              <a:off x="3203575" y="3860800"/>
              <a:ext cx="792163" cy="1439863"/>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t>.</a:t>
              </a:r>
            </a:p>
            <a:p>
              <a:pPr algn="ctr">
                <a:defRPr/>
              </a:pPr>
              <a:r>
                <a:rPr lang="en-US" dirty="0"/>
                <a:t>.</a:t>
              </a:r>
            </a:p>
            <a:p>
              <a:pPr algn="ctr">
                <a:defRPr/>
              </a:pPr>
              <a:r>
                <a:rPr lang="en-US" dirty="0"/>
                <a:t>.</a:t>
              </a:r>
              <a:endParaRPr lang="en-IN" dirty="0"/>
            </a:p>
          </p:txBody>
        </p:sp>
        <p:cxnSp>
          <p:nvCxnSpPr>
            <p:cNvPr id="10" name="Straight Connector 9"/>
            <p:cNvCxnSpPr/>
            <p:nvPr/>
          </p:nvCxnSpPr>
          <p:spPr>
            <a:xfrm>
              <a:off x="2087563" y="4652963"/>
              <a:ext cx="1512887" cy="0"/>
            </a:xfrm>
            <a:prstGeom prst="line">
              <a:avLst/>
            </a:prstGeom>
          </p:spPr>
          <p:style>
            <a:lnRef idx="1">
              <a:schemeClr val="accent4"/>
            </a:lnRef>
            <a:fillRef idx="0">
              <a:schemeClr val="accent4"/>
            </a:fillRef>
            <a:effectRef idx="0">
              <a:schemeClr val="accent4"/>
            </a:effectRef>
            <a:fontRef idx="minor">
              <a:schemeClr val="tx1"/>
            </a:fontRef>
          </p:style>
        </p:cxnSp>
        <p:cxnSp>
          <p:nvCxnSpPr>
            <p:cNvPr id="11" name="Straight Connector 10"/>
            <p:cNvCxnSpPr/>
            <p:nvPr/>
          </p:nvCxnSpPr>
          <p:spPr>
            <a:xfrm>
              <a:off x="2087563" y="4365625"/>
              <a:ext cx="1512887" cy="0"/>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a:off x="2087563" y="4941888"/>
              <a:ext cx="1512887" cy="0"/>
            </a:xfrm>
            <a:prstGeom prst="line">
              <a:avLst/>
            </a:prstGeom>
          </p:spPr>
          <p:style>
            <a:lnRef idx="1">
              <a:schemeClr val="dk1"/>
            </a:lnRef>
            <a:fillRef idx="0">
              <a:schemeClr val="dk1"/>
            </a:fillRef>
            <a:effectRef idx="0">
              <a:schemeClr val="dk1"/>
            </a:effectRef>
            <a:fontRef idx="minor">
              <a:schemeClr val="tx1"/>
            </a:fontRef>
          </p:style>
        </p:cxnSp>
      </p:grpSp>
      <p:grpSp>
        <p:nvGrpSpPr>
          <p:cNvPr id="19" name="Group 18"/>
          <p:cNvGrpSpPr/>
          <p:nvPr/>
        </p:nvGrpSpPr>
        <p:grpSpPr>
          <a:xfrm>
            <a:off x="5943600" y="4114800"/>
            <a:ext cx="2325688" cy="1439863"/>
            <a:chOff x="5651500" y="3860800"/>
            <a:chExt cx="2325688" cy="1439863"/>
          </a:xfrm>
        </p:grpSpPr>
        <p:sp>
          <p:nvSpPr>
            <p:cNvPr id="20" name="Oval 19"/>
            <p:cNvSpPr/>
            <p:nvPr/>
          </p:nvSpPr>
          <p:spPr>
            <a:xfrm>
              <a:off x="5651500" y="3860800"/>
              <a:ext cx="792163" cy="1439863"/>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t>.</a:t>
              </a:r>
            </a:p>
            <a:p>
              <a:pPr algn="ctr">
                <a:defRPr/>
              </a:pPr>
              <a:r>
                <a:rPr lang="en-US" dirty="0"/>
                <a:t>.</a:t>
              </a:r>
            </a:p>
            <a:p>
              <a:pPr algn="ctr">
                <a:defRPr/>
              </a:pPr>
              <a:r>
                <a:rPr lang="en-US" dirty="0"/>
                <a:t>.</a:t>
              </a:r>
            </a:p>
            <a:p>
              <a:pPr algn="ctr">
                <a:defRPr/>
              </a:pPr>
              <a:r>
                <a:rPr lang="en-US" dirty="0"/>
                <a:t>.</a:t>
              </a:r>
              <a:endParaRPr lang="en-IN" dirty="0"/>
            </a:p>
          </p:txBody>
        </p:sp>
        <p:grpSp>
          <p:nvGrpSpPr>
            <p:cNvPr id="21" name="Group 20"/>
            <p:cNvGrpSpPr/>
            <p:nvPr/>
          </p:nvGrpSpPr>
          <p:grpSpPr>
            <a:xfrm>
              <a:off x="6040438" y="3860800"/>
              <a:ext cx="1936750" cy="1439863"/>
              <a:chOff x="6040438" y="3860800"/>
              <a:chExt cx="1936750" cy="1439863"/>
            </a:xfrm>
          </p:grpSpPr>
          <p:sp>
            <p:nvSpPr>
              <p:cNvPr id="22" name="Oval 21"/>
              <p:cNvSpPr/>
              <p:nvPr/>
            </p:nvSpPr>
            <p:spPr>
              <a:xfrm>
                <a:off x="7185025" y="3860800"/>
                <a:ext cx="792163" cy="1439863"/>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a:t>.</a:t>
                </a:r>
              </a:p>
              <a:p>
                <a:pPr algn="ctr">
                  <a:defRPr/>
                </a:pPr>
                <a:r>
                  <a:rPr lang="en-US" dirty="0"/>
                  <a:t>.</a:t>
                </a:r>
              </a:p>
              <a:p>
                <a:pPr algn="ctr">
                  <a:defRPr/>
                </a:pPr>
                <a:r>
                  <a:rPr lang="en-US" dirty="0"/>
                  <a:t>.</a:t>
                </a:r>
                <a:endParaRPr lang="en-IN" dirty="0"/>
              </a:p>
            </p:txBody>
          </p:sp>
          <p:cxnSp>
            <p:nvCxnSpPr>
              <p:cNvPr id="23" name="Straight Connector 22"/>
              <p:cNvCxnSpPr/>
              <p:nvPr/>
            </p:nvCxnSpPr>
            <p:spPr>
              <a:xfrm>
                <a:off x="6048375" y="4221163"/>
                <a:ext cx="1533525" cy="144462"/>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p:cNvCxnSpPr/>
              <p:nvPr/>
            </p:nvCxnSpPr>
            <p:spPr>
              <a:xfrm flipV="1">
                <a:off x="6048375" y="4365625"/>
                <a:ext cx="1533525" cy="142875"/>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p:nvPr/>
            </p:nvCxnSpPr>
            <p:spPr>
              <a:xfrm flipV="1">
                <a:off x="6048375" y="4652963"/>
                <a:ext cx="1517650" cy="107950"/>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flipV="1">
                <a:off x="6040438" y="4941888"/>
                <a:ext cx="1541462" cy="106362"/>
              </a:xfrm>
              <a:prstGeom prst="line">
                <a:avLst/>
              </a:prstGeom>
            </p:spPr>
            <p:style>
              <a:lnRef idx="1">
                <a:schemeClr val="dk1"/>
              </a:lnRef>
              <a:fillRef idx="0">
                <a:schemeClr val="dk1"/>
              </a:fillRef>
              <a:effectRef idx="0">
                <a:schemeClr val="dk1"/>
              </a:effectRef>
              <a:fontRef idx="minor">
                <a:schemeClr val="tx1"/>
              </a:fontRef>
            </p:style>
          </p:cxnSp>
        </p:grpSp>
      </p:grpSp>
      <p:sp>
        <p:nvSpPr>
          <p:cNvPr id="27" name="Rectangle 26">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8" name="Rectangle 27">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9"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latin typeface="Calibri" panose="020F0502020204030204" pitchFamily="34" charset="0"/>
                <a:cs typeface="Calibri" panose="020F0502020204030204" pitchFamily="34" charset="0"/>
              </a:rPr>
              <a:t>Linear Algebra and Random Process</a:t>
            </a:r>
            <a:endParaRPr lang="en-US" dirty="0">
              <a:ln w="12700">
                <a:solidFill>
                  <a:schemeClr val="dk1"/>
                </a:solidFill>
              </a:ln>
              <a:solidFill>
                <a:schemeClr val="tx1"/>
              </a:solidFill>
            </a:endParaRPr>
          </a:p>
        </p:txBody>
      </p:sp>
      <p:pic>
        <p:nvPicPr>
          <p:cNvPr id="30" name="Picture 29"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32" name="TextBox 3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31" name="Object 30"/>
          <p:cNvGraphicFramePr>
            <a:graphicFrameLocks noChangeAspect="1"/>
          </p:cNvGraphicFramePr>
          <p:nvPr/>
        </p:nvGraphicFramePr>
        <p:xfrm>
          <a:off x="2819400" y="2438400"/>
          <a:ext cx="2895600" cy="406400"/>
        </p:xfrm>
        <a:graphic>
          <a:graphicData uri="http://schemas.openxmlformats.org/presentationml/2006/ole">
            <p:oleObj spid="_x0000_s75889" name="Equation" r:id="rId4" imgW="2273300" imgH="254000" progId="Equation.DSMT4">
              <p:embed/>
            </p:oleObj>
          </a:graphicData>
        </a:graphic>
      </p:graphicFrame>
      <p:graphicFrame>
        <p:nvGraphicFramePr>
          <p:cNvPr id="34" name="Object 33"/>
          <p:cNvGraphicFramePr>
            <a:graphicFrameLocks noChangeAspect="1"/>
          </p:cNvGraphicFramePr>
          <p:nvPr/>
        </p:nvGraphicFramePr>
        <p:xfrm>
          <a:off x="2895600" y="2895600"/>
          <a:ext cx="2895600" cy="381000"/>
        </p:xfrm>
        <a:graphic>
          <a:graphicData uri="http://schemas.openxmlformats.org/presentationml/2006/ole">
            <p:oleObj spid="_x0000_s75890" name="Equation" r:id="rId5" imgW="2082800" imgH="254000" progId="Equation.DSMT4">
              <p:embed/>
            </p:oleObj>
          </a:graphicData>
        </a:graphic>
      </p:graphicFrame>
    </p:spTree>
    <p:extLst>
      <p:ext uri="{BB962C8B-B14F-4D97-AF65-F5344CB8AC3E}">
        <p14:creationId xmlns:p14="http://schemas.microsoft.com/office/powerpoint/2010/main" xmlns="" val="4132759496"/>
      </p:ext>
    </p:extLst>
  </p:cSld>
  <p:clrMapOvr>
    <a:masterClrMapping/>
  </p:clrMapOvr>
  <p:transition>
    <p:pull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400" b="1" dirty="0">
                <a:solidFill>
                  <a:schemeClr val="tx1"/>
                </a:solidFill>
                <a:latin typeface="Calibri" panose="020F0502020204030204" pitchFamily="34" charset="0"/>
                <a:cs typeface="Calibri" panose="020F0502020204030204" pitchFamily="34" charset="0"/>
              </a:rPr>
              <a:t>Eigenvalues and Eigenvectors</a:t>
            </a:r>
            <a:endParaRPr lang="en-US" sz="4400" dirty="0">
              <a:solidFill>
                <a:schemeClr val="tx1"/>
              </a:solidFill>
            </a:endParaRPr>
          </a:p>
        </p:txBody>
      </p:sp>
      <p:sp>
        <p:nvSpPr>
          <p:cNvPr id="3" name="Content Placeholder 2"/>
          <p:cNvSpPr>
            <a:spLocks noGrp="1"/>
          </p:cNvSpPr>
          <p:nvPr>
            <p:ph idx="1"/>
          </p:nvPr>
        </p:nvSpPr>
        <p:spPr>
          <a:xfrm>
            <a:off x="838200" y="2009102"/>
            <a:ext cx="7620000" cy="4315498"/>
          </a:xfrm>
        </p:spPr>
        <p:txBody>
          <a:bodyPr>
            <a:normAutofit fontScale="55000" lnSpcReduction="20000"/>
          </a:bodyPr>
          <a:lstStyle/>
          <a:p>
            <a:pPr marL="233363" indent="-233363" algn="just">
              <a:buClr>
                <a:schemeClr val="accent1">
                  <a:lumMod val="50000"/>
                </a:schemeClr>
              </a:buClr>
              <a:buFont typeface="Wingdings" panose="05000000000000000000" pitchFamily="2" charset="2"/>
              <a:buChar char="q"/>
              <a:defRPr/>
            </a:pPr>
            <a:r>
              <a:rPr lang="en-US" sz="2600" dirty="0">
                <a:solidFill>
                  <a:schemeClr val="tx1"/>
                </a:solidFill>
                <a:latin typeface="Calibri" pitchFamily="34" charset="0"/>
                <a:cs typeface="Times New Roman" panose="02020603050405020304" pitchFamily="18" charset="0"/>
              </a:rPr>
              <a:t>Let </a:t>
            </a:r>
            <a:r>
              <a:rPr lang="en-US" sz="2600" i="1" dirty="0">
                <a:solidFill>
                  <a:schemeClr val="tx1"/>
                </a:solidFill>
                <a:latin typeface="Calibri" pitchFamily="34" charset="0"/>
                <a:cs typeface="Times New Roman" panose="02020603050405020304" pitchFamily="18" charset="0"/>
              </a:rPr>
              <a:t>A</a:t>
            </a:r>
            <a:r>
              <a:rPr lang="en-US" sz="2600" dirty="0">
                <a:solidFill>
                  <a:schemeClr val="tx1"/>
                </a:solidFill>
                <a:latin typeface="Calibri" pitchFamily="34" charset="0"/>
                <a:cs typeface="Times New Roman" panose="02020603050405020304" pitchFamily="18" charset="0"/>
              </a:rPr>
              <a:t> be an </a:t>
            </a:r>
            <a:r>
              <a:rPr lang="en-US" sz="2600" i="1" dirty="0">
                <a:solidFill>
                  <a:schemeClr val="tx1"/>
                </a:solidFill>
                <a:latin typeface="Calibri" pitchFamily="34" charset="0"/>
                <a:cs typeface="Times New Roman" panose="02020603050405020304" pitchFamily="18" charset="0"/>
              </a:rPr>
              <a:t>n x n </a:t>
            </a:r>
            <a:r>
              <a:rPr lang="en-US" sz="2600" dirty="0">
                <a:solidFill>
                  <a:schemeClr val="tx1"/>
                </a:solidFill>
                <a:latin typeface="Calibri" pitchFamily="34" charset="0"/>
                <a:cs typeface="Times New Roman" panose="02020603050405020304" pitchFamily="18" charset="0"/>
              </a:rPr>
              <a:t>matrix. A nonzero vector </a:t>
            </a:r>
            <a:r>
              <a:rPr lang="en-US" sz="2600" i="1" dirty="0">
                <a:solidFill>
                  <a:schemeClr val="tx1"/>
                </a:solidFill>
                <a:latin typeface="Calibri" pitchFamily="34" charset="0"/>
                <a:cs typeface="Times New Roman" panose="02020603050405020304" pitchFamily="18" charset="0"/>
              </a:rPr>
              <a:t>v</a:t>
            </a:r>
            <a:r>
              <a:rPr lang="en-US" sz="2600" dirty="0">
                <a:solidFill>
                  <a:schemeClr val="tx1"/>
                </a:solidFill>
                <a:latin typeface="Calibri" pitchFamily="34" charset="0"/>
                <a:cs typeface="Times New Roman" panose="02020603050405020304" pitchFamily="18" charset="0"/>
              </a:rPr>
              <a:t> is an eigenvector of </a:t>
            </a:r>
            <a:r>
              <a:rPr lang="en-US" sz="2600" i="1" dirty="0">
                <a:solidFill>
                  <a:schemeClr val="tx1"/>
                </a:solidFill>
                <a:latin typeface="Calibri" pitchFamily="34" charset="0"/>
                <a:cs typeface="Times New Roman" panose="02020603050405020304" pitchFamily="18" charset="0"/>
              </a:rPr>
              <a:t>A</a:t>
            </a:r>
            <a:r>
              <a:rPr lang="en-US" sz="2600" dirty="0">
                <a:solidFill>
                  <a:schemeClr val="tx1"/>
                </a:solidFill>
                <a:latin typeface="Calibri" pitchFamily="34" charset="0"/>
                <a:cs typeface="Times New Roman" panose="02020603050405020304" pitchFamily="18" charset="0"/>
              </a:rPr>
              <a:t> if for some scalar </a:t>
            </a:r>
          </a:p>
          <a:p>
            <a:pPr marL="341313" indent="-341313" algn="ctr">
              <a:buClr>
                <a:schemeClr val="accent1">
                  <a:lumMod val="50000"/>
                </a:schemeClr>
              </a:buClr>
              <a:buFontTx/>
              <a:buNone/>
              <a:defRPr/>
            </a:pPr>
            <a:r>
              <a:rPr lang="en-US" sz="2600" dirty="0">
                <a:solidFill>
                  <a:schemeClr val="tx1"/>
                </a:solidFill>
                <a:latin typeface="Calibri" pitchFamily="34" charset="0"/>
                <a:cs typeface="Times New Roman" panose="02020603050405020304" pitchFamily="18" charset="0"/>
              </a:rPr>
              <a:t>  </a:t>
            </a:r>
            <a:endParaRPr lang="en-IN" sz="2600" b="1" i="1" dirty="0">
              <a:solidFill>
                <a:schemeClr val="tx1"/>
              </a:solidFill>
              <a:latin typeface="Calibri" pitchFamily="34" charset="0"/>
              <a:cs typeface="Times New Roman" panose="02020603050405020304" pitchFamily="18" charset="0"/>
            </a:endParaRPr>
          </a:p>
          <a:p>
            <a:pPr marL="341313" indent="-341313" algn="just">
              <a:buClr>
                <a:schemeClr val="accent1">
                  <a:lumMod val="50000"/>
                </a:schemeClr>
              </a:buClr>
              <a:buFontTx/>
              <a:buNone/>
              <a:defRPr/>
            </a:pPr>
            <a:r>
              <a:rPr lang="en-US" sz="2600" dirty="0">
                <a:solidFill>
                  <a:schemeClr val="tx1"/>
                </a:solidFill>
                <a:latin typeface="Calibri" pitchFamily="34" charset="0"/>
                <a:cs typeface="Times New Roman" panose="02020603050405020304" pitchFamily="18" charset="0"/>
              </a:rPr>
              <a:t>                The scalar </a:t>
            </a:r>
            <a:r>
              <a:rPr lang="en-IN" sz="2600" i="1" dirty="0">
                <a:solidFill>
                  <a:schemeClr val="tx1"/>
                </a:solidFill>
                <a:latin typeface="Calibri" pitchFamily="34" charset="0"/>
                <a:cs typeface="Times New Roman" panose="02020603050405020304" pitchFamily="18" charset="0"/>
              </a:rPr>
              <a:t>λ</a:t>
            </a:r>
            <a:r>
              <a:rPr lang="en-US" sz="2600" dirty="0">
                <a:solidFill>
                  <a:schemeClr val="tx1"/>
                </a:solidFill>
                <a:latin typeface="Calibri" pitchFamily="34" charset="0"/>
                <a:cs typeface="Times New Roman" panose="02020603050405020304" pitchFamily="18" charset="0"/>
              </a:rPr>
              <a:t> is called Eigenvalue of </a:t>
            </a:r>
            <a:r>
              <a:rPr lang="en-US" sz="2600" i="1" dirty="0">
                <a:solidFill>
                  <a:schemeClr val="tx1"/>
                </a:solidFill>
                <a:latin typeface="Calibri" pitchFamily="34" charset="0"/>
                <a:cs typeface="Times New Roman" panose="02020603050405020304" pitchFamily="18" charset="0"/>
              </a:rPr>
              <a:t>A </a:t>
            </a:r>
            <a:r>
              <a:rPr lang="en-US" sz="2600" dirty="0">
                <a:solidFill>
                  <a:schemeClr val="tx1"/>
                </a:solidFill>
                <a:latin typeface="Calibri" pitchFamily="34" charset="0"/>
                <a:cs typeface="Times New Roman" panose="02020603050405020304" pitchFamily="18" charset="0"/>
              </a:rPr>
              <a:t>corresponding to the eigenvector </a:t>
            </a:r>
            <a:r>
              <a:rPr lang="en-US" sz="2600" i="1" dirty="0">
                <a:solidFill>
                  <a:schemeClr val="tx1"/>
                </a:solidFill>
                <a:latin typeface="Calibri" pitchFamily="34" charset="0"/>
                <a:cs typeface="Times New Roman" panose="02020603050405020304" pitchFamily="18" charset="0"/>
              </a:rPr>
              <a:t>v</a:t>
            </a:r>
            <a:r>
              <a:rPr lang="en-US" sz="2600" dirty="0">
                <a:solidFill>
                  <a:schemeClr val="tx1"/>
                </a:solidFill>
                <a:latin typeface="Calibri" pitchFamily="34" charset="0"/>
                <a:cs typeface="Times New Roman" panose="02020603050405020304" pitchFamily="18" charset="0"/>
              </a:rPr>
              <a:t>. </a:t>
            </a:r>
          </a:p>
          <a:p>
            <a:pPr marL="341313" indent="-341313">
              <a:buClr>
                <a:schemeClr val="accent1">
                  <a:lumMod val="50000"/>
                </a:schemeClr>
              </a:buClr>
              <a:buFontTx/>
              <a:buNone/>
              <a:defRPr/>
            </a:pPr>
            <a:endParaRPr lang="en-US" sz="2600" dirty="0">
              <a:solidFill>
                <a:schemeClr val="tx1"/>
              </a:solidFill>
              <a:latin typeface="Calibri" pitchFamily="34" charset="0"/>
              <a:cs typeface="Times New Roman" panose="02020603050405020304" pitchFamily="18" charset="0"/>
            </a:endParaRPr>
          </a:p>
          <a:p>
            <a:pPr marL="233363" indent="-233363" algn="just">
              <a:buClr>
                <a:schemeClr val="accent1">
                  <a:lumMod val="50000"/>
                </a:schemeClr>
              </a:buClr>
              <a:buFont typeface="Wingdings" panose="05000000000000000000" pitchFamily="2" charset="2"/>
              <a:buChar char="q"/>
              <a:defRPr/>
            </a:pPr>
            <a:r>
              <a:rPr lang="en-IN" sz="2600" dirty="0">
                <a:solidFill>
                  <a:schemeClr val="tx1"/>
                </a:solidFill>
                <a:latin typeface="Calibri" pitchFamily="34" charset="0"/>
                <a:cs typeface="Times New Roman" panose="02020603050405020304" pitchFamily="18" charset="0"/>
              </a:rPr>
              <a:t>For </a:t>
            </a:r>
            <a:r>
              <a:rPr lang="en-IN" sz="2600" i="1" dirty="0">
                <a:solidFill>
                  <a:schemeClr val="tx1"/>
                </a:solidFill>
                <a:latin typeface="Calibri" pitchFamily="34" charset="0"/>
                <a:cs typeface="Times New Roman" panose="02020603050405020304" pitchFamily="18" charset="0"/>
              </a:rPr>
              <a:t>λ</a:t>
            </a:r>
            <a:r>
              <a:rPr lang="en-IN" sz="2600" dirty="0">
                <a:solidFill>
                  <a:schemeClr val="tx1"/>
                </a:solidFill>
                <a:latin typeface="Calibri" pitchFamily="34" charset="0"/>
                <a:cs typeface="Times New Roman" panose="02020603050405020304" pitchFamily="18" charset="0"/>
              </a:rPr>
              <a:t> to be the eigenvalues of </a:t>
            </a:r>
            <a:r>
              <a:rPr lang="en-IN" sz="2600" i="1" dirty="0">
                <a:solidFill>
                  <a:schemeClr val="tx1"/>
                </a:solidFill>
                <a:latin typeface="Calibri" pitchFamily="34" charset="0"/>
                <a:cs typeface="Times New Roman" panose="02020603050405020304" pitchFamily="18" charset="0"/>
              </a:rPr>
              <a:t>A</a:t>
            </a:r>
            <a:r>
              <a:rPr lang="en-IN" sz="2600" dirty="0">
                <a:solidFill>
                  <a:schemeClr val="tx1"/>
                </a:solidFill>
                <a:latin typeface="Calibri" pitchFamily="34" charset="0"/>
                <a:cs typeface="Times New Roman" panose="02020603050405020304" pitchFamily="18" charset="0"/>
              </a:rPr>
              <a:t>, the condition to be satisfied is</a:t>
            </a:r>
          </a:p>
          <a:p>
            <a:pPr marL="341313" indent="-341313" algn="ctr">
              <a:buClr>
                <a:schemeClr val="accent1">
                  <a:lumMod val="50000"/>
                </a:schemeClr>
              </a:buClr>
              <a:buFontTx/>
              <a:buNone/>
              <a:defRPr/>
            </a:pPr>
            <a:r>
              <a:rPr lang="en-US" sz="2600" b="1" dirty="0">
                <a:solidFill>
                  <a:schemeClr val="tx1"/>
                </a:solidFill>
                <a:latin typeface="Calibri" pitchFamily="34" charset="0"/>
                <a:cs typeface="Times New Roman" panose="02020603050405020304" pitchFamily="18" charset="0"/>
              </a:rPr>
              <a:t>       </a:t>
            </a:r>
            <a:endParaRPr lang="en-IN" sz="2600" b="1" dirty="0">
              <a:solidFill>
                <a:schemeClr val="tx1"/>
              </a:solidFill>
              <a:latin typeface="Calibri" pitchFamily="34" charset="0"/>
              <a:cs typeface="Times New Roman" panose="02020603050405020304" pitchFamily="18" charset="0"/>
            </a:endParaRPr>
          </a:p>
          <a:p>
            <a:pPr marL="341313" indent="-341313">
              <a:buClr>
                <a:schemeClr val="accent1">
                  <a:lumMod val="50000"/>
                </a:schemeClr>
              </a:buClr>
              <a:buFontTx/>
              <a:buNone/>
              <a:defRPr/>
            </a:pPr>
            <a:endParaRPr lang="en-IN" sz="2600" b="1" i="1" dirty="0">
              <a:solidFill>
                <a:schemeClr val="tx1"/>
              </a:solidFill>
              <a:latin typeface="Calibri" pitchFamily="34" charset="0"/>
              <a:cs typeface="Times New Roman" panose="02020603050405020304" pitchFamily="18" charset="0"/>
            </a:endParaRPr>
          </a:p>
          <a:p>
            <a:pPr marL="233363" indent="-233363" algn="just">
              <a:lnSpc>
                <a:spcPct val="120000"/>
              </a:lnSpc>
              <a:buClr>
                <a:schemeClr val="accent1">
                  <a:lumMod val="50000"/>
                </a:schemeClr>
              </a:buClr>
              <a:buFont typeface="Wingdings" panose="05000000000000000000" pitchFamily="2" charset="2"/>
              <a:buChar char="q"/>
              <a:defRPr/>
            </a:pPr>
            <a:r>
              <a:rPr lang="en-US" sz="2600" dirty="0">
                <a:solidFill>
                  <a:schemeClr val="tx1"/>
                </a:solidFill>
                <a:latin typeface="Calibri" pitchFamily="34" charset="0"/>
                <a:cs typeface="Times New Roman" panose="02020603050405020304" pitchFamily="18" charset="0"/>
              </a:rPr>
              <a:t>If an </a:t>
            </a:r>
            <a:r>
              <a:rPr lang="en-US" sz="2600" i="1" dirty="0">
                <a:solidFill>
                  <a:schemeClr val="tx1"/>
                </a:solidFill>
                <a:latin typeface="Calibri" pitchFamily="34" charset="0"/>
                <a:cs typeface="Times New Roman" panose="02020603050405020304" pitchFamily="18" charset="0"/>
              </a:rPr>
              <a:t>n×n</a:t>
            </a:r>
            <a:r>
              <a:rPr lang="en-US" sz="2600" dirty="0">
                <a:solidFill>
                  <a:schemeClr val="tx1"/>
                </a:solidFill>
                <a:latin typeface="Calibri" pitchFamily="34" charset="0"/>
                <a:cs typeface="Times New Roman" panose="02020603050405020304" pitchFamily="18" charset="0"/>
              </a:rPr>
              <a:t> matrix </a:t>
            </a:r>
            <a:r>
              <a:rPr lang="en-US" sz="2600" i="1" dirty="0">
                <a:solidFill>
                  <a:schemeClr val="tx1"/>
                </a:solidFill>
                <a:latin typeface="Calibri" pitchFamily="34" charset="0"/>
                <a:cs typeface="Times New Roman" panose="02020603050405020304" pitchFamily="18" charset="0"/>
              </a:rPr>
              <a:t>A</a:t>
            </a:r>
            <a:r>
              <a:rPr lang="en-US" sz="2600" dirty="0">
                <a:solidFill>
                  <a:schemeClr val="tx1"/>
                </a:solidFill>
                <a:latin typeface="Calibri" pitchFamily="34" charset="0"/>
                <a:cs typeface="Times New Roman" panose="02020603050405020304" pitchFamily="18" charset="0"/>
              </a:rPr>
              <a:t> is similar to a diagonal matrix </a:t>
            </a:r>
            <a:r>
              <a:rPr lang="en-US" sz="2600" i="1" dirty="0">
                <a:solidFill>
                  <a:schemeClr val="tx1"/>
                </a:solidFill>
                <a:latin typeface="Calibri" pitchFamily="34" charset="0"/>
                <a:cs typeface="Times New Roman" panose="02020603050405020304" pitchFamily="18" charset="0"/>
              </a:rPr>
              <a:t>D</a:t>
            </a:r>
            <a:r>
              <a:rPr lang="en-US" sz="2600" dirty="0">
                <a:solidFill>
                  <a:schemeClr val="tx1"/>
                </a:solidFill>
                <a:latin typeface="Calibri" pitchFamily="34" charset="0"/>
                <a:cs typeface="Times New Roman" panose="02020603050405020304" pitchFamily="18" charset="0"/>
              </a:rPr>
              <a:t>, it is called diagonalizable. We also say that </a:t>
            </a:r>
            <a:r>
              <a:rPr lang="en-US" sz="2600" i="1" dirty="0">
                <a:solidFill>
                  <a:schemeClr val="tx1"/>
                </a:solidFill>
                <a:latin typeface="Calibri" pitchFamily="34" charset="0"/>
                <a:cs typeface="Times New Roman" panose="02020603050405020304" pitchFamily="18" charset="0"/>
              </a:rPr>
              <a:t>A</a:t>
            </a:r>
            <a:r>
              <a:rPr lang="en-US" sz="2600" dirty="0">
                <a:solidFill>
                  <a:schemeClr val="tx1"/>
                </a:solidFill>
                <a:latin typeface="Calibri" pitchFamily="34" charset="0"/>
                <a:cs typeface="Times New Roman" panose="02020603050405020304" pitchFamily="18" charset="0"/>
              </a:rPr>
              <a:t> can be diagonalized. This means there exists an invertible </a:t>
            </a:r>
            <a:r>
              <a:rPr lang="en-US" sz="2600" i="1" dirty="0">
                <a:solidFill>
                  <a:schemeClr val="tx1"/>
                </a:solidFill>
                <a:latin typeface="Calibri" pitchFamily="34" charset="0"/>
                <a:cs typeface="Times New Roman" panose="02020603050405020304" pitchFamily="18" charset="0"/>
              </a:rPr>
              <a:t>n×n</a:t>
            </a:r>
            <a:r>
              <a:rPr lang="en-US" sz="2600" dirty="0">
                <a:solidFill>
                  <a:schemeClr val="tx1"/>
                </a:solidFill>
                <a:latin typeface="Calibri" pitchFamily="34" charset="0"/>
                <a:cs typeface="Times New Roman" panose="02020603050405020304" pitchFamily="18" charset="0"/>
              </a:rPr>
              <a:t> matrix </a:t>
            </a:r>
            <a:r>
              <a:rPr lang="en-US" sz="2600" i="1" dirty="0">
                <a:solidFill>
                  <a:schemeClr val="tx1"/>
                </a:solidFill>
                <a:latin typeface="Calibri" pitchFamily="34" charset="0"/>
                <a:cs typeface="Times New Roman" panose="02020603050405020304" pitchFamily="18" charset="0"/>
              </a:rPr>
              <a:t>P</a:t>
            </a:r>
            <a:r>
              <a:rPr lang="en-US" sz="2600" dirty="0">
                <a:solidFill>
                  <a:schemeClr val="tx1"/>
                </a:solidFill>
                <a:latin typeface="Calibri" pitchFamily="34" charset="0"/>
                <a:cs typeface="Times New Roman" panose="02020603050405020304" pitchFamily="18" charset="0"/>
              </a:rPr>
              <a:t> such that </a:t>
            </a:r>
            <a:r>
              <a:rPr lang="en-US" sz="2600" i="1" dirty="0">
                <a:solidFill>
                  <a:schemeClr val="tx1"/>
                </a:solidFill>
                <a:latin typeface="Calibri" pitchFamily="34" charset="0"/>
                <a:cs typeface="Times New Roman" panose="02020603050405020304" pitchFamily="18" charset="0"/>
              </a:rPr>
              <a:t>P</a:t>
            </a:r>
            <a:r>
              <a:rPr lang="en-US" sz="2600" i="1" baseline="30000" dirty="0">
                <a:solidFill>
                  <a:schemeClr val="tx1"/>
                </a:solidFill>
                <a:latin typeface="Calibri" pitchFamily="34" charset="0"/>
                <a:cs typeface="Times New Roman" panose="02020603050405020304" pitchFamily="18" charset="0"/>
              </a:rPr>
              <a:t>-1</a:t>
            </a:r>
            <a:r>
              <a:rPr lang="en-US" sz="2600" i="1" dirty="0">
                <a:solidFill>
                  <a:schemeClr val="tx1"/>
                </a:solidFill>
                <a:latin typeface="Calibri" pitchFamily="34" charset="0"/>
                <a:cs typeface="Times New Roman" panose="02020603050405020304" pitchFamily="18" charset="0"/>
              </a:rPr>
              <a:t>AP</a:t>
            </a:r>
            <a:r>
              <a:rPr lang="en-US" sz="2600" dirty="0">
                <a:solidFill>
                  <a:schemeClr val="tx1"/>
                </a:solidFill>
                <a:latin typeface="Calibri" pitchFamily="34" charset="0"/>
                <a:cs typeface="Times New Roman" panose="02020603050405020304" pitchFamily="18" charset="0"/>
              </a:rPr>
              <a:t> is a diagonal matrix </a:t>
            </a:r>
            <a:r>
              <a:rPr lang="en-US" sz="2600" i="1" dirty="0">
                <a:solidFill>
                  <a:schemeClr val="tx1"/>
                </a:solidFill>
                <a:latin typeface="Calibri" pitchFamily="34" charset="0"/>
                <a:cs typeface="Times New Roman" panose="02020603050405020304" pitchFamily="18" charset="0"/>
              </a:rPr>
              <a:t>D</a:t>
            </a:r>
            <a:r>
              <a:rPr lang="en-US" sz="2600" dirty="0">
                <a:solidFill>
                  <a:schemeClr val="tx1"/>
                </a:solidFill>
                <a:latin typeface="Calibri" pitchFamily="34" charset="0"/>
                <a:cs typeface="Times New Roman" panose="02020603050405020304" pitchFamily="18" charset="0"/>
              </a:rPr>
              <a:t>.</a:t>
            </a:r>
          </a:p>
          <a:p>
            <a:pPr marL="341313" indent="-341313" algn="ctr">
              <a:buClr>
                <a:schemeClr val="accent1">
                  <a:lumMod val="50000"/>
                </a:schemeClr>
              </a:buClr>
              <a:buFontTx/>
              <a:buNone/>
              <a:defRPr/>
            </a:pPr>
            <a:r>
              <a:rPr lang="en-US" sz="2600" dirty="0">
                <a:solidFill>
                  <a:schemeClr val="tx1"/>
                </a:solidFill>
                <a:latin typeface="Calibri" pitchFamily="34" charset="0"/>
                <a:cs typeface="Times New Roman" panose="02020603050405020304" pitchFamily="18" charset="0"/>
              </a:rPr>
              <a:t>  </a:t>
            </a:r>
            <a:endParaRPr lang="en-US" sz="2600" b="1" i="1" dirty="0">
              <a:solidFill>
                <a:schemeClr val="tx1"/>
              </a:solidFill>
              <a:latin typeface="Calibri" pitchFamily="34" charset="0"/>
              <a:cs typeface="Times New Roman" panose="02020603050405020304" pitchFamily="18" charset="0"/>
            </a:endParaRPr>
          </a:p>
          <a:p>
            <a:pPr marL="341313" indent="-341313" algn="just">
              <a:buClr>
                <a:schemeClr val="accent1">
                  <a:lumMod val="50000"/>
                </a:schemeClr>
              </a:buClr>
              <a:buFontTx/>
              <a:buNone/>
              <a:defRPr/>
            </a:pPr>
            <a:r>
              <a:rPr lang="en-US" sz="2600" dirty="0">
                <a:solidFill>
                  <a:schemeClr val="tx1"/>
                </a:solidFill>
                <a:latin typeface="Calibri" pitchFamily="34" charset="0"/>
                <a:cs typeface="Times New Roman" panose="02020603050405020304" pitchFamily="18" charset="0"/>
              </a:rPr>
              <a:t>       </a:t>
            </a:r>
            <a:r>
              <a:rPr lang="en-US" sz="2600" dirty="0" smtClean="0">
                <a:solidFill>
                  <a:schemeClr val="tx1"/>
                </a:solidFill>
                <a:latin typeface="Calibri" pitchFamily="34" charset="0"/>
                <a:cs typeface="Times New Roman" panose="02020603050405020304" pitchFamily="18" charset="0"/>
              </a:rPr>
              <a:t>The </a:t>
            </a:r>
            <a:r>
              <a:rPr lang="en-US" sz="2600" dirty="0">
                <a:solidFill>
                  <a:schemeClr val="tx1"/>
                </a:solidFill>
                <a:latin typeface="Calibri" pitchFamily="34" charset="0"/>
                <a:cs typeface="Times New Roman" panose="02020603050405020304" pitchFamily="18" charset="0"/>
              </a:rPr>
              <a:t>process of finding matrices </a:t>
            </a:r>
            <a:r>
              <a:rPr lang="en-US" sz="2600" i="1" dirty="0">
                <a:solidFill>
                  <a:schemeClr val="tx1"/>
                </a:solidFill>
                <a:latin typeface="Calibri" pitchFamily="34" charset="0"/>
                <a:cs typeface="Times New Roman" panose="02020603050405020304" pitchFamily="18" charset="0"/>
              </a:rPr>
              <a:t>P</a:t>
            </a:r>
            <a:r>
              <a:rPr lang="en-US" sz="2600" dirty="0">
                <a:solidFill>
                  <a:schemeClr val="tx1"/>
                </a:solidFill>
                <a:latin typeface="Calibri" pitchFamily="34" charset="0"/>
                <a:cs typeface="Times New Roman" panose="02020603050405020304" pitchFamily="18" charset="0"/>
              </a:rPr>
              <a:t> and </a:t>
            </a:r>
            <a:r>
              <a:rPr lang="en-US" sz="2600" i="1" dirty="0">
                <a:solidFill>
                  <a:schemeClr val="tx1"/>
                </a:solidFill>
                <a:latin typeface="Calibri" pitchFamily="34" charset="0"/>
                <a:cs typeface="Times New Roman" panose="02020603050405020304" pitchFamily="18" charset="0"/>
              </a:rPr>
              <a:t>D</a:t>
            </a:r>
            <a:r>
              <a:rPr lang="en-US" sz="2600" dirty="0">
                <a:solidFill>
                  <a:schemeClr val="tx1"/>
                </a:solidFill>
                <a:latin typeface="Calibri" pitchFamily="34" charset="0"/>
                <a:cs typeface="Times New Roman" panose="02020603050405020304" pitchFamily="18" charset="0"/>
              </a:rPr>
              <a:t> as described is called diagonalization, and we say    </a:t>
            </a:r>
          </a:p>
          <a:p>
            <a:pPr marL="341313" indent="-341313" algn="just">
              <a:buClr>
                <a:schemeClr val="accent1">
                  <a:lumMod val="50000"/>
                </a:schemeClr>
              </a:buClr>
              <a:buFontTx/>
              <a:buNone/>
              <a:defRPr/>
            </a:pPr>
            <a:r>
              <a:rPr lang="en-US" sz="2600" dirty="0">
                <a:solidFill>
                  <a:schemeClr val="tx1"/>
                </a:solidFill>
                <a:latin typeface="Calibri" pitchFamily="34" charset="0"/>
                <a:cs typeface="Times New Roman" panose="02020603050405020304" pitchFamily="18" charset="0"/>
              </a:rPr>
              <a:t>       </a:t>
            </a:r>
            <a:r>
              <a:rPr lang="en-US" sz="2600" dirty="0" smtClean="0">
                <a:solidFill>
                  <a:schemeClr val="tx1"/>
                </a:solidFill>
                <a:latin typeface="Calibri" pitchFamily="34" charset="0"/>
                <a:cs typeface="Times New Roman" panose="02020603050405020304" pitchFamily="18" charset="0"/>
              </a:rPr>
              <a:t>that </a:t>
            </a:r>
            <a:r>
              <a:rPr lang="en-US" sz="2600" i="1" dirty="0">
                <a:solidFill>
                  <a:schemeClr val="tx1"/>
                </a:solidFill>
                <a:latin typeface="Calibri" pitchFamily="34" charset="0"/>
                <a:cs typeface="Times New Roman" panose="02020603050405020304" pitchFamily="18" charset="0"/>
              </a:rPr>
              <a:t>P</a:t>
            </a:r>
            <a:r>
              <a:rPr lang="en-US" sz="2600" dirty="0">
                <a:solidFill>
                  <a:schemeClr val="tx1"/>
                </a:solidFill>
                <a:latin typeface="Calibri" pitchFamily="34" charset="0"/>
                <a:cs typeface="Times New Roman" panose="02020603050405020304" pitchFamily="18" charset="0"/>
              </a:rPr>
              <a:t> and </a:t>
            </a:r>
            <a:r>
              <a:rPr lang="en-US" sz="2600" i="1" dirty="0">
                <a:solidFill>
                  <a:schemeClr val="tx1"/>
                </a:solidFill>
                <a:latin typeface="Calibri" pitchFamily="34" charset="0"/>
                <a:cs typeface="Times New Roman" panose="02020603050405020304" pitchFamily="18" charset="0"/>
              </a:rPr>
              <a:t>D</a:t>
            </a:r>
            <a:r>
              <a:rPr lang="en-US" sz="2600" dirty="0">
                <a:solidFill>
                  <a:schemeClr val="tx1"/>
                </a:solidFill>
                <a:latin typeface="Calibri" pitchFamily="34" charset="0"/>
                <a:cs typeface="Times New Roman" panose="02020603050405020304" pitchFamily="18" charset="0"/>
              </a:rPr>
              <a:t> diagonalize </a:t>
            </a:r>
            <a:r>
              <a:rPr lang="en-US" sz="2600" i="1" dirty="0">
                <a:solidFill>
                  <a:schemeClr val="tx1"/>
                </a:solidFill>
                <a:latin typeface="Calibri" pitchFamily="34" charset="0"/>
                <a:cs typeface="Times New Roman" panose="02020603050405020304" pitchFamily="18" charset="0"/>
              </a:rPr>
              <a:t>A</a:t>
            </a:r>
            <a:r>
              <a:rPr lang="en-US" sz="2600" dirty="0" smtClean="0">
                <a:solidFill>
                  <a:schemeClr val="tx1"/>
                </a:solidFill>
                <a:latin typeface="Calibri" pitchFamily="34" charset="0"/>
                <a:cs typeface="Times New Roman" panose="02020603050405020304" pitchFamily="18" charset="0"/>
              </a:rPr>
              <a:t>.</a:t>
            </a:r>
            <a:endParaRPr lang="en-IN" sz="2600" dirty="0">
              <a:solidFill>
                <a:schemeClr val="tx1"/>
              </a:solidFill>
              <a:latin typeface="Calibri" pitchFamily="34" charset="0"/>
              <a:cs typeface="Times New Roman" panose="02020603050405020304" pitchFamily="18" charset="0"/>
            </a:endParaRPr>
          </a:p>
        </p:txBody>
      </p:sp>
      <p:sp>
        <p:nvSpPr>
          <p:cNvPr id="12"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22</a:t>
            </a:fld>
            <a:endParaRPr lang="en-US" dirty="0"/>
          </a:p>
        </p:txBody>
      </p:sp>
      <p:sp>
        <p:nvSpPr>
          <p:cNvPr id="6" name="Rectangle 5">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latin typeface="Calibri" panose="020F0502020204030204" pitchFamily="34" charset="0"/>
                <a:cs typeface="Calibri" panose="020F0502020204030204" pitchFamily="34" charset="0"/>
              </a:rPr>
              <a:t>Linear Algebra and Random Process</a:t>
            </a:r>
            <a:endParaRPr lang="en-US" dirty="0">
              <a:ln w="12700">
                <a:solidFill>
                  <a:schemeClr val="dk1"/>
                </a:solidFill>
              </a:ln>
              <a:solidFill>
                <a:schemeClr val="tx1"/>
              </a:solidFill>
            </a:endParaRPr>
          </a:p>
        </p:txBody>
      </p:sp>
      <p:pic>
        <p:nvPicPr>
          <p:cNvPr id="9" name="Picture 8"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13" name="Object 12"/>
          <p:cNvGraphicFramePr>
            <a:graphicFrameLocks noChangeAspect="1"/>
          </p:cNvGraphicFramePr>
          <p:nvPr/>
        </p:nvGraphicFramePr>
        <p:xfrm>
          <a:off x="3886200" y="2286000"/>
          <a:ext cx="914400" cy="304800"/>
        </p:xfrm>
        <a:graphic>
          <a:graphicData uri="http://schemas.openxmlformats.org/presentationml/2006/ole">
            <p:oleObj spid="_x0000_s74921" name="Equation" r:id="rId4" imgW="532937" imgH="177646" progId="Equation.DSMT4">
              <p:embed/>
            </p:oleObj>
          </a:graphicData>
        </a:graphic>
      </p:graphicFrame>
      <p:graphicFrame>
        <p:nvGraphicFramePr>
          <p:cNvPr id="14" name="Object 13"/>
          <p:cNvGraphicFramePr>
            <a:graphicFrameLocks noChangeAspect="1"/>
          </p:cNvGraphicFramePr>
          <p:nvPr/>
        </p:nvGraphicFramePr>
        <p:xfrm>
          <a:off x="3733800" y="3657600"/>
          <a:ext cx="1981200" cy="381000"/>
        </p:xfrm>
        <a:graphic>
          <a:graphicData uri="http://schemas.openxmlformats.org/presentationml/2006/ole">
            <p:oleObj spid="_x0000_s74922" name="Equation" r:id="rId5" imgW="977476" imgH="203112" progId="Equation.DSMT4">
              <p:embed/>
            </p:oleObj>
          </a:graphicData>
        </a:graphic>
      </p:graphicFrame>
      <p:graphicFrame>
        <p:nvGraphicFramePr>
          <p:cNvPr id="15" name="Object 14"/>
          <p:cNvGraphicFramePr>
            <a:graphicFrameLocks noChangeAspect="1"/>
          </p:cNvGraphicFramePr>
          <p:nvPr/>
        </p:nvGraphicFramePr>
        <p:xfrm>
          <a:off x="3733800" y="4953000"/>
          <a:ext cx="1447800" cy="381000"/>
        </p:xfrm>
        <a:graphic>
          <a:graphicData uri="http://schemas.openxmlformats.org/presentationml/2006/ole">
            <p:oleObj spid="_x0000_s74923" name="Equation" r:id="rId6" imgW="723586" imgH="190417" progId="Equation.DSMT4">
              <p:embed/>
            </p:oleObj>
          </a:graphicData>
        </a:graphic>
      </p:graphicFrame>
    </p:spTree>
    <p:extLst>
      <p:ext uri="{BB962C8B-B14F-4D97-AF65-F5344CB8AC3E}">
        <p14:creationId xmlns:p14="http://schemas.microsoft.com/office/powerpoint/2010/main" xmlns="" val="2442180265"/>
      </p:ext>
    </p:extLst>
  </p:cSld>
  <p:clrMapOvr>
    <a:masterClrMapping/>
  </p:clrMapOvr>
  <p:transition>
    <p:pull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400" b="1" dirty="0">
                <a:solidFill>
                  <a:schemeClr val="tx1"/>
                </a:solidFill>
                <a:latin typeface="Calibri" panose="020F0502020204030204" pitchFamily="34" charset="0"/>
                <a:cs typeface="Calibri" panose="020F0502020204030204" pitchFamily="34" charset="0"/>
              </a:rPr>
              <a:t>Dot and Inner products</a:t>
            </a:r>
            <a:endParaRPr lang="en-US" sz="4400" dirty="0">
              <a:solidFill>
                <a:schemeClr val="tx1"/>
              </a:solidFill>
            </a:endParaRPr>
          </a:p>
        </p:txBody>
      </p:sp>
      <p:sp>
        <p:nvSpPr>
          <p:cNvPr id="13" name="Content Placeholder 12"/>
          <p:cNvSpPr>
            <a:spLocks noGrp="1"/>
          </p:cNvSpPr>
          <p:nvPr>
            <p:ph idx="1"/>
          </p:nvPr>
        </p:nvSpPr>
        <p:spPr/>
        <p:txBody>
          <a:bodyPr/>
          <a:lstStyle/>
          <a:p>
            <a:pPr>
              <a:buFont typeface="Wingdings" pitchFamily="2" charset="2"/>
              <a:buChar char="Ø"/>
            </a:pPr>
            <a:r>
              <a:rPr lang="en-US" dirty="0" smtClean="0">
                <a:solidFill>
                  <a:schemeClr val="tx1"/>
                </a:solidFill>
              </a:rPr>
              <a:t> </a:t>
            </a:r>
            <a:r>
              <a:rPr lang="en-US" dirty="0" smtClean="0">
                <a:solidFill>
                  <a:schemeClr val="tx1"/>
                </a:solidFill>
                <a:latin typeface="Calibri" pitchFamily="34" charset="0"/>
              </a:rPr>
              <a:t>The scalar or dot product of two non-zero vectors a⃗  and b⃗ ,     denoted by a⃗ .b⃗  is</a:t>
            </a:r>
          </a:p>
          <a:p>
            <a:r>
              <a:rPr lang="en-US" dirty="0" smtClean="0">
                <a:solidFill>
                  <a:schemeClr val="tx1"/>
                </a:solidFill>
                <a:latin typeface="Calibri" pitchFamily="34" charset="0"/>
              </a:rPr>
              <a:t>                                      </a:t>
            </a:r>
          </a:p>
          <a:p>
            <a:r>
              <a:rPr lang="en-US" dirty="0" smtClean="0">
                <a:solidFill>
                  <a:schemeClr val="tx1"/>
                </a:solidFill>
                <a:latin typeface="Calibri" pitchFamily="34" charset="0"/>
              </a:rPr>
              <a:t> </a:t>
            </a:r>
          </a:p>
          <a:p>
            <a:r>
              <a:rPr lang="en-US" dirty="0" smtClean="0">
                <a:solidFill>
                  <a:schemeClr val="tx1"/>
                </a:solidFill>
                <a:latin typeface="Calibri" pitchFamily="34" charset="0"/>
              </a:rPr>
              <a:t>  where θ is the angle between a⃗  and b⃗  and 0 ≤ θ ≤ π as shown in   the figure below.</a:t>
            </a:r>
          </a:p>
          <a:p>
            <a:pPr>
              <a:buFont typeface="Wingdings" pitchFamily="2" charset="2"/>
              <a:buChar char="Ø"/>
            </a:pPr>
            <a:r>
              <a:rPr lang="en-US" dirty="0" smtClean="0">
                <a:solidFill>
                  <a:schemeClr val="tx1"/>
                </a:solidFill>
                <a:latin typeface="Calibri" pitchFamily="34" charset="0"/>
              </a:rPr>
              <a:t> An inner product is a generalization of the dot product. In a vector space, it is a way to multiply vectors together, with the result of this multiplication being a scalar.</a:t>
            </a:r>
          </a:p>
          <a:p>
            <a:endParaRPr lang="en-US" dirty="0"/>
          </a:p>
        </p:txBody>
      </p:sp>
      <p:sp>
        <p:nvSpPr>
          <p:cNvPr id="12"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dirty="0"/>
          </a:p>
        </p:txBody>
      </p:sp>
      <p:sp>
        <p:nvSpPr>
          <p:cNvPr id="6" name="Rectangle 5">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latin typeface="Calibri" panose="020F0502020204030204" pitchFamily="34" charset="0"/>
                <a:cs typeface="Calibri" panose="020F0502020204030204" pitchFamily="34" charset="0"/>
              </a:rPr>
              <a:t>Linear Algebra and Random Process</a:t>
            </a:r>
            <a:endParaRPr lang="en-US" dirty="0">
              <a:ln w="12700">
                <a:solidFill>
                  <a:schemeClr val="dk1"/>
                </a:solidFill>
              </a:ln>
              <a:solidFill>
                <a:schemeClr val="tx1"/>
              </a:solidFill>
            </a:endParaRPr>
          </a:p>
        </p:txBody>
      </p:sp>
      <p:pic>
        <p:nvPicPr>
          <p:cNvPr id="9" name="Picture 8"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14" name="Object 13"/>
          <p:cNvGraphicFramePr>
            <a:graphicFrameLocks noChangeAspect="1"/>
          </p:cNvGraphicFramePr>
          <p:nvPr/>
        </p:nvGraphicFramePr>
        <p:xfrm>
          <a:off x="2971800" y="2667000"/>
          <a:ext cx="2209800" cy="609600"/>
        </p:xfrm>
        <a:graphic>
          <a:graphicData uri="http://schemas.openxmlformats.org/presentationml/2006/ole">
            <p:oleObj spid="_x0000_s25657" name="Equation" r:id="rId4" imgW="1104900" imgH="304800" progId="Equation.DSMT4">
              <p:embed/>
            </p:oleObj>
          </a:graphicData>
        </a:graphic>
      </p:graphicFrame>
    </p:spTree>
    <p:extLst>
      <p:ext uri="{BB962C8B-B14F-4D97-AF65-F5344CB8AC3E}">
        <p14:creationId xmlns:p14="http://schemas.microsoft.com/office/powerpoint/2010/main" xmlns="" val="231563883"/>
      </p:ext>
    </p:extLst>
  </p:cSld>
  <p:clrMapOvr>
    <a:masterClrMapping/>
  </p:clrMapOvr>
  <p:transition>
    <p:pull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400" b="1" dirty="0">
                <a:latin typeface="Calibri" panose="020F0502020204030204" pitchFamily="34" charset="0"/>
                <a:cs typeface="Calibri" panose="020F0502020204030204" pitchFamily="34" charset="0"/>
              </a:rPr>
              <a:t>Random Variables</a:t>
            </a:r>
            <a:endParaRPr lang="en-US" sz="4400" dirty="0"/>
          </a:p>
        </p:txBody>
      </p:sp>
      <p:sp>
        <p:nvSpPr>
          <p:cNvPr id="3" name="Content Placeholder 2"/>
          <p:cNvSpPr>
            <a:spLocks noGrp="1"/>
          </p:cNvSpPr>
          <p:nvPr>
            <p:ph idx="1"/>
          </p:nvPr>
        </p:nvSpPr>
        <p:spPr>
          <a:xfrm>
            <a:off x="914400" y="2086893"/>
            <a:ext cx="7452360" cy="4023360"/>
          </a:xfrm>
        </p:spPr>
        <p:txBody>
          <a:bodyPr>
            <a:normAutofit/>
          </a:bodyPr>
          <a:lstStyle/>
          <a:p>
            <a:pPr marL="287338" indent="-287338" algn="just">
              <a:lnSpc>
                <a:spcPct val="100000"/>
              </a:lnSpc>
              <a:buClrTx/>
              <a:buFont typeface="Wingdings" panose="05000000000000000000" pitchFamily="2" charset="2"/>
              <a:buChar char="q"/>
              <a:defRPr/>
            </a:pPr>
            <a:r>
              <a:rPr lang="en-US" sz="1800" dirty="0" smtClean="0">
                <a:solidFill>
                  <a:schemeClr val="tx1"/>
                </a:solidFill>
              </a:rPr>
              <a:t>In probability and statistics, a </a:t>
            </a:r>
            <a:r>
              <a:rPr lang="en-US" sz="1800" b="1" dirty="0" smtClean="0">
                <a:solidFill>
                  <a:schemeClr val="tx1"/>
                </a:solidFill>
              </a:rPr>
              <a:t>random variable</a:t>
            </a:r>
            <a:r>
              <a:rPr lang="en-US" sz="1800" dirty="0" smtClean="0">
                <a:solidFill>
                  <a:schemeClr val="tx1"/>
                </a:solidFill>
              </a:rPr>
              <a:t>, is described informally as a variable whose values depend on outcomes of a random phenomenon.</a:t>
            </a:r>
          </a:p>
          <a:p>
            <a:pPr marL="287338" indent="-287338" algn="just">
              <a:lnSpc>
                <a:spcPct val="100000"/>
              </a:lnSpc>
              <a:buClrTx/>
              <a:buFont typeface="Wingdings" panose="05000000000000000000" pitchFamily="2" charset="2"/>
              <a:buChar char="q"/>
              <a:defRPr/>
            </a:pPr>
            <a:r>
              <a:rPr lang="en-US" sz="1800" dirty="0" smtClean="0">
                <a:solidFill>
                  <a:schemeClr val="tx1"/>
                </a:solidFill>
                <a:cs typeface="Times New Roman" panose="02020603050405020304" pitchFamily="18" charset="0"/>
              </a:rPr>
              <a:t>Mean of a random variable</a:t>
            </a:r>
            <a:r>
              <a:rPr lang="en-US" sz="1800" dirty="0" smtClean="0">
                <a:solidFill>
                  <a:schemeClr val="tx1"/>
                </a:solidFill>
                <a:latin typeface="Times New Roman" panose="02020603050405020304" pitchFamily="18" charset="0"/>
                <a:cs typeface="Times New Roman" panose="02020603050405020304" pitchFamily="18" charset="0"/>
              </a:rPr>
              <a:t>:</a:t>
            </a:r>
          </a:p>
          <a:p>
            <a:r>
              <a:rPr lang="en-US" sz="1800" dirty="0" smtClean="0">
                <a:solidFill>
                  <a:schemeClr val="tx1"/>
                </a:solidFill>
                <a:latin typeface="Times New Roman" panose="02020603050405020304" pitchFamily="18" charset="0"/>
                <a:cs typeface="Times New Roman" panose="02020603050405020304" pitchFamily="18" charset="0"/>
              </a:rPr>
              <a:t>            </a:t>
            </a:r>
            <a:r>
              <a:rPr lang="en-US" sz="1800" b="1" dirty="0" smtClean="0">
                <a:solidFill>
                  <a:schemeClr val="tx1"/>
                </a:solidFill>
              </a:rPr>
              <a:t>Mean</a:t>
            </a:r>
            <a:r>
              <a:rPr lang="en-US" sz="1800" dirty="0" smtClean="0">
                <a:solidFill>
                  <a:schemeClr val="tx1"/>
                </a:solidFill>
              </a:rPr>
              <a:t> of a </a:t>
            </a:r>
            <a:r>
              <a:rPr lang="en-US" sz="1800" b="1" dirty="0" smtClean="0">
                <a:solidFill>
                  <a:schemeClr val="tx1"/>
                </a:solidFill>
              </a:rPr>
              <a:t>random variable</a:t>
            </a:r>
            <a:r>
              <a:rPr lang="en-US" sz="1800" dirty="0" smtClean="0">
                <a:solidFill>
                  <a:schemeClr val="tx1"/>
                </a:solidFill>
              </a:rPr>
              <a:t> shows the location or the central tendency of the </a:t>
            </a:r>
            <a:r>
              <a:rPr lang="en-US" sz="1800" b="1" dirty="0" smtClean="0">
                <a:solidFill>
                  <a:schemeClr val="tx1"/>
                </a:solidFill>
              </a:rPr>
              <a:t>random variable</a:t>
            </a:r>
            <a:r>
              <a:rPr lang="en-US" sz="1800" dirty="0" smtClean="0">
                <a:solidFill>
                  <a:schemeClr val="tx1"/>
                </a:solidFill>
              </a:rPr>
              <a:t>. It is represented in terms of </a:t>
            </a:r>
            <a:r>
              <a:rPr lang="en-US" sz="1800" b="1" dirty="0" smtClean="0">
                <a:solidFill>
                  <a:schemeClr val="tx1"/>
                </a:solidFill>
              </a:rPr>
              <a:t>expectation</a:t>
            </a:r>
            <a:r>
              <a:rPr lang="en-US" sz="1800" dirty="0" smtClean="0">
                <a:solidFill>
                  <a:schemeClr val="tx1"/>
                </a:solidFill>
              </a:rPr>
              <a:t>.  It is calculated as,</a:t>
            </a:r>
          </a:p>
          <a:p>
            <a:r>
              <a:rPr lang="en-US" sz="1800" b="1" dirty="0" smtClean="0">
                <a:solidFill>
                  <a:schemeClr val="tx1"/>
                </a:solidFill>
              </a:rPr>
              <a:t>                                    </a:t>
            </a:r>
            <a:endParaRPr lang="en-US" sz="1800" dirty="0" smtClean="0">
              <a:solidFill>
                <a:schemeClr val="tx1"/>
              </a:solidFill>
            </a:endParaRPr>
          </a:p>
          <a:p>
            <a:pPr marL="287338" indent="-287338" algn="just">
              <a:lnSpc>
                <a:spcPct val="100000"/>
              </a:lnSpc>
              <a:buClrTx/>
              <a:buNone/>
              <a:defRPr/>
            </a:pPr>
            <a:r>
              <a:rPr lang="en-IN" sz="1700" dirty="0" smtClean="0">
                <a:solidFill>
                  <a:schemeClr val="tx1"/>
                </a:solidFill>
                <a:latin typeface="Times New Roman" panose="02020603050405020304" pitchFamily="18" charset="0"/>
                <a:cs typeface="Times New Roman" panose="02020603050405020304" pitchFamily="18" charset="0"/>
              </a:rPr>
              <a:t>                                             </a:t>
            </a:r>
            <a:endParaRPr lang="en-IN" sz="1700" b="1" dirty="0">
              <a:solidFill>
                <a:schemeClr val="tx1"/>
              </a:solidFill>
              <a:latin typeface="Times New Roman" panose="02020603050405020304" pitchFamily="18" charset="0"/>
              <a:cs typeface="Times New Roman" panose="02020603050405020304" pitchFamily="18" charset="0"/>
            </a:endParaRPr>
          </a:p>
        </p:txBody>
      </p:sp>
      <p:sp>
        <p:nvSpPr>
          <p:cNvPr id="12"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24</a:t>
            </a:fld>
            <a:endParaRPr lang="en-US" dirty="0"/>
          </a:p>
        </p:txBody>
      </p:sp>
      <p:sp>
        <p:nvSpPr>
          <p:cNvPr id="6" name="Rectangle 5">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latin typeface="Calibri" panose="020F0502020204030204" pitchFamily="34" charset="0"/>
                <a:cs typeface="Calibri" panose="020F0502020204030204" pitchFamily="34" charset="0"/>
              </a:rPr>
              <a:t>Linear Algebra and Random Process</a:t>
            </a:r>
            <a:endParaRPr lang="en-US" dirty="0">
              <a:ln w="12700">
                <a:solidFill>
                  <a:schemeClr val="dk1"/>
                </a:solidFill>
              </a:ln>
              <a:solidFill>
                <a:schemeClr val="tx1"/>
              </a:solidFill>
            </a:endParaRPr>
          </a:p>
        </p:txBody>
      </p:sp>
      <p:pic>
        <p:nvPicPr>
          <p:cNvPr id="9" name="Picture 8"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13" name="Object 12"/>
          <p:cNvGraphicFramePr>
            <a:graphicFrameLocks noChangeAspect="1"/>
          </p:cNvGraphicFramePr>
          <p:nvPr/>
        </p:nvGraphicFramePr>
        <p:xfrm>
          <a:off x="3048000" y="4419600"/>
          <a:ext cx="2667000" cy="533400"/>
        </p:xfrm>
        <a:graphic>
          <a:graphicData uri="http://schemas.openxmlformats.org/presentationml/2006/ole">
            <p:oleObj spid="_x0000_s91249" name="Equation" r:id="rId4" imgW="2209800" imgH="342900" progId="Equation.DSMT4">
              <p:embed/>
            </p:oleObj>
          </a:graphicData>
        </a:graphic>
      </p:graphicFrame>
      <p:graphicFrame>
        <p:nvGraphicFramePr>
          <p:cNvPr id="14" name="Object 13"/>
          <p:cNvGraphicFramePr>
            <a:graphicFrameLocks noChangeAspect="1"/>
          </p:cNvGraphicFramePr>
          <p:nvPr/>
        </p:nvGraphicFramePr>
        <p:xfrm>
          <a:off x="3581400" y="4953000"/>
          <a:ext cx="2209800" cy="381000"/>
        </p:xfrm>
        <a:graphic>
          <a:graphicData uri="http://schemas.openxmlformats.org/presentationml/2006/ole">
            <p:oleObj spid="_x0000_s91250" name="Equation" r:id="rId5" imgW="1536700" imgH="228600" progId="Equation.DSMT4">
              <p:embed/>
            </p:oleObj>
          </a:graphicData>
        </a:graphic>
      </p:graphicFrame>
    </p:spTree>
    <p:extLst>
      <p:ext uri="{BB962C8B-B14F-4D97-AF65-F5344CB8AC3E}">
        <p14:creationId xmlns:p14="http://schemas.microsoft.com/office/powerpoint/2010/main" xmlns="" val="718623108"/>
      </p:ext>
    </p:extLst>
  </p:cSld>
  <p:clrMapOvr>
    <a:masterClrMapping/>
  </p:clrMapOvr>
  <p:transition>
    <p:pull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chemeClr val="tx1"/>
                </a:solidFill>
                <a:latin typeface="Calibri" pitchFamily="34" charset="0"/>
              </a:rPr>
              <a:t>Probability Distribution and Probability Density Function</a:t>
            </a:r>
            <a:endParaRPr lang="en-US" sz="3200" dirty="0">
              <a:solidFill>
                <a:schemeClr val="tx1"/>
              </a:solidFill>
              <a:latin typeface="Calibri" pitchFamily="34" charset="0"/>
            </a:endParaRPr>
          </a:p>
        </p:txBody>
      </p:sp>
      <p:sp>
        <p:nvSpPr>
          <p:cNvPr id="3" name="Content Placeholder 2"/>
          <p:cNvSpPr>
            <a:spLocks noGrp="1"/>
          </p:cNvSpPr>
          <p:nvPr>
            <p:ph idx="1"/>
          </p:nvPr>
        </p:nvSpPr>
        <p:spPr/>
        <p:txBody>
          <a:bodyPr/>
          <a:lstStyle/>
          <a:p>
            <a:pPr algn="just">
              <a:buFont typeface="Wingdings" pitchFamily="2" charset="2"/>
              <a:buChar char="ü"/>
            </a:pPr>
            <a:r>
              <a:rPr lang="en-US" dirty="0" smtClean="0">
                <a:solidFill>
                  <a:schemeClr val="tx1"/>
                </a:solidFill>
              </a:rPr>
              <a:t> In probability theory and statistics, a probability distribution is a mathematical function that provides the probabilities of occurrence of different possible outcomes in an experiment. It is denoted by </a:t>
            </a:r>
            <a:r>
              <a:rPr lang="en-US" b="1" i="1" dirty="0" smtClean="0">
                <a:solidFill>
                  <a:schemeClr val="tx1"/>
                </a:solidFill>
              </a:rPr>
              <a:t>F(x)</a:t>
            </a:r>
            <a:r>
              <a:rPr lang="en-US" dirty="0" smtClean="0">
                <a:solidFill>
                  <a:schemeClr val="tx1"/>
                </a:solidFill>
              </a:rPr>
              <a:t>.</a:t>
            </a:r>
          </a:p>
          <a:p>
            <a:pPr algn="just">
              <a:buFont typeface="Wingdings" pitchFamily="2" charset="2"/>
              <a:buChar char="ü"/>
            </a:pPr>
            <a:r>
              <a:rPr lang="en-US" dirty="0" smtClean="0"/>
              <a:t> </a:t>
            </a:r>
            <a:r>
              <a:rPr lang="en-US" dirty="0" smtClean="0">
                <a:solidFill>
                  <a:schemeClr val="tx1"/>
                </a:solidFill>
              </a:rPr>
              <a:t>Probability density is a function of a continuous random variable, whose integral across an interval gives the probability that the value of the variable lies within the same interval. It is denoted by </a:t>
            </a:r>
            <a:r>
              <a:rPr lang="en-US" b="1" i="1" dirty="0" smtClean="0">
                <a:solidFill>
                  <a:schemeClr val="tx1"/>
                </a:solidFill>
              </a:rPr>
              <a:t>f(x)</a:t>
            </a:r>
            <a:r>
              <a:rPr lang="en-US" dirty="0" smtClean="0">
                <a:solidFill>
                  <a:schemeClr val="tx1"/>
                </a:solidFill>
              </a:rPr>
              <a:t>.</a:t>
            </a:r>
          </a:p>
          <a:p>
            <a:pPr algn="just">
              <a:buFont typeface="Wingdings" pitchFamily="2" charset="2"/>
              <a:buChar char="ü"/>
            </a:pPr>
            <a:r>
              <a:rPr lang="en-US" dirty="0" smtClean="0">
                <a:solidFill>
                  <a:schemeClr val="tx1"/>
                </a:solidFill>
              </a:rPr>
              <a:t>The relation between them is given by:</a:t>
            </a:r>
            <a:endParaRPr lang="en-US" dirty="0">
              <a:solidFill>
                <a:schemeClr val="tx1"/>
              </a:solidFill>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dirty="0"/>
          </a:p>
        </p:txBody>
      </p:sp>
      <p:sp>
        <p:nvSpPr>
          <p:cNvPr id="6" name="TextBox 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7"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latin typeface="Calibri" panose="020F0502020204030204" pitchFamily="34" charset="0"/>
                <a:cs typeface="Calibri" panose="020F0502020204030204" pitchFamily="34" charset="0"/>
              </a:rPr>
              <a:t>Linear Algebra and Random Process</a:t>
            </a:r>
            <a:endParaRPr lang="en-US" dirty="0">
              <a:ln w="12700">
                <a:solidFill>
                  <a:schemeClr val="dk1"/>
                </a:solidFill>
              </a:ln>
              <a:solidFill>
                <a:schemeClr val="tx1"/>
              </a:solidFill>
            </a:endParaRPr>
          </a:p>
        </p:txBody>
      </p:sp>
      <p:pic>
        <p:nvPicPr>
          <p:cNvPr id="8" name="Picture 7"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graphicFrame>
        <p:nvGraphicFramePr>
          <p:cNvPr id="9" name="Object 8"/>
          <p:cNvGraphicFramePr>
            <a:graphicFrameLocks noChangeAspect="1"/>
          </p:cNvGraphicFramePr>
          <p:nvPr/>
        </p:nvGraphicFramePr>
        <p:xfrm>
          <a:off x="3048000" y="4495800"/>
          <a:ext cx="2667000" cy="1219200"/>
        </p:xfrm>
        <a:graphic>
          <a:graphicData uri="http://schemas.openxmlformats.org/presentationml/2006/ole">
            <p:oleObj spid="_x0000_s90170" name="Equation" r:id="rId4" imgW="1092200" imgH="457200" progId="Equation.DSMT4">
              <p:embed/>
            </p:oleObj>
          </a:graphicData>
        </a:graphic>
      </p:graphicFrame>
    </p:spTree>
  </p:cSld>
  <p:clrMapOvr>
    <a:masterClrMapping/>
  </p:clrMapOvr>
  <p:transition>
    <p:pull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smtClean="0">
                <a:latin typeface="Calibri" panose="020F0502020204030204" pitchFamily="34" charset="0"/>
                <a:cs typeface="Times New Roman" panose="02020603050405020304" pitchFamily="18" charset="0"/>
              </a:rPr>
              <a:t>References</a:t>
            </a:r>
            <a:endParaRPr lang="en-US" sz="4400" dirty="0">
              <a:latin typeface="Calibri" panose="020F0502020204030204" pitchFamily="34" charset="0"/>
            </a:endParaRPr>
          </a:p>
        </p:txBody>
      </p:sp>
      <p:sp>
        <p:nvSpPr>
          <p:cNvPr id="3" name="Content Placeholder 2"/>
          <p:cNvSpPr>
            <a:spLocks noGrp="1"/>
          </p:cNvSpPr>
          <p:nvPr>
            <p:ph idx="1"/>
          </p:nvPr>
        </p:nvSpPr>
        <p:spPr>
          <a:xfrm>
            <a:off x="817098" y="2007177"/>
            <a:ext cx="8168641" cy="4023360"/>
          </a:xfrm>
        </p:spPr>
        <p:txBody>
          <a:bodyPr/>
          <a:lstStyle/>
          <a:p>
            <a:pPr marL="342900" indent="-342900" algn="just">
              <a:buClr>
                <a:schemeClr val="accent1">
                  <a:lumMod val="50000"/>
                </a:schemeClr>
              </a:buClr>
              <a:buFont typeface="+mj-lt"/>
              <a:buAutoNum type="arabicPeriod"/>
            </a:pPr>
            <a:r>
              <a:rPr lang="en-US" dirty="0">
                <a:solidFill>
                  <a:schemeClr val="tx1"/>
                </a:solidFill>
                <a:cs typeface="Times New Roman" panose="02020603050405020304" pitchFamily="18" charset="0"/>
              </a:rPr>
              <a:t>Nakos, George, and David Joyner. </a:t>
            </a:r>
            <a:r>
              <a:rPr lang="en-US" i="1" dirty="0">
                <a:solidFill>
                  <a:schemeClr val="tx1"/>
                </a:solidFill>
                <a:cs typeface="Times New Roman" panose="02020603050405020304" pitchFamily="18" charset="0"/>
              </a:rPr>
              <a:t>Linear algebra with applications</a:t>
            </a:r>
            <a:r>
              <a:rPr lang="en-US" dirty="0">
                <a:solidFill>
                  <a:schemeClr val="tx1"/>
                </a:solidFill>
                <a:cs typeface="Times New Roman" panose="02020603050405020304" pitchFamily="18" charset="0"/>
              </a:rPr>
              <a:t>. PWS Publishing Company, 1998</a:t>
            </a:r>
            <a:r>
              <a:rPr lang="en-US" dirty="0" smtClean="0">
                <a:solidFill>
                  <a:schemeClr val="tx1"/>
                </a:solidFill>
                <a:cs typeface="Times New Roman" panose="02020603050405020304" pitchFamily="18" charset="0"/>
              </a:rPr>
              <a:t>.</a:t>
            </a:r>
          </a:p>
          <a:p>
            <a:pPr marL="342900" indent="-342900" algn="just">
              <a:buClr>
                <a:schemeClr val="accent1">
                  <a:lumMod val="50000"/>
                </a:schemeClr>
              </a:buClr>
              <a:buFont typeface="+mj-lt"/>
              <a:buAutoNum type="arabicPeriod"/>
            </a:pPr>
            <a:r>
              <a:rPr lang="en-US" dirty="0" smtClean="0">
                <a:solidFill>
                  <a:schemeClr val="tx1"/>
                </a:solidFill>
              </a:rPr>
              <a:t>Papoulis, Athanasios, and S. Unnikrishna Pillai. </a:t>
            </a:r>
            <a:r>
              <a:rPr lang="en-US" i="1" dirty="0" smtClean="0">
                <a:solidFill>
                  <a:schemeClr val="tx1"/>
                </a:solidFill>
              </a:rPr>
              <a:t>Probability, Random Variables, and Stochastic Processes</a:t>
            </a:r>
            <a:r>
              <a:rPr lang="en-US" dirty="0" smtClean="0">
                <a:solidFill>
                  <a:schemeClr val="tx1"/>
                </a:solidFill>
              </a:rPr>
              <a:t>. McGraw-Hill Kogakusha, Tokyo, 9th edition,1965</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3"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26</a:t>
            </a:fld>
            <a:endParaRPr lang="en-US" dirty="0"/>
          </a:p>
        </p:txBody>
      </p:sp>
      <p:sp>
        <p:nvSpPr>
          <p:cNvPr id="9" name="Rectangle 8">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 name="Rectangle 9">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1"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latin typeface="Calibri" panose="020F0502020204030204" pitchFamily="34" charset="0"/>
                <a:cs typeface="Calibri" panose="020F0502020204030204" pitchFamily="34" charset="0"/>
              </a:rPr>
              <a:t>Linear Algebra and Random Process</a:t>
            </a:r>
            <a:endParaRPr lang="en-US" dirty="0">
              <a:ln w="12700">
                <a:solidFill>
                  <a:schemeClr val="dk1"/>
                </a:solidFill>
              </a:ln>
              <a:solidFill>
                <a:schemeClr val="tx1"/>
              </a:solidFill>
            </a:endParaRPr>
          </a:p>
        </p:txBody>
      </p:sp>
      <p:pic>
        <p:nvPicPr>
          <p:cNvPr id="12" name="Picture 11" descr="C:\Users\Subhasis\Desktop\logo nit.png">
            <a:extLst>
              <a:ext uri="{FF2B5EF4-FFF2-40B4-BE49-F238E27FC236}">
                <a16:creationId xmlns="" xmlns:a16="http://schemas.microsoft.com/office/drawing/2014/main" id="{2961F01F-4C3E-4631-B88B-04A88CCA29A6}"/>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15" name="TextBox 14">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2084171457"/>
      </p:ext>
    </p:extLst>
  </p:cSld>
  <p:clrMapOvr>
    <a:masterClrMapping/>
  </p:clrMapOvr>
  <p:transition>
    <p:pull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62F7EE57-3C24-4501-B991-D9E86760D5D3}"/>
              </a:ext>
            </a:extLst>
          </p:cNvPr>
          <p:cNvSpPr>
            <a:spLocks noGrp="1"/>
          </p:cNvSpPr>
          <p:nvPr>
            <p:ph type="title"/>
          </p:nvPr>
        </p:nvSpPr>
        <p:spPr/>
        <p:txBody>
          <a:bodyPr>
            <a:normAutofit/>
          </a:bodyPr>
          <a:lstStyle/>
          <a:p>
            <a:pPr algn="ctr">
              <a:defRPr/>
            </a:pPr>
            <a:r>
              <a:rPr lang="en-US" sz="2400" b="1" dirty="0" smtClean="0">
                <a:solidFill>
                  <a:schemeClr val="tx1"/>
                </a:solidFill>
                <a:latin typeface="Calibri" pitchFamily="34" charset="0"/>
                <a:cs typeface="Times New Roman" panose="02020603050405020304" pitchFamily="18" charset="0"/>
              </a:rPr>
              <a:t>Description </a:t>
            </a:r>
            <a:r>
              <a:rPr lang="en-US" sz="2400" b="1" dirty="0">
                <a:solidFill>
                  <a:schemeClr val="tx1"/>
                </a:solidFill>
                <a:latin typeface="Calibri" pitchFamily="34" charset="0"/>
                <a:cs typeface="Times New Roman" panose="02020603050405020304" pitchFamily="18" charset="0"/>
              </a:rPr>
              <a:t>of course-III</a:t>
            </a:r>
          </a:p>
        </p:txBody>
      </p:sp>
      <p:sp>
        <p:nvSpPr>
          <p:cNvPr id="3" name="Content Placeholder 2">
            <a:extLst>
              <a:ext uri="{FF2B5EF4-FFF2-40B4-BE49-F238E27FC236}">
                <a16:creationId xmlns="" xmlns:a16="http://schemas.microsoft.com/office/drawing/2014/main" id="{19558A6C-653A-42D5-910F-6320902B3C5C}"/>
              </a:ext>
            </a:extLst>
          </p:cNvPr>
          <p:cNvSpPr>
            <a:spLocks noGrp="1"/>
          </p:cNvSpPr>
          <p:nvPr>
            <p:ph idx="1"/>
          </p:nvPr>
        </p:nvSpPr>
        <p:spPr>
          <a:xfrm>
            <a:off x="228601" y="1845734"/>
            <a:ext cx="8915400" cy="4023360"/>
          </a:xfrm>
        </p:spPr>
        <p:txBody>
          <a:bodyPr/>
          <a:lstStyle/>
          <a:p>
            <a:r>
              <a:rPr lang="en-US" sz="3000" kern="0" dirty="0">
                <a:solidFill>
                  <a:schemeClr val="tx1"/>
                </a:solidFill>
                <a:cs typeface="Times New Roman" panose="02020603050405020304" pitchFamily="18" charset="0"/>
              </a:rPr>
              <a:t>          </a:t>
            </a:r>
          </a:p>
          <a:p>
            <a:pPr marL="201168" lvl="1" indent="0">
              <a:buNone/>
            </a:pPr>
            <a:endParaRPr lang="en-US" sz="3000" kern="0" dirty="0">
              <a:solidFill>
                <a:schemeClr val="tx1"/>
              </a:solidFill>
              <a:cs typeface="Times New Roman" panose="02020603050405020304" pitchFamily="18" charset="0"/>
            </a:endParaRPr>
          </a:p>
          <a:p>
            <a:pPr marL="201168" lvl="1" indent="0">
              <a:buNone/>
            </a:pPr>
            <a:r>
              <a:rPr lang="en-US" sz="3000" kern="0" dirty="0">
                <a:solidFill>
                  <a:schemeClr val="tx1"/>
                </a:solidFill>
                <a:effectLst>
                  <a:outerShdw blurRad="38100" dist="38100" dir="2700000" algn="tl">
                    <a:srgbClr val="000000">
                      <a:alpha val="43137"/>
                    </a:srgbClr>
                  </a:outerShdw>
                </a:effectLst>
                <a:cs typeface="Times New Roman" panose="02020603050405020304" pitchFamily="18" charset="0"/>
              </a:rPr>
              <a:t>  </a:t>
            </a:r>
            <a:r>
              <a:rPr lang="en-US" sz="2800" kern="0" dirty="0">
                <a:solidFill>
                  <a:schemeClr val="accent4">
                    <a:lumMod val="50000"/>
                  </a:schemeClr>
                </a:solidFill>
                <a:effectLst>
                  <a:outerShdw blurRad="38100" dist="38100" dir="2700000" algn="tl">
                    <a:srgbClr val="000000">
                      <a:alpha val="43137"/>
                    </a:srgbClr>
                  </a:outerShdw>
                </a:effectLst>
                <a:cs typeface="Times New Roman" panose="02020603050405020304" pitchFamily="18" charset="0"/>
              </a:rPr>
              <a:t>              </a:t>
            </a:r>
            <a:r>
              <a:rPr lang="en-US" sz="3000" b="1" kern="0" dirty="0" smtClean="0">
                <a:solidFill>
                  <a:schemeClr val="tx1"/>
                </a:solidFill>
                <a:latin typeface="Calibri" pitchFamily="34" charset="0"/>
                <a:cs typeface="Times New Roman" panose="02020603050405020304" pitchFamily="18" charset="0"/>
              </a:rPr>
              <a:t>EC </a:t>
            </a:r>
            <a:r>
              <a:rPr lang="en-US" sz="3000" b="1" kern="0" dirty="0">
                <a:solidFill>
                  <a:schemeClr val="tx1"/>
                </a:solidFill>
                <a:latin typeface="Calibri" pitchFamily="34" charset="0"/>
                <a:cs typeface="Times New Roman" panose="02020603050405020304" pitchFamily="18" charset="0"/>
              </a:rPr>
              <a:t>536</a:t>
            </a:r>
            <a:r>
              <a:rPr lang="en-US" sz="3000" b="1" dirty="0">
                <a:solidFill>
                  <a:schemeClr val="tx1"/>
                </a:solidFill>
                <a:latin typeface="Calibri" pitchFamily="34" charset="0"/>
                <a:cs typeface="Times New Roman" panose="02020603050405020304" pitchFamily="18" charset="0"/>
              </a:rPr>
              <a:t>: </a:t>
            </a:r>
            <a:r>
              <a:rPr lang="en-US" sz="3000" b="1" kern="0" dirty="0">
                <a:solidFill>
                  <a:schemeClr val="tx1"/>
                </a:solidFill>
                <a:latin typeface="Calibri" pitchFamily="34" charset="0"/>
                <a:cs typeface="Times New Roman" panose="02020603050405020304" pitchFamily="18" charset="0"/>
              </a:rPr>
              <a:t>Signal </a:t>
            </a:r>
            <a:r>
              <a:rPr lang="en-US" sz="3000" b="1" kern="0" dirty="0" smtClean="0">
                <a:solidFill>
                  <a:schemeClr val="tx1"/>
                </a:solidFill>
                <a:latin typeface="Calibri" pitchFamily="34" charset="0"/>
                <a:cs typeface="Times New Roman" panose="02020603050405020304" pitchFamily="18" charset="0"/>
              </a:rPr>
              <a:t>Processing</a:t>
            </a:r>
          </a:p>
          <a:p>
            <a:pPr marL="1028700" lvl="1" indent="-540000" algn="just">
              <a:buNone/>
            </a:pPr>
            <a:r>
              <a:rPr lang="en-US" sz="3000" b="1" kern="0" dirty="0" smtClean="0">
                <a:solidFill>
                  <a:schemeClr val="accent4">
                    <a:lumMod val="50000"/>
                  </a:schemeClr>
                </a:solidFill>
                <a:effectLst>
                  <a:outerShdw blurRad="38100" dist="38100" dir="2700000" algn="tl">
                    <a:srgbClr val="000000">
                      <a:alpha val="43137"/>
                    </a:srgbClr>
                  </a:outerShdw>
                </a:effectLst>
                <a:cs typeface="Times New Roman" panose="02020603050405020304" pitchFamily="18" charset="0"/>
              </a:rPr>
              <a:t>            </a:t>
            </a:r>
            <a:r>
              <a:rPr lang="en-IN" sz="2400" dirty="0" smtClean="0">
                <a:solidFill>
                  <a:schemeClr val="tx1"/>
                </a:solidFill>
                <a:latin typeface="Calibri" pitchFamily="34" charset="0"/>
                <a:cs typeface="Times New Roman" panose="02020603050405020304" pitchFamily="18" charset="0"/>
              </a:rPr>
              <a:t>Course Instructor:</a:t>
            </a:r>
          </a:p>
          <a:p>
            <a:pPr marL="1485900" lvl="2" indent="-540000" algn="just">
              <a:buNone/>
            </a:pPr>
            <a:r>
              <a:rPr lang="en-IN" sz="2400" dirty="0" smtClean="0">
                <a:latin typeface="Calibri" pitchFamily="34" charset="0"/>
                <a:cs typeface="Times New Roman" panose="02020603050405020304" pitchFamily="18" charset="0"/>
              </a:rPr>
              <a:t>         </a:t>
            </a:r>
            <a:r>
              <a:rPr lang="en-IN" sz="2400" dirty="0" smtClean="0">
                <a:solidFill>
                  <a:schemeClr val="tx1"/>
                </a:solidFill>
                <a:latin typeface="Calibri" pitchFamily="34" charset="0"/>
                <a:cs typeface="Times New Roman" panose="02020603050405020304" pitchFamily="18" charset="0"/>
              </a:rPr>
              <a:t>Dr. R.K.Karsh, Assistant professor, </a:t>
            </a:r>
          </a:p>
          <a:p>
            <a:pPr marL="1485900" lvl="2" indent="-540000" algn="just">
              <a:buNone/>
            </a:pPr>
            <a:r>
              <a:rPr lang="en-IN" sz="2400" dirty="0" smtClean="0">
                <a:solidFill>
                  <a:schemeClr val="tx1"/>
                </a:solidFill>
                <a:latin typeface="Calibri" pitchFamily="34" charset="0"/>
                <a:cs typeface="Times New Roman" panose="02020603050405020304" pitchFamily="18" charset="0"/>
              </a:rPr>
              <a:t>         Dept. of Electronics and Communication Engineering</a:t>
            </a:r>
          </a:p>
          <a:p>
            <a:pPr marL="201168" lvl="1" indent="0">
              <a:buNone/>
            </a:pPr>
            <a:endParaRPr lang="en-US" sz="3000" b="1" kern="0" dirty="0">
              <a:solidFill>
                <a:schemeClr val="accent4">
                  <a:lumMod val="50000"/>
                </a:schemeClr>
              </a:solidFill>
              <a:effectLst>
                <a:outerShdw blurRad="38100" dist="38100" dir="2700000" algn="tl">
                  <a:srgbClr val="000000">
                    <a:alpha val="43137"/>
                  </a:srgbClr>
                </a:outerShdw>
              </a:effectLst>
            </a:endParaRPr>
          </a:p>
          <a:p>
            <a:endParaRPr lang="en-IN" dirty="0"/>
          </a:p>
        </p:txBody>
      </p:sp>
      <p:sp>
        <p:nvSpPr>
          <p:cNvPr id="55"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ADAA7110-07E3-4531-A869-BA67F91F7D2A}"/>
              </a:ext>
            </a:extLst>
          </p:cNvPr>
          <p:cNvSpPr>
            <a:spLocks noGrp="1"/>
          </p:cNvSpPr>
          <p:nvPr>
            <p:ph type="sldNum" sz="quarter" idx="12"/>
          </p:nvPr>
        </p:nvSpPr>
        <p:spPr/>
        <p:txBody>
          <a:bodyPr/>
          <a:lstStyle/>
          <a:p>
            <a:fld id="{B6F15528-21DE-4FAA-801E-634DDDAF4B2B}" type="slidenum">
              <a:rPr lang="en-US" smtClean="0"/>
              <a:pPr/>
              <a:t>27</a:t>
            </a:fld>
            <a:endParaRPr lang="en-US" dirty="0"/>
          </a:p>
        </p:txBody>
      </p:sp>
      <mc:AlternateContent xmlns:mc="http://schemas.openxmlformats.org/markup-compatibility/2006">
        <mc:Choice xmlns:p14="http://schemas.microsoft.com/office/powerpoint/2010/main" xmlns="" Requires="p14">
          <p:contentPart p14:bwMode="auto" r:id="rId3">
            <p14:nvContentPartPr>
              <p14:cNvPr id="9" name="Ink 8">
                <a:extLst>
                  <a:ext uri="{FF2B5EF4-FFF2-40B4-BE49-F238E27FC236}">
                    <a16:creationId xmlns="" xmlns:a16="http://schemas.microsoft.com/office/drawing/2014/main" id="{EC47A80E-8DAF-4CB2-8925-6403D2AD8EDE}"/>
                  </a:ext>
                </a:extLst>
              </p14:cNvPr>
              <p14:cNvContentPartPr/>
              <p14:nvPr/>
            </p14:nvContentPartPr>
            <p14:xfrm>
              <a:off x="877056" y="1696614"/>
              <a:ext cx="289800" cy="48600"/>
            </p14:xfrm>
          </p:contentPart>
        </mc:Choice>
        <mc:Fallback>
          <p:pic>
            <p:nvPicPr>
              <p:cNvPr id="9" name="Ink 8">
                <a:extLst>
                  <a:ext uri="{FF2B5EF4-FFF2-40B4-BE49-F238E27FC236}">
                    <a16:creationId xmlns="" xmlns:a16="http://schemas.microsoft.com/office/drawing/2014/main" xmlns:p14="http://schemas.microsoft.com/office/powerpoint/2010/main" id="{EC47A80E-8DAF-4CB2-8925-6403D2AD8EDE}"/>
                  </a:ext>
                </a:extLst>
              </p:cNvPr>
              <p:cNvPicPr/>
              <p:nvPr/>
            </p:nvPicPr>
            <p:blipFill>
              <a:blip r:embed="rId4" cstate="print"/>
              <a:stretch>
                <a:fillRect/>
              </a:stretch>
            </p:blipFill>
            <p:spPr>
              <a:xfrm>
                <a:off x="868056" y="1687614"/>
                <a:ext cx="307800" cy="66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
            <p14:nvContentPartPr>
              <p14:cNvPr id="10" name="Ink 9">
                <a:extLst>
                  <a:ext uri="{FF2B5EF4-FFF2-40B4-BE49-F238E27FC236}">
                    <a16:creationId xmlns="" xmlns:a16="http://schemas.microsoft.com/office/drawing/2014/main" id="{87AB8319-5FF3-4F6C-8F51-E3ADCEBF3D41}"/>
                  </a:ext>
                </a:extLst>
              </p14:cNvPr>
              <p14:cNvContentPartPr/>
              <p14:nvPr/>
            </p14:nvContentPartPr>
            <p14:xfrm>
              <a:off x="848976" y="1629294"/>
              <a:ext cx="896040" cy="99000"/>
            </p14:xfrm>
          </p:contentPart>
        </mc:Choice>
        <mc:Fallback>
          <p:pic>
            <p:nvPicPr>
              <p:cNvPr id="10" name="Ink 9">
                <a:extLst>
                  <a:ext uri="{FF2B5EF4-FFF2-40B4-BE49-F238E27FC236}">
                    <a16:creationId xmlns="" xmlns:a16="http://schemas.microsoft.com/office/drawing/2014/main" xmlns:p14="http://schemas.microsoft.com/office/powerpoint/2010/main" id="{87AB8319-5FF3-4F6C-8F51-E3ADCEBF3D41}"/>
                  </a:ext>
                </a:extLst>
              </p:cNvPr>
              <p:cNvPicPr/>
              <p:nvPr/>
            </p:nvPicPr>
            <p:blipFill>
              <a:blip r:embed="rId6" cstate="print"/>
              <a:stretch>
                <a:fillRect/>
              </a:stretch>
            </p:blipFill>
            <p:spPr>
              <a:xfrm>
                <a:off x="839976" y="1620294"/>
                <a:ext cx="914040" cy="117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
            <p14:nvContentPartPr>
              <p14:cNvPr id="11" name="Ink 10">
                <a:extLst>
                  <a:ext uri="{FF2B5EF4-FFF2-40B4-BE49-F238E27FC236}">
                    <a16:creationId xmlns="" xmlns:a16="http://schemas.microsoft.com/office/drawing/2014/main" id="{E68075B0-B2EC-4B6E-9788-3918A7CE26FF}"/>
                  </a:ext>
                </a:extLst>
              </p14:cNvPr>
              <p14:cNvContentPartPr/>
              <p14:nvPr/>
            </p14:nvContentPartPr>
            <p14:xfrm>
              <a:off x="811896" y="1534974"/>
              <a:ext cx="541440" cy="351000"/>
            </p14:xfrm>
          </p:contentPart>
        </mc:Choice>
        <mc:Fallback>
          <p:pic>
            <p:nvPicPr>
              <p:cNvPr id="11" name="Ink 10">
                <a:extLst>
                  <a:ext uri="{FF2B5EF4-FFF2-40B4-BE49-F238E27FC236}">
                    <a16:creationId xmlns="" xmlns:a16="http://schemas.microsoft.com/office/drawing/2014/main" xmlns:p14="http://schemas.microsoft.com/office/powerpoint/2010/main" id="{E68075B0-B2EC-4B6E-9788-3918A7CE26FF}"/>
                  </a:ext>
                </a:extLst>
              </p:cNvPr>
              <p:cNvPicPr/>
              <p:nvPr/>
            </p:nvPicPr>
            <p:blipFill>
              <a:blip r:embed="rId8" cstate="print"/>
              <a:stretch>
                <a:fillRect/>
              </a:stretch>
            </p:blipFill>
            <p:spPr>
              <a:xfrm>
                <a:off x="802896" y="1525974"/>
                <a:ext cx="559440" cy="369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9">
            <p14:nvContentPartPr>
              <p14:cNvPr id="34" name="Ink 33">
                <a:extLst>
                  <a:ext uri="{FF2B5EF4-FFF2-40B4-BE49-F238E27FC236}">
                    <a16:creationId xmlns="" xmlns:a16="http://schemas.microsoft.com/office/drawing/2014/main" id="{7554D1FA-C4FE-41AA-9AAC-AD104842C677}"/>
                  </a:ext>
                </a:extLst>
              </p14:cNvPr>
              <p14:cNvContentPartPr/>
              <p14:nvPr/>
            </p14:nvContentPartPr>
            <p14:xfrm>
              <a:off x="895776" y="1691574"/>
              <a:ext cx="662760" cy="333360"/>
            </p14:xfrm>
          </p:contentPart>
        </mc:Choice>
        <mc:Fallback>
          <p:pic>
            <p:nvPicPr>
              <p:cNvPr id="34" name="Ink 33">
                <a:extLst>
                  <a:ext uri="{FF2B5EF4-FFF2-40B4-BE49-F238E27FC236}">
                    <a16:creationId xmlns="" xmlns:a16="http://schemas.microsoft.com/office/drawing/2014/main" xmlns:p14="http://schemas.microsoft.com/office/powerpoint/2010/main" id="{7554D1FA-C4FE-41AA-9AAC-AD104842C677}"/>
                  </a:ext>
                </a:extLst>
              </p:cNvPr>
              <p:cNvPicPr/>
              <p:nvPr/>
            </p:nvPicPr>
            <p:blipFill>
              <a:blip r:embed="rId10" cstate="print"/>
              <a:stretch>
                <a:fillRect/>
              </a:stretch>
            </p:blipFill>
            <p:spPr>
              <a:xfrm>
                <a:off x="886776" y="1682574"/>
                <a:ext cx="680760" cy="351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1">
            <p14:nvContentPartPr>
              <p14:cNvPr id="35" name="Ink 34">
                <a:extLst>
                  <a:ext uri="{FF2B5EF4-FFF2-40B4-BE49-F238E27FC236}">
                    <a16:creationId xmlns="" xmlns:a16="http://schemas.microsoft.com/office/drawing/2014/main" id="{03BC26BD-C788-4CC9-8059-53C28980678E}"/>
                  </a:ext>
                </a:extLst>
              </p14:cNvPr>
              <p14:cNvContentPartPr/>
              <p14:nvPr/>
            </p14:nvContentPartPr>
            <p14:xfrm>
              <a:off x="1203576" y="1744854"/>
              <a:ext cx="28440" cy="360"/>
            </p14:xfrm>
          </p:contentPart>
        </mc:Choice>
        <mc:Fallback>
          <p:pic>
            <p:nvPicPr>
              <p:cNvPr id="35" name="Ink 34">
                <a:extLst>
                  <a:ext uri="{FF2B5EF4-FFF2-40B4-BE49-F238E27FC236}">
                    <a16:creationId xmlns="" xmlns:a16="http://schemas.microsoft.com/office/drawing/2014/main" xmlns:p14="http://schemas.microsoft.com/office/powerpoint/2010/main" id="{03BC26BD-C788-4CC9-8059-53C28980678E}"/>
                  </a:ext>
                </a:extLst>
              </p:cNvPr>
              <p:cNvPicPr/>
              <p:nvPr/>
            </p:nvPicPr>
            <p:blipFill>
              <a:blip r:embed="rId12" cstate="print"/>
              <a:stretch>
                <a:fillRect/>
              </a:stretch>
            </p:blipFill>
            <p:spPr>
              <a:xfrm>
                <a:off x="1194576" y="1735854"/>
                <a:ext cx="46440" cy="18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3">
            <p14:nvContentPartPr>
              <p14:cNvPr id="36" name="Ink 35">
                <a:extLst>
                  <a:ext uri="{FF2B5EF4-FFF2-40B4-BE49-F238E27FC236}">
                    <a16:creationId xmlns="" xmlns:a16="http://schemas.microsoft.com/office/drawing/2014/main" id="{87F8D73A-9859-4255-BB9A-57118043E9CA}"/>
                  </a:ext>
                </a:extLst>
              </p14:cNvPr>
              <p14:cNvContentPartPr/>
              <p14:nvPr/>
            </p14:nvContentPartPr>
            <p14:xfrm>
              <a:off x="1175496" y="1732974"/>
              <a:ext cx="1530720" cy="41400"/>
            </p14:xfrm>
          </p:contentPart>
        </mc:Choice>
        <mc:Fallback>
          <p:pic>
            <p:nvPicPr>
              <p:cNvPr id="36" name="Ink 35">
                <a:extLst>
                  <a:ext uri="{FF2B5EF4-FFF2-40B4-BE49-F238E27FC236}">
                    <a16:creationId xmlns="" xmlns:a16="http://schemas.microsoft.com/office/drawing/2014/main" xmlns:p14="http://schemas.microsoft.com/office/powerpoint/2010/main" id="{87F8D73A-9859-4255-BB9A-57118043E9CA}"/>
                  </a:ext>
                </a:extLst>
              </p:cNvPr>
              <p:cNvPicPr/>
              <p:nvPr/>
            </p:nvPicPr>
            <p:blipFill>
              <a:blip r:embed="rId14" cstate="print"/>
              <a:stretch>
                <a:fillRect/>
              </a:stretch>
            </p:blipFill>
            <p:spPr>
              <a:xfrm>
                <a:off x="1166496" y="1723974"/>
                <a:ext cx="1548720" cy="594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5">
            <p14:nvContentPartPr>
              <p14:cNvPr id="37" name="Ink 36">
                <a:extLst>
                  <a:ext uri="{FF2B5EF4-FFF2-40B4-BE49-F238E27FC236}">
                    <a16:creationId xmlns="" xmlns:a16="http://schemas.microsoft.com/office/drawing/2014/main" id="{C1AC544E-6469-4812-8E52-20DEF62F72AC}"/>
                  </a:ext>
                </a:extLst>
              </p14:cNvPr>
              <p14:cNvContentPartPr/>
              <p14:nvPr/>
            </p14:nvContentPartPr>
            <p14:xfrm>
              <a:off x="2143896" y="1866174"/>
              <a:ext cx="24840" cy="304200"/>
            </p14:xfrm>
          </p:contentPart>
        </mc:Choice>
        <mc:Fallback>
          <p:pic>
            <p:nvPicPr>
              <p:cNvPr id="37" name="Ink 36">
                <a:extLst>
                  <a:ext uri="{FF2B5EF4-FFF2-40B4-BE49-F238E27FC236}">
                    <a16:creationId xmlns="" xmlns:a16="http://schemas.microsoft.com/office/drawing/2014/main" xmlns:p14="http://schemas.microsoft.com/office/powerpoint/2010/main" id="{C1AC544E-6469-4812-8E52-20DEF62F72AC}"/>
                  </a:ext>
                </a:extLst>
              </p:cNvPr>
              <p:cNvPicPr/>
              <p:nvPr/>
            </p:nvPicPr>
            <p:blipFill>
              <a:blip r:embed="rId16" cstate="print"/>
              <a:stretch>
                <a:fillRect/>
              </a:stretch>
            </p:blipFill>
            <p:spPr>
              <a:xfrm>
                <a:off x="2134896" y="1857174"/>
                <a:ext cx="42840" cy="3222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7">
            <p14:nvContentPartPr>
              <p14:cNvPr id="38" name="Ink 37">
                <a:extLst>
                  <a:ext uri="{FF2B5EF4-FFF2-40B4-BE49-F238E27FC236}">
                    <a16:creationId xmlns="" xmlns:a16="http://schemas.microsoft.com/office/drawing/2014/main" id="{C342040A-D3F7-462A-8960-E6DAB6EE8580}"/>
                  </a:ext>
                </a:extLst>
              </p14:cNvPr>
              <p14:cNvContentPartPr/>
              <p14:nvPr/>
            </p14:nvContentPartPr>
            <p14:xfrm>
              <a:off x="1167576" y="1730814"/>
              <a:ext cx="2415600" cy="109800"/>
            </p14:xfrm>
          </p:contentPart>
        </mc:Choice>
        <mc:Fallback>
          <p:pic>
            <p:nvPicPr>
              <p:cNvPr id="38" name="Ink 37">
                <a:extLst>
                  <a:ext uri="{FF2B5EF4-FFF2-40B4-BE49-F238E27FC236}">
                    <a16:creationId xmlns="" xmlns:a16="http://schemas.microsoft.com/office/drawing/2014/main" xmlns:p14="http://schemas.microsoft.com/office/powerpoint/2010/main" id="{C342040A-D3F7-462A-8960-E6DAB6EE8580}"/>
                  </a:ext>
                </a:extLst>
              </p:cNvPr>
              <p:cNvPicPr/>
              <p:nvPr/>
            </p:nvPicPr>
            <p:blipFill>
              <a:blip r:embed="rId18" cstate="print"/>
              <a:stretch>
                <a:fillRect/>
              </a:stretch>
            </p:blipFill>
            <p:spPr>
              <a:xfrm>
                <a:off x="1158576" y="1721814"/>
                <a:ext cx="2433600" cy="1278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9">
            <p14:nvContentPartPr>
              <p14:cNvPr id="41" name="Ink 40">
                <a:extLst>
                  <a:ext uri="{FF2B5EF4-FFF2-40B4-BE49-F238E27FC236}">
                    <a16:creationId xmlns="" xmlns:a16="http://schemas.microsoft.com/office/drawing/2014/main" id="{43E15590-51C9-4C51-B131-5007681F9A6B}"/>
                  </a:ext>
                </a:extLst>
              </p14:cNvPr>
              <p14:cNvContentPartPr/>
              <p14:nvPr/>
            </p14:nvContentPartPr>
            <p14:xfrm>
              <a:off x="2323176" y="1726134"/>
              <a:ext cx="1045440" cy="19800"/>
            </p14:xfrm>
          </p:contentPart>
        </mc:Choice>
        <mc:Fallback>
          <p:pic>
            <p:nvPicPr>
              <p:cNvPr id="41" name="Ink 40">
                <a:extLst>
                  <a:ext uri="{FF2B5EF4-FFF2-40B4-BE49-F238E27FC236}">
                    <a16:creationId xmlns="" xmlns:a16="http://schemas.microsoft.com/office/drawing/2014/main" xmlns:p14="http://schemas.microsoft.com/office/powerpoint/2010/main" id="{43E15590-51C9-4C51-B131-5007681F9A6B}"/>
                  </a:ext>
                </a:extLst>
              </p:cNvPr>
              <p:cNvPicPr/>
              <p:nvPr/>
            </p:nvPicPr>
            <p:blipFill>
              <a:blip r:embed="rId20" cstate="print"/>
              <a:stretch>
                <a:fillRect/>
              </a:stretch>
            </p:blipFill>
            <p:spPr>
              <a:xfrm>
                <a:off x="2314176" y="1717134"/>
                <a:ext cx="1063440" cy="378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1">
            <p14:nvContentPartPr>
              <p14:cNvPr id="42" name="Ink 41">
                <a:extLst>
                  <a:ext uri="{FF2B5EF4-FFF2-40B4-BE49-F238E27FC236}">
                    <a16:creationId xmlns="" xmlns:a16="http://schemas.microsoft.com/office/drawing/2014/main" id="{9B0F2D85-998C-44B0-AB2F-81548552D83E}"/>
                  </a:ext>
                </a:extLst>
              </p14:cNvPr>
              <p14:cNvContentPartPr/>
              <p14:nvPr/>
            </p14:nvContentPartPr>
            <p14:xfrm>
              <a:off x="2174136" y="1741254"/>
              <a:ext cx="942480" cy="62280"/>
            </p14:xfrm>
          </p:contentPart>
        </mc:Choice>
        <mc:Fallback>
          <p:pic>
            <p:nvPicPr>
              <p:cNvPr id="42" name="Ink 41">
                <a:extLst>
                  <a:ext uri="{FF2B5EF4-FFF2-40B4-BE49-F238E27FC236}">
                    <a16:creationId xmlns="" xmlns:a16="http://schemas.microsoft.com/office/drawing/2014/main" xmlns:p14="http://schemas.microsoft.com/office/powerpoint/2010/main" id="{9B0F2D85-998C-44B0-AB2F-81548552D83E}"/>
                  </a:ext>
                </a:extLst>
              </p:cNvPr>
              <p:cNvPicPr/>
              <p:nvPr/>
            </p:nvPicPr>
            <p:blipFill>
              <a:blip r:embed="rId22" cstate="print"/>
              <a:stretch>
                <a:fillRect/>
              </a:stretch>
            </p:blipFill>
            <p:spPr>
              <a:xfrm>
                <a:off x="2165136" y="1732254"/>
                <a:ext cx="960480" cy="802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3">
            <p14:nvContentPartPr>
              <p14:cNvPr id="49" name="Ink 48">
                <a:extLst>
                  <a:ext uri="{FF2B5EF4-FFF2-40B4-BE49-F238E27FC236}">
                    <a16:creationId xmlns="" xmlns:a16="http://schemas.microsoft.com/office/drawing/2014/main" id="{75FA5907-242C-46EE-865A-B4C3176687F0}"/>
                  </a:ext>
                </a:extLst>
              </p14:cNvPr>
              <p14:cNvContentPartPr/>
              <p14:nvPr/>
            </p14:nvContentPartPr>
            <p14:xfrm>
              <a:off x="2864616" y="1726134"/>
              <a:ext cx="634680" cy="47160"/>
            </p14:xfrm>
          </p:contentPart>
        </mc:Choice>
        <mc:Fallback>
          <p:pic>
            <p:nvPicPr>
              <p:cNvPr id="49" name="Ink 48">
                <a:extLst>
                  <a:ext uri="{FF2B5EF4-FFF2-40B4-BE49-F238E27FC236}">
                    <a16:creationId xmlns="" xmlns:a16="http://schemas.microsoft.com/office/drawing/2014/main" xmlns:p14="http://schemas.microsoft.com/office/powerpoint/2010/main" id="{75FA5907-242C-46EE-865A-B4C3176687F0}"/>
                  </a:ext>
                </a:extLst>
              </p:cNvPr>
              <p:cNvPicPr/>
              <p:nvPr/>
            </p:nvPicPr>
            <p:blipFill>
              <a:blip r:embed="rId24" cstate="print"/>
              <a:stretch>
                <a:fillRect/>
              </a:stretch>
            </p:blipFill>
            <p:spPr>
              <a:xfrm>
                <a:off x="2855616" y="1717134"/>
                <a:ext cx="652680" cy="651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5">
            <p14:nvContentPartPr>
              <p14:cNvPr id="50" name="Ink 49">
                <a:extLst>
                  <a:ext uri="{FF2B5EF4-FFF2-40B4-BE49-F238E27FC236}">
                    <a16:creationId xmlns="" xmlns:a16="http://schemas.microsoft.com/office/drawing/2014/main" id="{1EC82F07-35E5-4C66-9A4E-691B72292363}"/>
                  </a:ext>
                </a:extLst>
              </p14:cNvPr>
              <p14:cNvContentPartPr/>
              <p14:nvPr/>
            </p14:nvContentPartPr>
            <p14:xfrm>
              <a:off x="3051096" y="1754214"/>
              <a:ext cx="252360" cy="360"/>
            </p14:xfrm>
          </p:contentPart>
        </mc:Choice>
        <mc:Fallback>
          <p:pic>
            <p:nvPicPr>
              <p:cNvPr id="50" name="Ink 49">
                <a:extLst>
                  <a:ext uri="{FF2B5EF4-FFF2-40B4-BE49-F238E27FC236}">
                    <a16:creationId xmlns="" xmlns:a16="http://schemas.microsoft.com/office/drawing/2014/main" xmlns:p14="http://schemas.microsoft.com/office/powerpoint/2010/main" id="{1EC82F07-35E5-4C66-9A4E-691B72292363}"/>
                  </a:ext>
                </a:extLst>
              </p:cNvPr>
              <p:cNvPicPr/>
              <p:nvPr/>
            </p:nvPicPr>
            <p:blipFill>
              <a:blip r:embed="rId26" cstate="print"/>
              <a:stretch>
                <a:fillRect/>
              </a:stretch>
            </p:blipFill>
            <p:spPr>
              <a:xfrm>
                <a:off x="3042096" y="1745214"/>
                <a:ext cx="270360" cy="18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7">
            <p14:nvContentPartPr>
              <p14:cNvPr id="60" name="Ink 59">
                <a:extLst>
                  <a:ext uri="{FF2B5EF4-FFF2-40B4-BE49-F238E27FC236}">
                    <a16:creationId xmlns="" xmlns:a16="http://schemas.microsoft.com/office/drawing/2014/main" id="{7AD17C50-9674-424A-BE6B-D4551DF8EBE6}"/>
                  </a:ext>
                </a:extLst>
              </p14:cNvPr>
              <p14:cNvContentPartPr/>
              <p14:nvPr/>
            </p14:nvContentPartPr>
            <p14:xfrm>
              <a:off x="3097896" y="1697334"/>
              <a:ext cx="1194480" cy="141120"/>
            </p14:xfrm>
          </p:contentPart>
        </mc:Choice>
        <mc:Fallback>
          <p:pic>
            <p:nvPicPr>
              <p:cNvPr id="60" name="Ink 59">
                <a:extLst>
                  <a:ext uri="{FF2B5EF4-FFF2-40B4-BE49-F238E27FC236}">
                    <a16:creationId xmlns="" xmlns:a16="http://schemas.microsoft.com/office/drawing/2014/main" xmlns:p14="http://schemas.microsoft.com/office/powerpoint/2010/main" id="{7AD17C50-9674-424A-BE6B-D4551DF8EBE6}"/>
                  </a:ext>
                </a:extLst>
              </p:cNvPr>
              <p:cNvPicPr/>
              <p:nvPr/>
            </p:nvPicPr>
            <p:blipFill>
              <a:blip r:embed="rId28" cstate="print"/>
              <a:stretch>
                <a:fillRect/>
              </a:stretch>
            </p:blipFill>
            <p:spPr>
              <a:xfrm>
                <a:off x="3088896" y="1688334"/>
                <a:ext cx="1212480" cy="1591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9">
            <p14:nvContentPartPr>
              <p14:cNvPr id="65" name="Ink 64">
                <a:extLst>
                  <a:ext uri="{FF2B5EF4-FFF2-40B4-BE49-F238E27FC236}">
                    <a16:creationId xmlns="" xmlns:a16="http://schemas.microsoft.com/office/drawing/2014/main" id="{4201962A-0D4D-437C-A60F-F32A5F5B52F9}"/>
                  </a:ext>
                </a:extLst>
              </p14:cNvPr>
              <p14:cNvContentPartPr/>
              <p14:nvPr/>
            </p14:nvContentPartPr>
            <p14:xfrm>
              <a:off x="3079176" y="1754214"/>
              <a:ext cx="345600" cy="38880"/>
            </p14:xfrm>
          </p:contentPart>
        </mc:Choice>
        <mc:Fallback>
          <p:pic>
            <p:nvPicPr>
              <p:cNvPr id="65" name="Ink 64">
                <a:extLst>
                  <a:ext uri="{FF2B5EF4-FFF2-40B4-BE49-F238E27FC236}">
                    <a16:creationId xmlns="" xmlns:a16="http://schemas.microsoft.com/office/drawing/2014/main" xmlns:p14="http://schemas.microsoft.com/office/powerpoint/2010/main" id="{4201962A-0D4D-437C-A60F-F32A5F5B52F9}"/>
                  </a:ext>
                </a:extLst>
              </p:cNvPr>
              <p:cNvPicPr/>
              <p:nvPr/>
            </p:nvPicPr>
            <p:blipFill>
              <a:blip r:embed="rId30" cstate="print"/>
              <a:stretch>
                <a:fillRect/>
              </a:stretch>
            </p:blipFill>
            <p:spPr>
              <a:xfrm>
                <a:off x="3070176" y="1745214"/>
                <a:ext cx="363600" cy="568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1">
            <p14:nvContentPartPr>
              <p14:cNvPr id="68" name="Ink 67">
                <a:extLst>
                  <a:ext uri="{FF2B5EF4-FFF2-40B4-BE49-F238E27FC236}">
                    <a16:creationId xmlns="" xmlns:a16="http://schemas.microsoft.com/office/drawing/2014/main" id="{4419E9B2-F198-4750-8410-73ED63C7D2D7}"/>
                  </a:ext>
                </a:extLst>
              </p14:cNvPr>
              <p14:cNvContentPartPr/>
              <p14:nvPr/>
            </p14:nvContentPartPr>
            <p14:xfrm>
              <a:off x="3079176" y="1744494"/>
              <a:ext cx="410760" cy="47520"/>
            </p14:xfrm>
          </p:contentPart>
        </mc:Choice>
        <mc:Fallback>
          <p:pic>
            <p:nvPicPr>
              <p:cNvPr id="68" name="Ink 67">
                <a:extLst>
                  <a:ext uri="{FF2B5EF4-FFF2-40B4-BE49-F238E27FC236}">
                    <a16:creationId xmlns="" xmlns:a16="http://schemas.microsoft.com/office/drawing/2014/main" xmlns:p14="http://schemas.microsoft.com/office/powerpoint/2010/main" id="{4419E9B2-F198-4750-8410-73ED63C7D2D7}"/>
                  </a:ext>
                </a:extLst>
              </p:cNvPr>
              <p:cNvPicPr/>
              <p:nvPr/>
            </p:nvPicPr>
            <p:blipFill>
              <a:blip r:embed="rId32" cstate="print"/>
              <a:stretch>
                <a:fillRect/>
              </a:stretch>
            </p:blipFill>
            <p:spPr>
              <a:xfrm>
                <a:off x="3070176" y="1735494"/>
                <a:ext cx="428760" cy="65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3">
            <p14:nvContentPartPr>
              <p14:cNvPr id="69" name="Ink 68">
                <a:extLst>
                  <a:ext uri="{FF2B5EF4-FFF2-40B4-BE49-F238E27FC236}">
                    <a16:creationId xmlns="" xmlns:a16="http://schemas.microsoft.com/office/drawing/2014/main" id="{B85250F9-8560-4351-97FD-58EA6A8462C9}"/>
                  </a:ext>
                </a:extLst>
              </p14:cNvPr>
              <p14:cNvContentPartPr/>
              <p14:nvPr/>
            </p14:nvContentPartPr>
            <p14:xfrm>
              <a:off x="3069816" y="1757094"/>
              <a:ext cx="504000" cy="36000"/>
            </p14:xfrm>
          </p:contentPart>
        </mc:Choice>
        <mc:Fallback>
          <p:pic>
            <p:nvPicPr>
              <p:cNvPr id="69" name="Ink 68">
                <a:extLst>
                  <a:ext uri="{FF2B5EF4-FFF2-40B4-BE49-F238E27FC236}">
                    <a16:creationId xmlns="" xmlns:a16="http://schemas.microsoft.com/office/drawing/2014/main" xmlns:p14="http://schemas.microsoft.com/office/powerpoint/2010/main" id="{B85250F9-8560-4351-97FD-58EA6A8462C9}"/>
                  </a:ext>
                </a:extLst>
              </p:cNvPr>
              <p:cNvPicPr/>
              <p:nvPr/>
            </p:nvPicPr>
            <p:blipFill>
              <a:blip r:embed="rId34" cstate="print"/>
              <a:stretch>
                <a:fillRect/>
              </a:stretch>
            </p:blipFill>
            <p:spPr>
              <a:xfrm>
                <a:off x="3060816" y="1748094"/>
                <a:ext cx="522000" cy="54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5">
            <p14:nvContentPartPr>
              <p14:cNvPr id="72" name="Ink 71">
                <a:extLst>
                  <a:ext uri="{FF2B5EF4-FFF2-40B4-BE49-F238E27FC236}">
                    <a16:creationId xmlns="" xmlns:a16="http://schemas.microsoft.com/office/drawing/2014/main" id="{D11DB87E-86EB-405A-8788-101C3F91C7CE}"/>
                  </a:ext>
                </a:extLst>
              </p14:cNvPr>
              <p14:cNvContentPartPr/>
              <p14:nvPr/>
            </p14:nvContentPartPr>
            <p14:xfrm>
              <a:off x="3095736" y="1734054"/>
              <a:ext cx="642240" cy="57960"/>
            </p14:xfrm>
          </p:contentPart>
        </mc:Choice>
        <mc:Fallback>
          <p:pic>
            <p:nvPicPr>
              <p:cNvPr id="72" name="Ink 71">
                <a:extLst>
                  <a:ext uri="{FF2B5EF4-FFF2-40B4-BE49-F238E27FC236}">
                    <a16:creationId xmlns="" xmlns:a16="http://schemas.microsoft.com/office/drawing/2014/main" xmlns:p14="http://schemas.microsoft.com/office/powerpoint/2010/main" id="{D11DB87E-86EB-405A-8788-101C3F91C7CE}"/>
                  </a:ext>
                </a:extLst>
              </p:cNvPr>
              <p:cNvPicPr/>
              <p:nvPr/>
            </p:nvPicPr>
            <p:blipFill>
              <a:blip r:embed="rId36" cstate="print"/>
              <a:stretch>
                <a:fillRect/>
              </a:stretch>
            </p:blipFill>
            <p:spPr>
              <a:xfrm>
                <a:off x="3086736" y="1725054"/>
                <a:ext cx="660240" cy="759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7">
            <p14:nvContentPartPr>
              <p14:cNvPr id="73" name="Ink 72">
                <a:extLst>
                  <a:ext uri="{FF2B5EF4-FFF2-40B4-BE49-F238E27FC236}">
                    <a16:creationId xmlns="" xmlns:a16="http://schemas.microsoft.com/office/drawing/2014/main" id="{FB2A8D7E-20C8-423D-99A2-D4811A8F55CB}"/>
                  </a:ext>
                </a:extLst>
              </p14:cNvPr>
              <p14:cNvContentPartPr/>
              <p14:nvPr/>
            </p14:nvContentPartPr>
            <p14:xfrm>
              <a:off x="3405696" y="1715334"/>
              <a:ext cx="3517920" cy="94320"/>
            </p14:xfrm>
          </p:contentPart>
        </mc:Choice>
        <mc:Fallback>
          <p:pic>
            <p:nvPicPr>
              <p:cNvPr id="73" name="Ink 72">
                <a:extLst>
                  <a:ext uri="{FF2B5EF4-FFF2-40B4-BE49-F238E27FC236}">
                    <a16:creationId xmlns="" xmlns:a16="http://schemas.microsoft.com/office/drawing/2014/main" xmlns:p14="http://schemas.microsoft.com/office/powerpoint/2010/main" id="{FB2A8D7E-20C8-423D-99A2-D4811A8F55CB}"/>
                  </a:ext>
                </a:extLst>
              </p:cNvPr>
              <p:cNvPicPr/>
              <p:nvPr/>
            </p:nvPicPr>
            <p:blipFill>
              <a:blip r:embed="rId38" cstate="print"/>
              <a:stretch>
                <a:fillRect/>
              </a:stretch>
            </p:blipFill>
            <p:spPr>
              <a:xfrm>
                <a:off x="3396696" y="1706334"/>
                <a:ext cx="3535920" cy="112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9">
            <p14:nvContentPartPr>
              <p14:cNvPr id="78" name="Ink 77">
                <a:extLst>
                  <a:ext uri="{FF2B5EF4-FFF2-40B4-BE49-F238E27FC236}">
                    <a16:creationId xmlns="" xmlns:a16="http://schemas.microsoft.com/office/drawing/2014/main" id="{D0DECC6C-48EF-4E91-8893-90C6DA5C852A}"/>
                  </a:ext>
                </a:extLst>
              </p14:cNvPr>
              <p14:cNvContentPartPr/>
              <p14:nvPr/>
            </p14:nvContentPartPr>
            <p14:xfrm>
              <a:off x="6549936" y="1740894"/>
              <a:ext cx="1820160" cy="52200"/>
            </p14:xfrm>
          </p:contentPart>
        </mc:Choice>
        <mc:Fallback>
          <p:pic>
            <p:nvPicPr>
              <p:cNvPr id="78" name="Ink 77">
                <a:extLst>
                  <a:ext uri="{FF2B5EF4-FFF2-40B4-BE49-F238E27FC236}">
                    <a16:creationId xmlns="" xmlns:a16="http://schemas.microsoft.com/office/drawing/2014/main" xmlns:p14="http://schemas.microsoft.com/office/powerpoint/2010/main" id="{D0DECC6C-48EF-4E91-8893-90C6DA5C852A}"/>
                  </a:ext>
                </a:extLst>
              </p:cNvPr>
              <p:cNvPicPr/>
              <p:nvPr/>
            </p:nvPicPr>
            <p:blipFill>
              <a:blip r:embed="rId40" cstate="print"/>
              <a:stretch>
                <a:fillRect/>
              </a:stretch>
            </p:blipFill>
            <p:spPr>
              <a:xfrm>
                <a:off x="6540936" y="1731894"/>
                <a:ext cx="1838160" cy="702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1">
            <p14:nvContentPartPr>
              <p14:cNvPr id="79" name="Ink 78">
                <a:extLst>
                  <a:ext uri="{FF2B5EF4-FFF2-40B4-BE49-F238E27FC236}">
                    <a16:creationId xmlns="" xmlns:a16="http://schemas.microsoft.com/office/drawing/2014/main" id="{E0876DB8-F819-4514-9AD2-EA4753BE1D9D}"/>
                  </a:ext>
                </a:extLst>
              </p14:cNvPr>
              <p14:cNvContentPartPr/>
              <p14:nvPr/>
            </p14:nvContentPartPr>
            <p14:xfrm>
              <a:off x="7595016" y="1721814"/>
              <a:ext cx="606960" cy="51840"/>
            </p14:xfrm>
          </p:contentPart>
        </mc:Choice>
        <mc:Fallback>
          <p:pic>
            <p:nvPicPr>
              <p:cNvPr id="79" name="Ink 78">
                <a:extLst>
                  <a:ext uri="{FF2B5EF4-FFF2-40B4-BE49-F238E27FC236}">
                    <a16:creationId xmlns="" xmlns:a16="http://schemas.microsoft.com/office/drawing/2014/main" xmlns:p14="http://schemas.microsoft.com/office/powerpoint/2010/main" id="{E0876DB8-F819-4514-9AD2-EA4753BE1D9D}"/>
                  </a:ext>
                </a:extLst>
              </p:cNvPr>
              <p:cNvPicPr/>
              <p:nvPr/>
            </p:nvPicPr>
            <p:blipFill>
              <a:blip r:embed="rId42" cstate="print"/>
              <a:stretch>
                <a:fillRect/>
              </a:stretch>
            </p:blipFill>
            <p:spPr>
              <a:xfrm>
                <a:off x="7586016" y="1712814"/>
                <a:ext cx="624960" cy="698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3">
            <p14:nvContentPartPr>
              <p14:cNvPr id="80" name="Ink 79">
                <a:extLst>
                  <a:ext uri="{FF2B5EF4-FFF2-40B4-BE49-F238E27FC236}">
                    <a16:creationId xmlns="" xmlns:a16="http://schemas.microsoft.com/office/drawing/2014/main" id="{EE205391-6A97-4064-B959-CF564DCFB264}"/>
                  </a:ext>
                </a:extLst>
              </p14:cNvPr>
              <p14:cNvContentPartPr/>
              <p14:nvPr/>
            </p14:nvContentPartPr>
            <p14:xfrm>
              <a:off x="7552896" y="1725054"/>
              <a:ext cx="369360" cy="29520"/>
            </p14:xfrm>
          </p:contentPart>
        </mc:Choice>
        <mc:Fallback>
          <p:pic>
            <p:nvPicPr>
              <p:cNvPr id="80" name="Ink 79">
                <a:extLst>
                  <a:ext uri="{FF2B5EF4-FFF2-40B4-BE49-F238E27FC236}">
                    <a16:creationId xmlns="" xmlns:a16="http://schemas.microsoft.com/office/drawing/2014/main" xmlns:p14="http://schemas.microsoft.com/office/powerpoint/2010/main" id="{EE205391-6A97-4064-B959-CF564DCFB264}"/>
                  </a:ext>
                </a:extLst>
              </p:cNvPr>
              <p:cNvPicPr/>
              <p:nvPr/>
            </p:nvPicPr>
            <p:blipFill>
              <a:blip r:embed="rId44" cstate="print"/>
              <a:stretch>
                <a:fillRect/>
              </a:stretch>
            </p:blipFill>
            <p:spPr>
              <a:xfrm>
                <a:off x="7543896" y="1716054"/>
                <a:ext cx="387360" cy="47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5">
            <p14:nvContentPartPr>
              <p14:cNvPr id="81" name="Ink 80">
                <a:extLst>
                  <a:ext uri="{FF2B5EF4-FFF2-40B4-BE49-F238E27FC236}">
                    <a16:creationId xmlns="" xmlns:a16="http://schemas.microsoft.com/office/drawing/2014/main" id="{CFC1B927-A51A-4F9C-B055-210A9EF9C734}"/>
                  </a:ext>
                </a:extLst>
              </p14:cNvPr>
              <p14:cNvContentPartPr/>
              <p14:nvPr/>
            </p14:nvContentPartPr>
            <p14:xfrm>
              <a:off x="7035216" y="1741254"/>
              <a:ext cx="928440" cy="65520"/>
            </p14:xfrm>
          </p:contentPart>
        </mc:Choice>
        <mc:Fallback>
          <p:pic>
            <p:nvPicPr>
              <p:cNvPr id="81" name="Ink 80">
                <a:extLst>
                  <a:ext uri="{FF2B5EF4-FFF2-40B4-BE49-F238E27FC236}">
                    <a16:creationId xmlns="" xmlns:a16="http://schemas.microsoft.com/office/drawing/2014/main" xmlns:p14="http://schemas.microsoft.com/office/powerpoint/2010/main" id="{CFC1B927-A51A-4F9C-B055-210A9EF9C734}"/>
                  </a:ext>
                </a:extLst>
              </p:cNvPr>
              <p:cNvPicPr/>
              <p:nvPr/>
            </p:nvPicPr>
            <p:blipFill>
              <a:blip r:embed="rId46" cstate="print"/>
              <a:stretch>
                <a:fillRect/>
              </a:stretch>
            </p:blipFill>
            <p:spPr>
              <a:xfrm>
                <a:off x="7026216" y="1732254"/>
                <a:ext cx="946440" cy="83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7">
            <p14:nvContentPartPr>
              <p14:cNvPr id="86" name="Ink 85">
                <a:extLst>
                  <a:ext uri="{FF2B5EF4-FFF2-40B4-BE49-F238E27FC236}">
                    <a16:creationId xmlns="" xmlns:a16="http://schemas.microsoft.com/office/drawing/2014/main" id="{680B3DB5-96A1-4B39-B0D8-97CF3B027241}"/>
                  </a:ext>
                </a:extLst>
              </p14:cNvPr>
              <p14:cNvContentPartPr/>
              <p14:nvPr/>
            </p14:nvContentPartPr>
            <p14:xfrm>
              <a:off x="3722856" y="1726854"/>
              <a:ext cx="1138680" cy="83520"/>
            </p14:xfrm>
          </p:contentPart>
        </mc:Choice>
        <mc:Fallback>
          <p:pic>
            <p:nvPicPr>
              <p:cNvPr id="86" name="Ink 85">
                <a:extLst>
                  <a:ext uri="{FF2B5EF4-FFF2-40B4-BE49-F238E27FC236}">
                    <a16:creationId xmlns="" xmlns:a16="http://schemas.microsoft.com/office/drawing/2014/main" xmlns:p14="http://schemas.microsoft.com/office/powerpoint/2010/main" id="{680B3DB5-96A1-4B39-B0D8-97CF3B027241}"/>
                  </a:ext>
                </a:extLst>
              </p:cNvPr>
              <p:cNvPicPr/>
              <p:nvPr/>
            </p:nvPicPr>
            <p:blipFill>
              <a:blip r:embed="rId48" cstate="print"/>
              <a:stretch>
                <a:fillRect/>
              </a:stretch>
            </p:blipFill>
            <p:spPr>
              <a:xfrm>
                <a:off x="3713856" y="1717854"/>
                <a:ext cx="1156680" cy="101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9">
            <p14:nvContentPartPr>
              <p14:cNvPr id="87" name="Ink 86">
                <a:extLst>
                  <a:ext uri="{FF2B5EF4-FFF2-40B4-BE49-F238E27FC236}">
                    <a16:creationId xmlns="" xmlns:a16="http://schemas.microsoft.com/office/drawing/2014/main" id="{27704C8B-6BA2-416D-B8DF-DBBD3CCEA979}"/>
                  </a:ext>
                </a:extLst>
              </p14:cNvPr>
              <p14:cNvContentPartPr/>
              <p14:nvPr/>
            </p14:nvContentPartPr>
            <p14:xfrm>
              <a:off x="3744816" y="1735494"/>
              <a:ext cx="435600" cy="57240"/>
            </p14:xfrm>
          </p:contentPart>
        </mc:Choice>
        <mc:Fallback>
          <p:pic>
            <p:nvPicPr>
              <p:cNvPr id="87" name="Ink 86">
                <a:extLst>
                  <a:ext uri="{FF2B5EF4-FFF2-40B4-BE49-F238E27FC236}">
                    <a16:creationId xmlns="" xmlns:a16="http://schemas.microsoft.com/office/drawing/2014/main" xmlns:p14="http://schemas.microsoft.com/office/powerpoint/2010/main" id="{27704C8B-6BA2-416D-B8DF-DBBD3CCEA979}"/>
                  </a:ext>
                </a:extLst>
              </p:cNvPr>
              <p:cNvPicPr/>
              <p:nvPr/>
            </p:nvPicPr>
            <p:blipFill>
              <a:blip r:embed="rId50" cstate="print"/>
              <a:stretch>
                <a:fillRect/>
              </a:stretch>
            </p:blipFill>
            <p:spPr>
              <a:xfrm>
                <a:off x="3735816" y="1726494"/>
                <a:ext cx="453600" cy="752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1">
            <p14:nvContentPartPr>
              <p14:cNvPr id="88" name="Ink 87">
                <a:extLst>
                  <a:ext uri="{FF2B5EF4-FFF2-40B4-BE49-F238E27FC236}">
                    <a16:creationId xmlns="" xmlns:a16="http://schemas.microsoft.com/office/drawing/2014/main" id="{C52AEB5C-01B4-491E-A7BE-2D75D61C248C}"/>
                  </a:ext>
                </a:extLst>
              </p14:cNvPr>
              <p14:cNvContentPartPr/>
              <p14:nvPr/>
            </p14:nvContentPartPr>
            <p14:xfrm>
              <a:off x="3731496" y="1763574"/>
              <a:ext cx="113040" cy="360"/>
            </p14:xfrm>
          </p:contentPart>
        </mc:Choice>
        <mc:Fallback>
          <p:pic>
            <p:nvPicPr>
              <p:cNvPr id="88" name="Ink 87">
                <a:extLst>
                  <a:ext uri="{FF2B5EF4-FFF2-40B4-BE49-F238E27FC236}">
                    <a16:creationId xmlns="" xmlns:a16="http://schemas.microsoft.com/office/drawing/2014/main" xmlns:p14="http://schemas.microsoft.com/office/powerpoint/2010/main" id="{C52AEB5C-01B4-491E-A7BE-2D75D61C248C}"/>
                  </a:ext>
                </a:extLst>
              </p:cNvPr>
              <p:cNvPicPr/>
              <p:nvPr/>
            </p:nvPicPr>
            <p:blipFill>
              <a:blip r:embed="rId52" cstate="print"/>
              <a:stretch>
                <a:fillRect/>
              </a:stretch>
            </p:blipFill>
            <p:spPr>
              <a:xfrm>
                <a:off x="3722496" y="1754574"/>
                <a:ext cx="131040" cy="18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3">
            <p14:nvContentPartPr>
              <p14:cNvPr id="89" name="Ink 88">
                <a:extLst>
                  <a:ext uri="{FF2B5EF4-FFF2-40B4-BE49-F238E27FC236}">
                    <a16:creationId xmlns="" xmlns:a16="http://schemas.microsoft.com/office/drawing/2014/main" id="{0E73A748-59A9-4FCF-9CB1-28412EA820FE}"/>
                  </a:ext>
                </a:extLst>
              </p14:cNvPr>
              <p14:cNvContentPartPr/>
              <p14:nvPr/>
            </p14:nvContentPartPr>
            <p14:xfrm>
              <a:off x="3731136" y="1754214"/>
              <a:ext cx="187920" cy="12600"/>
            </p14:xfrm>
          </p:contentPart>
        </mc:Choice>
        <mc:Fallback>
          <p:pic>
            <p:nvPicPr>
              <p:cNvPr id="89" name="Ink 88">
                <a:extLst>
                  <a:ext uri="{FF2B5EF4-FFF2-40B4-BE49-F238E27FC236}">
                    <a16:creationId xmlns="" xmlns:a16="http://schemas.microsoft.com/office/drawing/2014/main" xmlns:p14="http://schemas.microsoft.com/office/powerpoint/2010/main" id="{0E73A748-59A9-4FCF-9CB1-28412EA820FE}"/>
                  </a:ext>
                </a:extLst>
              </p:cNvPr>
              <p:cNvPicPr/>
              <p:nvPr/>
            </p:nvPicPr>
            <p:blipFill>
              <a:blip r:embed="rId54" cstate="print"/>
              <a:stretch>
                <a:fillRect/>
              </a:stretch>
            </p:blipFill>
            <p:spPr>
              <a:xfrm>
                <a:off x="3722136" y="1745214"/>
                <a:ext cx="205920" cy="30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5">
            <p14:nvContentPartPr>
              <p14:cNvPr id="90" name="Ink 89">
                <a:extLst>
                  <a:ext uri="{FF2B5EF4-FFF2-40B4-BE49-F238E27FC236}">
                    <a16:creationId xmlns="" xmlns:a16="http://schemas.microsoft.com/office/drawing/2014/main" id="{C1FB180F-DC98-4FC4-81DE-741E4BEECFC3}"/>
                  </a:ext>
                </a:extLst>
              </p14:cNvPr>
              <p14:cNvContentPartPr/>
              <p14:nvPr/>
            </p14:nvContentPartPr>
            <p14:xfrm>
              <a:off x="3638976" y="1716774"/>
              <a:ext cx="718920" cy="67320"/>
            </p14:xfrm>
          </p:contentPart>
        </mc:Choice>
        <mc:Fallback>
          <p:pic>
            <p:nvPicPr>
              <p:cNvPr id="90" name="Ink 89">
                <a:extLst>
                  <a:ext uri="{FF2B5EF4-FFF2-40B4-BE49-F238E27FC236}">
                    <a16:creationId xmlns="" xmlns:a16="http://schemas.microsoft.com/office/drawing/2014/main" xmlns:p14="http://schemas.microsoft.com/office/powerpoint/2010/main" id="{C1FB180F-DC98-4FC4-81DE-741E4BEECFC3}"/>
                  </a:ext>
                </a:extLst>
              </p:cNvPr>
              <p:cNvPicPr/>
              <p:nvPr/>
            </p:nvPicPr>
            <p:blipFill>
              <a:blip r:embed="rId56" cstate="print"/>
              <a:stretch>
                <a:fillRect/>
              </a:stretch>
            </p:blipFill>
            <p:spPr>
              <a:xfrm>
                <a:off x="3629976" y="1707774"/>
                <a:ext cx="736920" cy="85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7">
            <p14:nvContentPartPr>
              <p14:cNvPr id="99" name="Ink 98">
                <a:extLst>
                  <a:ext uri="{FF2B5EF4-FFF2-40B4-BE49-F238E27FC236}">
                    <a16:creationId xmlns="" xmlns:a16="http://schemas.microsoft.com/office/drawing/2014/main" id="{08B951A4-35F8-4C7B-9834-B8C9A1C07919}"/>
                  </a:ext>
                </a:extLst>
              </p14:cNvPr>
              <p14:cNvContentPartPr/>
              <p14:nvPr/>
            </p14:nvContentPartPr>
            <p14:xfrm>
              <a:off x="4156296" y="1685454"/>
              <a:ext cx="1992960" cy="113040"/>
            </p14:xfrm>
          </p:contentPart>
        </mc:Choice>
        <mc:Fallback>
          <p:pic>
            <p:nvPicPr>
              <p:cNvPr id="99" name="Ink 98">
                <a:extLst>
                  <a:ext uri="{FF2B5EF4-FFF2-40B4-BE49-F238E27FC236}">
                    <a16:creationId xmlns="" xmlns:a16="http://schemas.microsoft.com/office/drawing/2014/main" xmlns:p14="http://schemas.microsoft.com/office/powerpoint/2010/main" id="{08B951A4-35F8-4C7B-9834-B8C9A1C07919}"/>
                  </a:ext>
                </a:extLst>
              </p:cNvPr>
              <p:cNvPicPr/>
              <p:nvPr/>
            </p:nvPicPr>
            <p:blipFill>
              <a:blip r:embed="rId58" cstate="print"/>
              <a:stretch>
                <a:fillRect/>
              </a:stretch>
            </p:blipFill>
            <p:spPr>
              <a:xfrm>
                <a:off x="4147296" y="1676454"/>
                <a:ext cx="2010960" cy="1310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9">
            <p14:nvContentPartPr>
              <p14:cNvPr id="100" name="Ink 99">
                <a:extLst>
                  <a:ext uri="{FF2B5EF4-FFF2-40B4-BE49-F238E27FC236}">
                    <a16:creationId xmlns="" xmlns:a16="http://schemas.microsoft.com/office/drawing/2014/main" id="{4D1BBD5A-47ED-4710-9FA7-61F160E30EEC}"/>
                  </a:ext>
                </a:extLst>
              </p14:cNvPr>
              <p14:cNvContentPartPr/>
              <p14:nvPr/>
            </p14:nvContentPartPr>
            <p14:xfrm>
              <a:off x="5536896" y="1735494"/>
              <a:ext cx="621720" cy="23400"/>
            </p14:xfrm>
          </p:contentPart>
        </mc:Choice>
        <mc:Fallback>
          <p:pic>
            <p:nvPicPr>
              <p:cNvPr id="100" name="Ink 99">
                <a:extLst>
                  <a:ext uri="{FF2B5EF4-FFF2-40B4-BE49-F238E27FC236}">
                    <a16:creationId xmlns="" xmlns:a16="http://schemas.microsoft.com/office/drawing/2014/main" xmlns:p14="http://schemas.microsoft.com/office/powerpoint/2010/main" id="{4D1BBD5A-47ED-4710-9FA7-61F160E30EEC}"/>
                  </a:ext>
                </a:extLst>
              </p:cNvPr>
              <p:cNvPicPr/>
              <p:nvPr/>
            </p:nvPicPr>
            <p:blipFill>
              <a:blip r:embed="rId60" cstate="print"/>
              <a:stretch>
                <a:fillRect/>
              </a:stretch>
            </p:blipFill>
            <p:spPr>
              <a:xfrm>
                <a:off x="5527896" y="1726494"/>
                <a:ext cx="639720" cy="414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1">
            <p14:nvContentPartPr>
              <p14:cNvPr id="105" name="Ink 104">
                <a:extLst>
                  <a:ext uri="{FF2B5EF4-FFF2-40B4-BE49-F238E27FC236}">
                    <a16:creationId xmlns="" xmlns:a16="http://schemas.microsoft.com/office/drawing/2014/main" id="{B3F6357F-E95A-45F4-BDB2-0C1E522C4473}"/>
                  </a:ext>
                </a:extLst>
              </p14:cNvPr>
              <p14:cNvContentPartPr/>
              <p14:nvPr/>
            </p14:nvContentPartPr>
            <p14:xfrm>
              <a:off x="5517096" y="1715694"/>
              <a:ext cx="567000" cy="30960"/>
            </p14:xfrm>
          </p:contentPart>
        </mc:Choice>
        <mc:Fallback>
          <p:pic>
            <p:nvPicPr>
              <p:cNvPr id="105" name="Ink 104">
                <a:extLst>
                  <a:ext uri="{FF2B5EF4-FFF2-40B4-BE49-F238E27FC236}">
                    <a16:creationId xmlns="" xmlns:a16="http://schemas.microsoft.com/office/drawing/2014/main" xmlns:p14="http://schemas.microsoft.com/office/powerpoint/2010/main" id="{B3F6357F-E95A-45F4-BDB2-0C1E522C4473}"/>
                  </a:ext>
                </a:extLst>
              </p:cNvPr>
              <p:cNvPicPr/>
              <p:nvPr/>
            </p:nvPicPr>
            <p:blipFill>
              <a:blip r:embed="rId62" cstate="print"/>
              <a:stretch>
                <a:fillRect/>
              </a:stretch>
            </p:blipFill>
            <p:spPr>
              <a:xfrm>
                <a:off x="5508096" y="1706694"/>
                <a:ext cx="585000" cy="489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3">
            <p14:nvContentPartPr>
              <p14:cNvPr id="108" name="Ink 107">
                <a:extLst>
                  <a:ext uri="{FF2B5EF4-FFF2-40B4-BE49-F238E27FC236}">
                    <a16:creationId xmlns="" xmlns:a16="http://schemas.microsoft.com/office/drawing/2014/main" id="{AA0F3008-A8D5-48C7-B092-9DAFF2A2627B}"/>
                  </a:ext>
                </a:extLst>
              </p14:cNvPr>
              <p14:cNvContentPartPr/>
              <p14:nvPr/>
            </p14:nvContentPartPr>
            <p14:xfrm>
              <a:off x="5756856" y="1670334"/>
              <a:ext cx="513720" cy="121680"/>
            </p14:xfrm>
          </p:contentPart>
        </mc:Choice>
        <mc:Fallback>
          <p:pic>
            <p:nvPicPr>
              <p:cNvPr id="108" name="Ink 107">
                <a:extLst>
                  <a:ext uri="{FF2B5EF4-FFF2-40B4-BE49-F238E27FC236}">
                    <a16:creationId xmlns="" xmlns:a16="http://schemas.microsoft.com/office/drawing/2014/main" xmlns:p14="http://schemas.microsoft.com/office/powerpoint/2010/main" id="{AA0F3008-A8D5-48C7-B092-9DAFF2A2627B}"/>
                  </a:ext>
                </a:extLst>
              </p:cNvPr>
              <p:cNvPicPr/>
              <p:nvPr/>
            </p:nvPicPr>
            <p:blipFill>
              <a:blip r:embed="rId64" cstate="print"/>
              <a:stretch>
                <a:fillRect/>
              </a:stretch>
            </p:blipFill>
            <p:spPr>
              <a:xfrm>
                <a:off x="5747856" y="1661334"/>
                <a:ext cx="531720" cy="1396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5">
            <p14:nvContentPartPr>
              <p14:cNvPr id="109" name="Ink 108">
                <a:extLst>
                  <a:ext uri="{FF2B5EF4-FFF2-40B4-BE49-F238E27FC236}">
                    <a16:creationId xmlns="" xmlns:a16="http://schemas.microsoft.com/office/drawing/2014/main" id="{651931D2-1AE9-4C51-9388-2B8121AE8399}"/>
                  </a:ext>
                </a:extLst>
              </p14:cNvPr>
              <p14:cNvContentPartPr/>
              <p14:nvPr/>
            </p14:nvContentPartPr>
            <p14:xfrm>
              <a:off x="5784936" y="1713894"/>
              <a:ext cx="1446480" cy="39600"/>
            </p14:xfrm>
          </p:contentPart>
        </mc:Choice>
        <mc:Fallback>
          <p:pic>
            <p:nvPicPr>
              <p:cNvPr id="109" name="Ink 108">
                <a:extLst>
                  <a:ext uri="{FF2B5EF4-FFF2-40B4-BE49-F238E27FC236}">
                    <a16:creationId xmlns="" xmlns:a16="http://schemas.microsoft.com/office/drawing/2014/main" xmlns:p14="http://schemas.microsoft.com/office/powerpoint/2010/main" id="{651931D2-1AE9-4C51-9388-2B8121AE8399}"/>
                  </a:ext>
                </a:extLst>
              </p:cNvPr>
              <p:cNvPicPr/>
              <p:nvPr/>
            </p:nvPicPr>
            <p:blipFill>
              <a:blip r:embed="rId66" cstate="print"/>
              <a:stretch>
                <a:fillRect/>
              </a:stretch>
            </p:blipFill>
            <p:spPr>
              <a:xfrm>
                <a:off x="5775936" y="1704894"/>
                <a:ext cx="1464480" cy="57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7">
            <p14:nvContentPartPr>
              <p14:cNvPr id="112" name="Ink 111">
                <a:extLst>
                  <a:ext uri="{FF2B5EF4-FFF2-40B4-BE49-F238E27FC236}">
                    <a16:creationId xmlns="" xmlns:a16="http://schemas.microsoft.com/office/drawing/2014/main" id="{CC3781C0-FCAF-40D6-B976-FE3365AFF49F}"/>
                  </a:ext>
                </a:extLst>
              </p14:cNvPr>
              <p14:cNvContentPartPr/>
              <p14:nvPr/>
            </p14:nvContentPartPr>
            <p14:xfrm>
              <a:off x="6288936" y="1725774"/>
              <a:ext cx="1148040" cy="162360"/>
            </p14:xfrm>
          </p:contentPart>
        </mc:Choice>
        <mc:Fallback>
          <p:pic>
            <p:nvPicPr>
              <p:cNvPr id="112" name="Ink 111">
                <a:extLst>
                  <a:ext uri="{FF2B5EF4-FFF2-40B4-BE49-F238E27FC236}">
                    <a16:creationId xmlns="" xmlns:a16="http://schemas.microsoft.com/office/drawing/2014/main" xmlns:p14="http://schemas.microsoft.com/office/powerpoint/2010/main" id="{CC3781C0-FCAF-40D6-B976-FE3365AFF49F}"/>
                  </a:ext>
                </a:extLst>
              </p:cNvPr>
              <p:cNvPicPr/>
              <p:nvPr/>
            </p:nvPicPr>
            <p:blipFill>
              <a:blip r:embed="rId68" cstate="print"/>
              <a:stretch>
                <a:fillRect/>
              </a:stretch>
            </p:blipFill>
            <p:spPr>
              <a:xfrm>
                <a:off x="6279936" y="1716774"/>
                <a:ext cx="1166040" cy="180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9">
            <p14:nvContentPartPr>
              <p14:cNvPr id="113" name="Ink 112">
                <a:extLst>
                  <a:ext uri="{FF2B5EF4-FFF2-40B4-BE49-F238E27FC236}">
                    <a16:creationId xmlns="" xmlns:a16="http://schemas.microsoft.com/office/drawing/2014/main" id="{FDF1AD9D-28A4-46A7-A67D-45E73F20B4DB}"/>
                  </a:ext>
                </a:extLst>
              </p14:cNvPr>
              <p14:cNvContentPartPr/>
              <p14:nvPr/>
            </p14:nvContentPartPr>
            <p14:xfrm>
              <a:off x="5617176" y="1659534"/>
              <a:ext cx="1642320" cy="76320"/>
            </p14:xfrm>
          </p:contentPart>
        </mc:Choice>
        <mc:Fallback>
          <p:pic>
            <p:nvPicPr>
              <p:cNvPr id="113" name="Ink 112">
                <a:extLst>
                  <a:ext uri="{FF2B5EF4-FFF2-40B4-BE49-F238E27FC236}">
                    <a16:creationId xmlns="" xmlns:a16="http://schemas.microsoft.com/office/drawing/2014/main" xmlns:p14="http://schemas.microsoft.com/office/powerpoint/2010/main" id="{FDF1AD9D-28A4-46A7-A67D-45E73F20B4DB}"/>
                  </a:ext>
                </a:extLst>
              </p:cNvPr>
              <p:cNvPicPr/>
              <p:nvPr/>
            </p:nvPicPr>
            <p:blipFill>
              <a:blip r:embed="rId70" cstate="print"/>
              <a:stretch>
                <a:fillRect/>
              </a:stretch>
            </p:blipFill>
            <p:spPr>
              <a:xfrm>
                <a:off x="5608176" y="1650534"/>
                <a:ext cx="1660320" cy="94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1">
            <p14:nvContentPartPr>
              <p14:cNvPr id="120" name="Ink 119">
                <a:extLst>
                  <a:ext uri="{FF2B5EF4-FFF2-40B4-BE49-F238E27FC236}">
                    <a16:creationId xmlns="" xmlns:a16="http://schemas.microsoft.com/office/drawing/2014/main" id="{48D3C061-E0B2-4D2D-B431-0D3ED127744A}"/>
                  </a:ext>
                </a:extLst>
              </p14:cNvPr>
              <p14:cNvContentPartPr/>
              <p14:nvPr/>
            </p14:nvContentPartPr>
            <p14:xfrm>
              <a:off x="6111456" y="1712454"/>
              <a:ext cx="308520" cy="88560"/>
            </p14:xfrm>
          </p:contentPart>
        </mc:Choice>
        <mc:Fallback>
          <p:pic>
            <p:nvPicPr>
              <p:cNvPr id="120" name="Ink 119">
                <a:extLst>
                  <a:ext uri="{FF2B5EF4-FFF2-40B4-BE49-F238E27FC236}">
                    <a16:creationId xmlns="" xmlns:a16="http://schemas.microsoft.com/office/drawing/2014/main" xmlns:p14="http://schemas.microsoft.com/office/powerpoint/2010/main" id="{48D3C061-E0B2-4D2D-B431-0D3ED127744A}"/>
                  </a:ext>
                </a:extLst>
              </p:cNvPr>
              <p:cNvPicPr/>
              <p:nvPr/>
            </p:nvPicPr>
            <p:blipFill>
              <a:blip r:embed="rId72" cstate="print"/>
              <a:stretch>
                <a:fillRect/>
              </a:stretch>
            </p:blipFill>
            <p:spPr>
              <a:xfrm>
                <a:off x="6102456" y="1703454"/>
                <a:ext cx="326520" cy="1065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3">
            <p14:nvContentPartPr>
              <p14:cNvPr id="121" name="Ink 120">
                <a:extLst>
                  <a:ext uri="{FF2B5EF4-FFF2-40B4-BE49-F238E27FC236}">
                    <a16:creationId xmlns="" xmlns:a16="http://schemas.microsoft.com/office/drawing/2014/main" id="{7874CEC9-C5A0-4E28-8B95-9836B0CC6280}"/>
                  </a:ext>
                </a:extLst>
              </p14:cNvPr>
              <p14:cNvContentPartPr/>
              <p14:nvPr/>
            </p14:nvContentPartPr>
            <p14:xfrm>
              <a:off x="7207296" y="1730094"/>
              <a:ext cx="425520" cy="18720"/>
            </p14:xfrm>
          </p:contentPart>
        </mc:Choice>
        <mc:Fallback>
          <p:pic>
            <p:nvPicPr>
              <p:cNvPr id="121" name="Ink 120">
                <a:extLst>
                  <a:ext uri="{FF2B5EF4-FFF2-40B4-BE49-F238E27FC236}">
                    <a16:creationId xmlns="" xmlns:a16="http://schemas.microsoft.com/office/drawing/2014/main" xmlns:p14="http://schemas.microsoft.com/office/powerpoint/2010/main" id="{7874CEC9-C5A0-4E28-8B95-9836B0CC6280}"/>
                  </a:ext>
                </a:extLst>
              </p:cNvPr>
              <p:cNvPicPr/>
              <p:nvPr/>
            </p:nvPicPr>
            <p:blipFill>
              <a:blip r:embed="rId74" cstate="print"/>
              <a:stretch>
                <a:fillRect/>
              </a:stretch>
            </p:blipFill>
            <p:spPr>
              <a:xfrm>
                <a:off x="7198296" y="1721094"/>
                <a:ext cx="443520" cy="367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5">
            <p14:nvContentPartPr>
              <p14:cNvPr id="122" name="Ink 121">
                <a:extLst>
                  <a:ext uri="{FF2B5EF4-FFF2-40B4-BE49-F238E27FC236}">
                    <a16:creationId xmlns="" xmlns:a16="http://schemas.microsoft.com/office/drawing/2014/main" id="{EA514CCD-60F4-4653-9210-F28E748F30E9}"/>
                  </a:ext>
                </a:extLst>
              </p14:cNvPr>
              <p14:cNvContentPartPr/>
              <p14:nvPr/>
            </p14:nvContentPartPr>
            <p14:xfrm>
              <a:off x="7100016" y="1744494"/>
              <a:ext cx="532800" cy="57240"/>
            </p14:xfrm>
          </p:contentPart>
        </mc:Choice>
        <mc:Fallback>
          <p:pic>
            <p:nvPicPr>
              <p:cNvPr id="122" name="Ink 121">
                <a:extLst>
                  <a:ext uri="{FF2B5EF4-FFF2-40B4-BE49-F238E27FC236}">
                    <a16:creationId xmlns="" xmlns:a16="http://schemas.microsoft.com/office/drawing/2014/main" xmlns:p14="http://schemas.microsoft.com/office/powerpoint/2010/main" id="{EA514CCD-60F4-4653-9210-F28E748F30E9}"/>
                  </a:ext>
                </a:extLst>
              </p:cNvPr>
              <p:cNvPicPr/>
              <p:nvPr/>
            </p:nvPicPr>
            <p:blipFill>
              <a:blip r:embed="rId76" cstate="print"/>
              <a:stretch>
                <a:fillRect/>
              </a:stretch>
            </p:blipFill>
            <p:spPr>
              <a:xfrm>
                <a:off x="7091016" y="1735494"/>
                <a:ext cx="550800" cy="752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7">
            <p14:nvContentPartPr>
              <p14:cNvPr id="123" name="Ink 122">
                <a:extLst>
                  <a:ext uri="{FF2B5EF4-FFF2-40B4-BE49-F238E27FC236}">
                    <a16:creationId xmlns="" xmlns:a16="http://schemas.microsoft.com/office/drawing/2014/main" id="{450839BB-464F-4814-A868-91488BC23B48}"/>
                  </a:ext>
                </a:extLst>
              </p14:cNvPr>
              <p14:cNvContentPartPr/>
              <p14:nvPr/>
            </p14:nvContentPartPr>
            <p14:xfrm>
              <a:off x="7184616" y="1502214"/>
              <a:ext cx="410760" cy="149760"/>
            </p14:xfrm>
          </p:contentPart>
        </mc:Choice>
        <mc:Fallback>
          <p:pic>
            <p:nvPicPr>
              <p:cNvPr id="123" name="Ink 122">
                <a:extLst>
                  <a:ext uri="{FF2B5EF4-FFF2-40B4-BE49-F238E27FC236}">
                    <a16:creationId xmlns="" xmlns:a16="http://schemas.microsoft.com/office/drawing/2014/main" xmlns:p14="http://schemas.microsoft.com/office/powerpoint/2010/main" id="{450839BB-464F-4814-A868-91488BC23B48}"/>
                  </a:ext>
                </a:extLst>
              </p:cNvPr>
              <p:cNvPicPr/>
              <p:nvPr/>
            </p:nvPicPr>
            <p:blipFill>
              <a:blip r:embed="rId78" cstate="print"/>
              <a:stretch>
                <a:fillRect/>
              </a:stretch>
            </p:blipFill>
            <p:spPr>
              <a:xfrm>
                <a:off x="7175616" y="1493214"/>
                <a:ext cx="428760" cy="1677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9">
            <p14:nvContentPartPr>
              <p14:cNvPr id="126" name="Ink 125">
                <a:extLst>
                  <a:ext uri="{FF2B5EF4-FFF2-40B4-BE49-F238E27FC236}">
                    <a16:creationId xmlns="" xmlns:a16="http://schemas.microsoft.com/office/drawing/2014/main" id="{7BE41629-13E2-444E-A46B-65F2718ADFEA}"/>
                  </a:ext>
                </a:extLst>
              </p14:cNvPr>
              <p14:cNvContentPartPr/>
              <p14:nvPr/>
            </p14:nvContentPartPr>
            <p14:xfrm>
              <a:off x="7286136" y="1679334"/>
              <a:ext cx="356040" cy="495000"/>
            </p14:xfrm>
          </p:contentPart>
        </mc:Choice>
        <mc:Fallback>
          <p:pic>
            <p:nvPicPr>
              <p:cNvPr id="126" name="Ink 125">
                <a:extLst>
                  <a:ext uri="{FF2B5EF4-FFF2-40B4-BE49-F238E27FC236}">
                    <a16:creationId xmlns="" xmlns:a16="http://schemas.microsoft.com/office/drawing/2014/main" xmlns:p14="http://schemas.microsoft.com/office/powerpoint/2010/main" id="{7BE41629-13E2-444E-A46B-65F2718ADFEA}"/>
                  </a:ext>
                </a:extLst>
              </p:cNvPr>
              <p:cNvPicPr/>
              <p:nvPr/>
            </p:nvPicPr>
            <p:blipFill>
              <a:blip r:embed="rId80" cstate="print"/>
              <a:stretch>
                <a:fillRect/>
              </a:stretch>
            </p:blipFill>
            <p:spPr>
              <a:xfrm>
                <a:off x="7277136" y="1670334"/>
                <a:ext cx="374040" cy="513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81">
            <p14:nvContentPartPr>
              <p14:cNvPr id="127" name="Ink 126">
                <a:extLst>
                  <a:ext uri="{FF2B5EF4-FFF2-40B4-BE49-F238E27FC236}">
                    <a16:creationId xmlns="" xmlns:a16="http://schemas.microsoft.com/office/drawing/2014/main" id="{E34CBBE8-E9CD-4784-9A12-AD19BE02C846}"/>
                  </a:ext>
                </a:extLst>
              </p14:cNvPr>
              <p14:cNvContentPartPr/>
              <p14:nvPr/>
            </p14:nvContentPartPr>
            <p14:xfrm>
              <a:off x="6074376" y="1739094"/>
              <a:ext cx="373320" cy="66240"/>
            </p14:xfrm>
          </p:contentPart>
        </mc:Choice>
        <mc:Fallback>
          <p:pic>
            <p:nvPicPr>
              <p:cNvPr id="127" name="Ink 126">
                <a:extLst>
                  <a:ext uri="{FF2B5EF4-FFF2-40B4-BE49-F238E27FC236}">
                    <a16:creationId xmlns="" xmlns:a16="http://schemas.microsoft.com/office/drawing/2014/main" xmlns:p14="http://schemas.microsoft.com/office/powerpoint/2010/main" id="{E34CBBE8-E9CD-4784-9A12-AD19BE02C846}"/>
                  </a:ext>
                </a:extLst>
              </p:cNvPr>
              <p:cNvPicPr/>
              <p:nvPr/>
            </p:nvPicPr>
            <p:blipFill>
              <a:blip r:embed="rId82" cstate="print"/>
              <a:stretch>
                <a:fillRect/>
              </a:stretch>
            </p:blipFill>
            <p:spPr>
              <a:xfrm>
                <a:off x="6065376" y="1730094"/>
                <a:ext cx="391320" cy="842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83">
            <p14:nvContentPartPr>
              <p14:cNvPr id="130" name="Ink 129">
                <a:extLst>
                  <a:ext uri="{FF2B5EF4-FFF2-40B4-BE49-F238E27FC236}">
                    <a16:creationId xmlns="" xmlns:a16="http://schemas.microsoft.com/office/drawing/2014/main" id="{9F4A4D7C-F094-4030-AFB2-11110C671191}"/>
                  </a:ext>
                </a:extLst>
              </p14:cNvPr>
              <p14:cNvContentPartPr/>
              <p14:nvPr/>
            </p14:nvContentPartPr>
            <p14:xfrm>
              <a:off x="6120816" y="1698054"/>
              <a:ext cx="653400" cy="75240"/>
            </p14:xfrm>
          </p:contentPart>
        </mc:Choice>
        <mc:Fallback>
          <p:pic>
            <p:nvPicPr>
              <p:cNvPr id="130" name="Ink 129">
                <a:extLst>
                  <a:ext uri="{FF2B5EF4-FFF2-40B4-BE49-F238E27FC236}">
                    <a16:creationId xmlns="" xmlns:a16="http://schemas.microsoft.com/office/drawing/2014/main" xmlns:p14="http://schemas.microsoft.com/office/powerpoint/2010/main" id="{9F4A4D7C-F094-4030-AFB2-11110C671191}"/>
                  </a:ext>
                </a:extLst>
              </p:cNvPr>
              <p:cNvPicPr/>
              <p:nvPr/>
            </p:nvPicPr>
            <p:blipFill>
              <a:blip r:embed="rId84" cstate="print"/>
              <a:stretch>
                <a:fillRect/>
              </a:stretch>
            </p:blipFill>
            <p:spPr>
              <a:xfrm>
                <a:off x="6111816" y="1689054"/>
                <a:ext cx="671400" cy="932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85">
            <p14:nvContentPartPr>
              <p14:cNvPr id="131" name="Ink 130">
                <a:extLst>
                  <a:ext uri="{FF2B5EF4-FFF2-40B4-BE49-F238E27FC236}">
                    <a16:creationId xmlns="" xmlns:a16="http://schemas.microsoft.com/office/drawing/2014/main" id="{F23BD231-9789-4EFF-A73E-EC23D9AC60B3}"/>
                  </a:ext>
                </a:extLst>
              </p14:cNvPr>
              <p14:cNvContentPartPr/>
              <p14:nvPr/>
            </p14:nvContentPartPr>
            <p14:xfrm>
              <a:off x="6571896" y="1754214"/>
              <a:ext cx="446760" cy="322560"/>
            </p14:xfrm>
          </p:contentPart>
        </mc:Choice>
        <mc:Fallback>
          <p:pic>
            <p:nvPicPr>
              <p:cNvPr id="131" name="Ink 130">
                <a:extLst>
                  <a:ext uri="{FF2B5EF4-FFF2-40B4-BE49-F238E27FC236}">
                    <a16:creationId xmlns="" xmlns:a16="http://schemas.microsoft.com/office/drawing/2014/main" xmlns:p14="http://schemas.microsoft.com/office/powerpoint/2010/main" id="{F23BD231-9789-4EFF-A73E-EC23D9AC60B3}"/>
                  </a:ext>
                </a:extLst>
              </p:cNvPr>
              <p:cNvPicPr/>
              <p:nvPr/>
            </p:nvPicPr>
            <p:blipFill>
              <a:blip r:embed="rId86" cstate="print"/>
              <a:stretch>
                <a:fillRect/>
              </a:stretch>
            </p:blipFill>
            <p:spPr>
              <a:xfrm>
                <a:off x="6562896" y="1745214"/>
                <a:ext cx="464760" cy="3405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87">
            <p14:nvContentPartPr>
              <p14:cNvPr id="134" name="Ink 133">
                <a:extLst>
                  <a:ext uri="{FF2B5EF4-FFF2-40B4-BE49-F238E27FC236}">
                    <a16:creationId xmlns="" xmlns:a16="http://schemas.microsoft.com/office/drawing/2014/main" id="{39D441B0-05C6-4962-8F80-8317FB01E22F}"/>
                  </a:ext>
                </a:extLst>
              </p14:cNvPr>
              <p14:cNvContentPartPr/>
              <p14:nvPr/>
            </p14:nvContentPartPr>
            <p14:xfrm>
              <a:off x="6503496" y="1809654"/>
              <a:ext cx="905400" cy="85680"/>
            </p14:xfrm>
          </p:contentPart>
        </mc:Choice>
        <mc:Fallback>
          <p:pic>
            <p:nvPicPr>
              <p:cNvPr id="134" name="Ink 133">
                <a:extLst>
                  <a:ext uri="{FF2B5EF4-FFF2-40B4-BE49-F238E27FC236}">
                    <a16:creationId xmlns="" xmlns:a16="http://schemas.microsoft.com/office/drawing/2014/main" xmlns:p14="http://schemas.microsoft.com/office/powerpoint/2010/main" id="{39D441B0-05C6-4962-8F80-8317FB01E22F}"/>
                  </a:ext>
                </a:extLst>
              </p:cNvPr>
              <p:cNvPicPr/>
              <p:nvPr/>
            </p:nvPicPr>
            <p:blipFill>
              <a:blip r:embed="rId88" cstate="print"/>
              <a:stretch>
                <a:fillRect/>
              </a:stretch>
            </p:blipFill>
            <p:spPr>
              <a:xfrm>
                <a:off x="6494496" y="1800654"/>
                <a:ext cx="923400" cy="1036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89">
            <p14:nvContentPartPr>
              <p14:cNvPr id="135" name="Ink 134">
                <a:extLst>
                  <a:ext uri="{FF2B5EF4-FFF2-40B4-BE49-F238E27FC236}">
                    <a16:creationId xmlns="" xmlns:a16="http://schemas.microsoft.com/office/drawing/2014/main" id="{9E81DAC1-F35A-4DCF-BEC3-0E07F95D9911}"/>
                  </a:ext>
                </a:extLst>
              </p14:cNvPr>
              <p14:cNvContentPartPr/>
              <p14:nvPr/>
            </p14:nvContentPartPr>
            <p14:xfrm>
              <a:off x="6708696" y="1530294"/>
              <a:ext cx="626400" cy="821520"/>
            </p14:xfrm>
          </p:contentPart>
        </mc:Choice>
        <mc:Fallback>
          <p:pic>
            <p:nvPicPr>
              <p:cNvPr id="135" name="Ink 134">
                <a:extLst>
                  <a:ext uri="{FF2B5EF4-FFF2-40B4-BE49-F238E27FC236}">
                    <a16:creationId xmlns="" xmlns:a16="http://schemas.microsoft.com/office/drawing/2014/main" xmlns:p14="http://schemas.microsoft.com/office/powerpoint/2010/main" id="{9E81DAC1-F35A-4DCF-BEC3-0E07F95D9911}"/>
                  </a:ext>
                </a:extLst>
              </p:cNvPr>
              <p:cNvPicPr/>
              <p:nvPr/>
            </p:nvPicPr>
            <p:blipFill>
              <a:blip r:embed="rId90" cstate="print"/>
              <a:stretch>
                <a:fillRect/>
              </a:stretch>
            </p:blipFill>
            <p:spPr>
              <a:xfrm>
                <a:off x="6699696" y="1521294"/>
                <a:ext cx="644400" cy="839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91">
            <p14:nvContentPartPr>
              <p14:cNvPr id="136" name="Ink 135">
                <a:extLst>
                  <a:ext uri="{FF2B5EF4-FFF2-40B4-BE49-F238E27FC236}">
                    <a16:creationId xmlns="" xmlns:a16="http://schemas.microsoft.com/office/drawing/2014/main" id="{242ABB3D-B180-449E-8BF6-07141398977A}"/>
                  </a:ext>
                </a:extLst>
              </p14:cNvPr>
              <p14:cNvContentPartPr/>
              <p14:nvPr/>
            </p14:nvContentPartPr>
            <p14:xfrm>
              <a:off x="6232776" y="1884894"/>
              <a:ext cx="1058400" cy="60120"/>
            </p14:xfrm>
          </p:contentPart>
        </mc:Choice>
        <mc:Fallback>
          <p:pic>
            <p:nvPicPr>
              <p:cNvPr id="136" name="Ink 135">
                <a:extLst>
                  <a:ext uri="{FF2B5EF4-FFF2-40B4-BE49-F238E27FC236}">
                    <a16:creationId xmlns="" xmlns:a16="http://schemas.microsoft.com/office/drawing/2014/main" xmlns:p14="http://schemas.microsoft.com/office/powerpoint/2010/main" id="{242ABB3D-B180-449E-8BF6-07141398977A}"/>
                  </a:ext>
                </a:extLst>
              </p:cNvPr>
              <p:cNvPicPr/>
              <p:nvPr/>
            </p:nvPicPr>
            <p:blipFill>
              <a:blip r:embed="rId92" cstate="print"/>
              <a:stretch>
                <a:fillRect/>
              </a:stretch>
            </p:blipFill>
            <p:spPr>
              <a:xfrm>
                <a:off x="6223776" y="1875894"/>
                <a:ext cx="1076400" cy="781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93">
            <p14:nvContentPartPr>
              <p14:cNvPr id="137" name="Ink 136">
                <a:extLst>
                  <a:ext uri="{FF2B5EF4-FFF2-40B4-BE49-F238E27FC236}">
                    <a16:creationId xmlns="" xmlns:a16="http://schemas.microsoft.com/office/drawing/2014/main" id="{B96B9DBC-E72A-4BA0-95E3-D2083312D946}"/>
                  </a:ext>
                </a:extLst>
              </p14:cNvPr>
              <p14:cNvContentPartPr/>
              <p14:nvPr/>
            </p14:nvContentPartPr>
            <p14:xfrm>
              <a:off x="6839376" y="-429186"/>
              <a:ext cx="775080" cy="2484000"/>
            </p14:xfrm>
          </p:contentPart>
        </mc:Choice>
        <mc:Fallback>
          <p:pic>
            <p:nvPicPr>
              <p:cNvPr id="137" name="Ink 136">
                <a:extLst>
                  <a:ext uri="{FF2B5EF4-FFF2-40B4-BE49-F238E27FC236}">
                    <a16:creationId xmlns="" xmlns:a16="http://schemas.microsoft.com/office/drawing/2014/main" xmlns:p14="http://schemas.microsoft.com/office/powerpoint/2010/main" id="{B96B9DBC-E72A-4BA0-95E3-D2083312D946}"/>
                  </a:ext>
                </a:extLst>
              </p:cNvPr>
              <p:cNvPicPr/>
              <p:nvPr/>
            </p:nvPicPr>
            <p:blipFill>
              <a:blip r:embed="rId94" cstate="print"/>
              <a:stretch>
                <a:fillRect/>
              </a:stretch>
            </p:blipFill>
            <p:spPr>
              <a:xfrm>
                <a:off x="6830376" y="-438186"/>
                <a:ext cx="793080" cy="2502000"/>
              </a:xfrm>
              <a:prstGeom prst="rect">
                <a:avLst/>
              </a:prstGeom>
            </p:spPr>
          </p:pic>
        </mc:Fallback>
      </mc:AlternateContent>
      <p:sp>
        <p:nvSpPr>
          <p:cNvPr id="54" name="TextBox 53">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4" name="TextBox 3"/>
          <p:cNvSpPr txBox="1"/>
          <p:nvPr/>
        </p:nvSpPr>
        <p:spPr>
          <a:xfrm>
            <a:off x="1082616" y="1728294"/>
            <a:ext cx="6629400" cy="1113906"/>
          </a:xfrm>
          <a:prstGeom prst="rect">
            <a:avLst/>
          </a:prstGeom>
          <a:solidFill>
            <a:schemeClr val="bg1"/>
          </a:solidFill>
        </p:spPr>
        <p:txBody>
          <a:bodyPr wrap="square" rtlCol="0">
            <a:spAutoFit/>
          </a:bodyPr>
          <a:lstStyle/>
          <a:p>
            <a:endParaRPr lang="en-US" dirty="0"/>
          </a:p>
        </p:txBody>
      </p:sp>
      <p:sp>
        <p:nvSpPr>
          <p:cNvPr id="56" name="Round Same Side Corner Rectangle 9">
            <a:extLst>
              <a:ext uri="{FF2B5EF4-FFF2-40B4-BE49-F238E27FC236}">
                <a16:creationId xmlns="" xmlns:a16="http://schemas.microsoft.com/office/drawing/2014/main" id="{DCFE27E6-0514-4193-ADC9-50A542715314}"/>
              </a:ext>
            </a:extLst>
          </p:cNvPr>
          <p:cNvSpPr/>
          <p:nvPr/>
        </p:nvSpPr>
        <p:spPr>
          <a:xfrm>
            <a:off x="0" y="0"/>
            <a:ext cx="38100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n w="12700">
                  <a:solidFill>
                    <a:schemeClr val="dk1"/>
                  </a:solidFill>
                </a:ln>
                <a:solidFill>
                  <a:schemeClr val="tx1"/>
                </a:solidFill>
              </a:rPr>
              <a:t>SIGNAL PROCESSING</a:t>
            </a:r>
            <a:endParaRPr lang="en-US" dirty="0">
              <a:ln w="12700">
                <a:solidFill>
                  <a:schemeClr val="dk1"/>
                </a:solidFill>
              </a:ln>
              <a:solidFill>
                <a:schemeClr val="tx1"/>
              </a:solidFill>
            </a:endParaRPr>
          </a:p>
        </p:txBody>
      </p:sp>
      <p:pic>
        <p:nvPicPr>
          <p:cNvPr id="57" name="Picture 56" descr="C:\Users\Subhasis\Desktop\logo nit.png">
            <a:extLst>
              <a:ext uri="{FF2B5EF4-FFF2-40B4-BE49-F238E27FC236}">
                <a16:creationId xmlns="" xmlns:a16="http://schemas.microsoft.com/office/drawing/2014/main" id="{2961F01F-4C3E-4631-B88B-04A88CCA29A6}"/>
              </a:ext>
            </a:extLst>
          </p:cNvPr>
          <p:cNvPicPr/>
          <p:nvPr/>
        </p:nvPicPr>
        <p:blipFill>
          <a:blip r:embed="rId95"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2694756347"/>
      </p:ext>
    </p:extLst>
  </p:cSld>
  <p:clrMapOvr>
    <a:masterClrMapping/>
  </p:clrMapOvr>
  <p:transition>
    <p:pull di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07F3D7-3C62-40DA-BC04-AD01951B4892}"/>
              </a:ext>
            </a:extLst>
          </p:cNvPr>
          <p:cNvSpPr>
            <a:spLocks noGrp="1"/>
          </p:cNvSpPr>
          <p:nvPr>
            <p:ph type="title"/>
          </p:nvPr>
        </p:nvSpPr>
        <p:spPr/>
        <p:txBody>
          <a:bodyPr/>
          <a:lstStyle/>
          <a:p>
            <a:r>
              <a:rPr lang="en-IN" b="1" dirty="0">
                <a:solidFill>
                  <a:schemeClr val="tx1"/>
                </a:solidFill>
              </a:rPr>
              <a:t>Outline</a:t>
            </a:r>
          </a:p>
        </p:txBody>
      </p:sp>
      <p:sp>
        <p:nvSpPr>
          <p:cNvPr id="3" name="Content Placeholder 2">
            <a:extLst>
              <a:ext uri="{FF2B5EF4-FFF2-40B4-BE49-F238E27FC236}">
                <a16:creationId xmlns="" xmlns:a16="http://schemas.microsoft.com/office/drawing/2014/main" id="{429E8363-D234-47E7-8914-077E54540972}"/>
              </a:ext>
            </a:extLst>
          </p:cNvPr>
          <p:cNvSpPr>
            <a:spLocks noGrp="1"/>
          </p:cNvSpPr>
          <p:nvPr>
            <p:ph idx="1"/>
          </p:nvPr>
        </p:nvSpPr>
        <p:spPr>
          <a:xfrm>
            <a:off x="822959" y="1973264"/>
            <a:ext cx="7543801" cy="4023360"/>
          </a:xfrm>
        </p:spPr>
        <p:txBody>
          <a:bodyPr>
            <a:noAutofit/>
          </a:bodyPr>
          <a:lstStyle/>
          <a:p>
            <a:pPr marL="398463" indent="-339725">
              <a:lnSpc>
                <a:spcPct val="100000"/>
              </a:lnSpc>
              <a:spcAft>
                <a:spcPts val="600"/>
              </a:spcAft>
              <a:buClr>
                <a:schemeClr val="accent5">
                  <a:lumMod val="50000"/>
                </a:schemeClr>
              </a:buClr>
              <a:buFont typeface="Wingdings" panose="05000000000000000000" pitchFamily="2" charset="2"/>
              <a:buChar char="q"/>
              <a:defRPr/>
            </a:pPr>
            <a:r>
              <a:rPr lang="en-US" dirty="0">
                <a:solidFill>
                  <a:schemeClr val="tx1"/>
                </a:solidFill>
                <a:latin typeface="Times New Roman" panose="02020603050405020304" pitchFamily="18" charset="0"/>
                <a:cs typeface="Times New Roman" panose="02020603050405020304" pitchFamily="18" charset="0"/>
              </a:rPr>
              <a:t>Signals</a:t>
            </a:r>
          </a:p>
          <a:p>
            <a:pPr marL="398463" indent="-339725">
              <a:lnSpc>
                <a:spcPct val="100000"/>
              </a:lnSpc>
              <a:spcAft>
                <a:spcPts val="600"/>
              </a:spcAft>
              <a:buClr>
                <a:schemeClr val="accent5">
                  <a:lumMod val="50000"/>
                </a:schemeClr>
              </a:buClr>
              <a:buFont typeface="Wingdings" panose="05000000000000000000" pitchFamily="2" charset="2"/>
              <a:buChar char="q"/>
              <a:defRPr/>
            </a:pPr>
            <a:r>
              <a:rPr lang="en-US" dirty="0">
                <a:solidFill>
                  <a:schemeClr val="tx1"/>
                </a:solidFill>
                <a:latin typeface="Times New Roman" panose="02020603050405020304" pitchFamily="18" charset="0"/>
                <a:cs typeface="Times New Roman" panose="02020603050405020304" pitchFamily="18" charset="0"/>
              </a:rPr>
              <a:t>Systems</a:t>
            </a:r>
          </a:p>
          <a:p>
            <a:pPr marL="398463" indent="-339725">
              <a:lnSpc>
                <a:spcPct val="100000"/>
              </a:lnSpc>
              <a:spcAft>
                <a:spcPts val="600"/>
              </a:spcAft>
              <a:buClr>
                <a:schemeClr val="accent5">
                  <a:lumMod val="50000"/>
                </a:schemeClr>
              </a:buClr>
              <a:buFont typeface="Wingdings" panose="05000000000000000000" pitchFamily="2" charset="2"/>
              <a:buChar char="q"/>
              <a:defRPr/>
            </a:pPr>
            <a:r>
              <a:rPr lang="en-US" dirty="0">
                <a:solidFill>
                  <a:schemeClr val="tx1"/>
                </a:solidFill>
                <a:latin typeface="Times New Roman" panose="02020603050405020304" pitchFamily="18" charset="0"/>
                <a:cs typeface="Times New Roman" panose="02020603050405020304" pitchFamily="18" charset="0"/>
              </a:rPr>
              <a:t>Fourier </a:t>
            </a:r>
            <a:r>
              <a:rPr lang="en-US" dirty="0" smtClean="0">
                <a:solidFill>
                  <a:schemeClr val="tx1"/>
                </a:solidFill>
                <a:latin typeface="Times New Roman" panose="02020603050405020304" pitchFamily="18" charset="0"/>
                <a:cs typeface="Times New Roman" panose="02020603050405020304" pitchFamily="18" charset="0"/>
              </a:rPr>
              <a:t>Transform</a:t>
            </a:r>
          </a:p>
          <a:p>
            <a:pPr marL="398463" indent="-339725">
              <a:lnSpc>
                <a:spcPct val="100000"/>
              </a:lnSpc>
              <a:spcAft>
                <a:spcPts val="600"/>
              </a:spcAft>
              <a:buClr>
                <a:schemeClr val="accent5">
                  <a:lumMod val="50000"/>
                </a:schemeClr>
              </a:buClr>
              <a:buFont typeface="Wingdings" panose="05000000000000000000" pitchFamily="2" charset="2"/>
              <a:buChar char="q"/>
              <a:defRPr/>
            </a:pPr>
            <a:r>
              <a:rPr lang="en-US" dirty="0" smtClean="0">
                <a:solidFill>
                  <a:schemeClr val="tx1"/>
                </a:solidFill>
                <a:latin typeface="Times New Roman" panose="02020603050405020304" pitchFamily="18" charset="0"/>
                <a:cs typeface="Times New Roman" panose="02020603050405020304" pitchFamily="18" charset="0"/>
              </a:rPr>
              <a:t>Discrete Fourier Transform</a:t>
            </a:r>
            <a:endParaRPr lang="en-US" dirty="0">
              <a:solidFill>
                <a:schemeClr val="tx1"/>
              </a:solidFill>
              <a:latin typeface="Times New Roman" panose="02020603050405020304" pitchFamily="18" charset="0"/>
              <a:cs typeface="Times New Roman" panose="02020603050405020304" pitchFamily="18" charset="0"/>
            </a:endParaRPr>
          </a:p>
          <a:p>
            <a:pPr marL="398463" indent="-339725">
              <a:lnSpc>
                <a:spcPct val="100000"/>
              </a:lnSpc>
              <a:spcAft>
                <a:spcPts val="600"/>
              </a:spcAft>
              <a:buClr>
                <a:schemeClr val="accent5">
                  <a:lumMod val="50000"/>
                </a:schemeClr>
              </a:buClr>
              <a:buFont typeface="Wingdings" panose="05000000000000000000" pitchFamily="2" charset="2"/>
              <a:buChar char="q"/>
              <a:defRPr/>
            </a:pPr>
            <a:r>
              <a:rPr lang="en-US" dirty="0">
                <a:solidFill>
                  <a:schemeClr val="tx1"/>
                </a:solidFill>
                <a:latin typeface="Times New Roman" panose="02020603050405020304" pitchFamily="18" charset="0"/>
                <a:cs typeface="Times New Roman" panose="02020603050405020304" pitchFamily="18" charset="0"/>
              </a:rPr>
              <a:t>Z Transform</a:t>
            </a:r>
          </a:p>
          <a:p>
            <a:pPr marL="398463" indent="-339725">
              <a:lnSpc>
                <a:spcPct val="100000"/>
              </a:lnSpc>
              <a:spcAft>
                <a:spcPts val="600"/>
              </a:spcAft>
              <a:buClr>
                <a:schemeClr val="accent5">
                  <a:lumMod val="50000"/>
                </a:schemeClr>
              </a:buClr>
              <a:buFont typeface="Wingdings" panose="05000000000000000000" pitchFamily="2" charset="2"/>
              <a:buChar char="q"/>
              <a:defRPr/>
            </a:pPr>
            <a:r>
              <a:rPr lang="en-US" dirty="0" smtClean="0">
                <a:solidFill>
                  <a:schemeClr val="tx1"/>
                </a:solidFill>
                <a:latin typeface="Times New Roman" panose="02020603050405020304" pitchFamily="18" charset="0"/>
                <a:cs typeface="Times New Roman" panose="02020603050405020304" pitchFamily="18" charset="0"/>
              </a:rPr>
              <a:t>Filters</a:t>
            </a:r>
            <a:endParaRPr lang="en-US" dirty="0">
              <a:solidFill>
                <a:schemeClr val="tx1"/>
              </a:solidFill>
              <a:latin typeface="Times New Roman" panose="02020603050405020304" pitchFamily="18" charset="0"/>
              <a:cs typeface="Times New Roman" panose="02020603050405020304" pitchFamily="18" charset="0"/>
            </a:endParaRPr>
          </a:p>
          <a:p>
            <a:pPr marL="398463" indent="-339725">
              <a:lnSpc>
                <a:spcPct val="100000"/>
              </a:lnSpc>
              <a:spcAft>
                <a:spcPts val="600"/>
              </a:spcAft>
              <a:buClr>
                <a:schemeClr val="accent5">
                  <a:lumMod val="50000"/>
                </a:schemeClr>
              </a:buClr>
              <a:buFont typeface="Wingdings" panose="05000000000000000000" pitchFamily="2" charset="2"/>
              <a:buChar char="q"/>
              <a:defRPr/>
            </a:pPr>
            <a:r>
              <a:rPr lang="en-US" dirty="0">
                <a:solidFill>
                  <a:schemeClr val="tx1"/>
                </a:solidFill>
                <a:latin typeface="Times New Roman" panose="02020603050405020304" pitchFamily="18" charset="0"/>
                <a:cs typeface="Times New Roman" panose="02020603050405020304" pitchFamily="18" charset="0"/>
              </a:rPr>
              <a:t>FIR and IIR </a:t>
            </a:r>
            <a:r>
              <a:rPr lang="en-US" dirty="0" smtClean="0">
                <a:solidFill>
                  <a:schemeClr val="tx1"/>
                </a:solidFill>
                <a:latin typeface="Times New Roman" panose="02020603050405020304" pitchFamily="18" charset="0"/>
                <a:cs typeface="Times New Roman" panose="02020603050405020304" pitchFamily="18" charset="0"/>
              </a:rPr>
              <a:t>filter</a:t>
            </a:r>
          </a:p>
        </p:txBody>
      </p:sp>
      <p:sp>
        <p:nvSpPr>
          <p:cNvPr id="1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D1EC7D55-7322-4BF9-9A33-C2D507633057}"/>
              </a:ext>
            </a:extLst>
          </p:cNvPr>
          <p:cNvSpPr>
            <a:spLocks noGrp="1"/>
          </p:cNvSpPr>
          <p:nvPr>
            <p:ph type="sldNum" sz="quarter" idx="12"/>
          </p:nvPr>
        </p:nvSpPr>
        <p:spPr/>
        <p:txBody>
          <a:bodyPr/>
          <a:lstStyle/>
          <a:p>
            <a:fld id="{B6F15528-21DE-4FAA-801E-634DDDAF4B2B}" type="slidenum">
              <a:rPr lang="en-US" smtClean="0"/>
              <a:pPr/>
              <a:t>28</a:t>
            </a:fld>
            <a:endParaRPr lang="en-US" dirty="0"/>
          </a:p>
        </p:txBody>
      </p:sp>
      <p:sp>
        <p:nvSpPr>
          <p:cNvPr id="6" name="Rectangle 5">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F008C9A6-9A0E-4921-A679-AAC35E560816}"/>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DCFE27E6-0514-4193-ADC9-50A54271531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SIGNAL PROCESSING</a:t>
            </a:r>
          </a:p>
        </p:txBody>
      </p:sp>
      <p:pic>
        <p:nvPicPr>
          <p:cNvPr id="9" name="Picture 8"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2574655320"/>
      </p:ext>
    </p:extLst>
  </p:cSld>
  <p:clrMapOvr>
    <a:masterClrMapping/>
  </p:clrMapOvr>
  <p:transition>
    <p:pull di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1746D3-13CD-4EDF-856B-D9555577C595}"/>
              </a:ext>
            </a:extLst>
          </p:cNvPr>
          <p:cNvSpPr>
            <a:spLocks noGrp="1"/>
          </p:cNvSpPr>
          <p:nvPr>
            <p:ph type="title"/>
          </p:nvPr>
        </p:nvSpPr>
        <p:spPr/>
        <p:txBody>
          <a:bodyPr>
            <a:normAutofit/>
          </a:bodyPr>
          <a:lstStyle/>
          <a:p>
            <a:r>
              <a:rPr lang="en-US" sz="4400" b="1" dirty="0" smtClean="0">
                <a:solidFill>
                  <a:schemeClr val="tx1"/>
                </a:solidFill>
                <a:latin typeface="Calibri" panose="020F0502020204030204" pitchFamily="34" charset="0"/>
                <a:cs typeface="Times New Roman" panose="02020603050405020304" pitchFamily="18" charset="0"/>
              </a:rPr>
              <a:t>Signals</a:t>
            </a:r>
            <a:endParaRPr lang="en-IN" sz="4400" b="1" dirty="0">
              <a:solidFill>
                <a:schemeClr val="tx1"/>
              </a:solidFill>
              <a:latin typeface="Calibri" panose="020F0502020204030204" pitchFamily="34" charset="0"/>
            </a:endParaRPr>
          </a:p>
        </p:txBody>
      </p:sp>
      <p:sp>
        <p:nvSpPr>
          <p:cNvPr id="3" name="Content Placeholder 2">
            <a:extLst>
              <a:ext uri="{FF2B5EF4-FFF2-40B4-BE49-F238E27FC236}">
                <a16:creationId xmlns="" xmlns:a16="http://schemas.microsoft.com/office/drawing/2014/main" id="{6FF05398-015A-40D0-92FB-58893DCE654C}"/>
              </a:ext>
            </a:extLst>
          </p:cNvPr>
          <p:cNvSpPr>
            <a:spLocks noGrp="1"/>
          </p:cNvSpPr>
          <p:nvPr>
            <p:ph idx="1"/>
          </p:nvPr>
        </p:nvSpPr>
        <p:spPr>
          <a:xfrm>
            <a:off x="822959" y="1845733"/>
            <a:ext cx="8244841" cy="4396907"/>
          </a:xfrm>
          <a:ln>
            <a:noFill/>
          </a:ln>
        </p:spPr>
        <p:txBody>
          <a:bodyPr>
            <a:noAutofit/>
          </a:bodyPr>
          <a:lstStyle/>
          <a:p>
            <a:pPr marL="280988" indent="-280988" algn="just">
              <a:buClr>
                <a:schemeClr val="accent1">
                  <a:lumMod val="50000"/>
                </a:schemeClr>
              </a:buClr>
              <a:buFont typeface="Wingdings" panose="05000000000000000000" pitchFamily="2" charset="2"/>
              <a:buChar char="q"/>
              <a:defRPr/>
            </a:pPr>
            <a:r>
              <a:rPr lang="en-IN" sz="1800" dirty="0">
                <a:solidFill>
                  <a:srgbClr val="000000"/>
                </a:solidFill>
                <a:latin typeface="Times New Roman" panose="02020603050405020304" pitchFamily="18" charset="0"/>
                <a:cs typeface="Times New Roman" panose="02020603050405020304" pitchFamily="18" charset="0"/>
              </a:rPr>
              <a:t>Based on the nature and characteristics in the time domain, signals may be broadly classified as:</a:t>
            </a:r>
          </a:p>
          <a:p>
            <a:pPr marL="738188" indent="-280988" algn="jus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Continuous time signal</a:t>
            </a:r>
          </a:p>
          <a:p>
            <a:pPr marL="738188" indent="-280988" algn="jus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Discrete time signal   </a:t>
            </a:r>
          </a:p>
          <a:p>
            <a:pPr marL="0" indent="0" algn="just">
              <a:buClr>
                <a:schemeClr val="accent1">
                  <a:lumMod val="50000"/>
                </a:schemeClr>
              </a:buClr>
              <a:buNone/>
              <a:defRPr/>
            </a:pPr>
            <a:endParaRPr lang="en-US" sz="1800" dirty="0">
              <a:solidFill>
                <a:srgbClr val="000000"/>
              </a:solidFill>
              <a:latin typeface="Times New Roman" panose="02020603050405020304" pitchFamily="18" charset="0"/>
              <a:cs typeface="Times New Roman" panose="02020603050405020304" pitchFamily="18" charset="0"/>
            </a:endParaRPr>
          </a:p>
          <a:p>
            <a:pPr marL="280988" indent="-280988" algn="just">
              <a:buClr>
                <a:schemeClr val="accent1">
                  <a:lumMod val="50000"/>
                </a:schemeClr>
              </a:buClr>
              <a:buFont typeface="Wingdings" panose="05000000000000000000" pitchFamily="2" charset="2"/>
              <a:buChar char="q"/>
              <a:defRPr/>
            </a:pPr>
            <a:r>
              <a:rPr lang="en-US" sz="1800" dirty="0">
                <a:solidFill>
                  <a:srgbClr val="000000"/>
                </a:solidFill>
                <a:latin typeface="Times New Roman" panose="02020603050405020304" pitchFamily="18" charset="0"/>
                <a:cs typeface="Times New Roman" panose="02020603050405020304" pitchFamily="18" charset="0"/>
              </a:rPr>
              <a:t>Both continuous and discrete time signal can be further broadly classified into :</a:t>
            </a:r>
          </a:p>
          <a:p>
            <a:pPr marL="738188" indent="-280988" algn="jus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Periodic and non periodic signal</a:t>
            </a:r>
          </a:p>
          <a:p>
            <a:pPr marL="738188" indent="-280988" algn="jus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Deterministic and random signal</a:t>
            </a:r>
          </a:p>
          <a:p>
            <a:pPr marL="738188" indent="-280988" algn="jus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Energy and power signal</a:t>
            </a:r>
          </a:p>
          <a:p>
            <a:pPr marL="738188" indent="-280988" algn="just">
              <a:buClr>
                <a:schemeClr val="accent1">
                  <a:lumMod val="50000"/>
                </a:schemeClr>
              </a:buClr>
              <a:buFont typeface="Wingdings" panose="05000000000000000000" pitchFamily="2" charset="2"/>
              <a:buChar char="Ø"/>
              <a:defRPr/>
            </a:pPr>
            <a:r>
              <a:rPr lang="en-US" sz="1800" dirty="0" smtClean="0">
                <a:solidFill>
                  <a:srgbClr val="000000"/>
                </a:solidFill>
                <a:latin typeface="Times New Roman" panose="02020603050405020304" pitchFamily="18" charset="0"/>
                <a:cs typeface="Times New Roman" panose="02020603050405020304" pitchFamily="18" charset="0"/>
              </a:rPr>
              <a:t>Causal </a:t>
            </a:r>
            <a:r>
              <a:rPr lang="en-US" sz="1800" dirty="0">
                <a:solidFill>
                  <a:srgbClr val="000000"/>
                </a:solidFill>
                <a:latin typeface="Times New Roman" panose="02020603050405020304" pitchFamily="18" charset="0"/>
                <a:cs typeface="Times New Roman" panose="02020603050405020304" pitchFamily="18" charset="0"/>
              </a:rPr>
              <a:t>and non causal signals</a:t>
            </a:r>
          </a:p>
        </p:txBody>
      </p:sp>
      <p:sp>
        <p:nvSpPr>
          <p:cNvPr id="15"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8AAD5FB2-0B22-4BDC-A95C-53F11BD032B1}"/>
              </a:ext>
            </a:extLst>
          </p:cNvPr>
          <p:cNvSpPr>
            <a:spLocks noGrp="1"/>
          </p:cNvSpPr>
          <p:nvPr>
            <p:ph type="sldNum" sz="quarter" idx="12"/>
          </p:nvPr>
        </p:nvSpPr>
        <p:spPr/>
        <p:txBody>
          <a:bodyPr/>
          <a:lstStyle/>
          <a:p>
            <a:fld id="{B6F15528-21DE-4FAA-801E-634DDDAF4B2B}" type="slidenum">
              <a:rPr lang="en-US" smtClean="0"/>
              <a:pPr/>
              <a:t>29</a:t>
            </a:fld>
            <a:endParaRPr lang="en-US" dirty="0"/>
          </a:p>
        </p:txBody>
      </p:sp>
      <p:sp>
        <p:nvSpPr>
          <p:cNvPr id="6" name="Rectangle 5">
            <a:extLst>
              <a:ext uri="{FF2B5EF4-FFF2-40B4-BE49-F238E27FC236}">
                <a16:creationId xmlns="" xmlns:a16="http://schemas.microsoft.com/office/drawing/2014/main" id="{1DB7BE16-11A6-4551-97D3-008557291B95}"/>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1" name="Rectangle 10">
            <a:extLst>
              <a:ext uri="{FF2B5EF4-FFF2-40B4-BE49-F238E27FC236}">
                <a16:creationId xmlns="" xmlns:a16="http://schemas.microsoft.com/office/drawing/2014/main" id="{589F8F80-F4A2-46BD-B8E1-95DFFFF6ED5D}"/>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2" name="Round Same Side Corner Rectangle 9">
            <a:extLst>
              <a:ext uri="{FF2B5EF4-FFF2-40B4-BE49-F238E27FC236}">
                <a16:creationId xmlns="" xmlns:a16="http://schemas.microsoft.com/office/drawing/2014/main" id="{B8478B61-4C41-473D-842F-405F5EC65682}"/>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SIGNAL PROCESSING</a:t>
            </a:r>
          </a:p>
        </p:txBody>
      </p:sp>
      <p:pic>
        <p:nvPicPr>
          <p:cNvPr id="13" name="Picture 12" descr="C:\Users\Subhasis\Desktop\logo nit.png">
            <a:extLst>
              <a:ext uri="{FF2B5EF4-FFF2-40B4-BE49-F238E27FC236}">
                <a16:creationId xmlns="" xmlns:a16="http://schemas.microsoft.com/office/drawing/2014/main" id="{BB233C16-E42F-4DAF-A0E8-F8B5A6583A96}"/>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16" name="TextBox 1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2236622428"/>
      </p:ext>
    </p:extLst>
  </p:cSld>
  <p:clrMapOvr>
    <a:masterClrMapping/>
  </p:clrMapOvr>
  <p:transition>
    <p:pull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1746D3-13CD-4EDF-856B-D9555577C595}"/>
              </a:ext>
            </a:extLst>
          </p:cNvPr>
          <p:cNvSpPr>
            <a:spLocks noGrp="1"/>
          </p:cNvSpPr>
          <p:nvPr>
            <p:ph type="title"/>
          </p:nvPr>
        </p:nvSpPr>
        <p:spPr/>
        <p:txBody>
          <a:bodyPr>
            <a:normAutofit/>
          </a:bodyPr>
          <a:lstStyle/>
          <a:p>
            <a:r>
              <a:rPr lang="en-US" sz="4400" b="1" dirty="0" smtClean="0">
                <a:solidFill>
                  <a:schemeClr val="tx1"/>
                </a:solidFill>
                <a:latin typeface="Calibri" panose="020F0502020204030204" pitchFamily="34" charset="0"/>
                <a:cs typeface="Times New Roman" panose="02020603050405020304" pitchFamily="18" charset="0"/>
              </a:rPr>
              <a:t>Systems</a:t>
            </a:r>
            <a:endParaRPr lang="en-IN" sz="4400" b="1" dirty="0">
              <a:solidFill>
                <a:schemeClr val="tx1"/>
              </a:solidFill>
              <a:latin typeface="Calibri" panose="020F0502020204030204" pitchFamily="34" charset="0"/>
            </a:endParaRPr>
          </a:p>
        </p:txBody>
      </p:sp>
      <p:sp>
        <p:nvSpPr>
          <p:cNvPr id="3" name="Content Placeholder 2">
            <a:extLst>
              <a:ext uri="{FF2B5EF4-FFF2-40B4-BE49-F238E27FC236}">
                <a16:creationId xmlns="" xmlns:a16="http://schemas.microsoft.com/office/drawing/2014/main" id="{6FF05398-015A-40D0-92FB-58893DCE654C}"/>
              </a:ext>
            </a:extLst>
          </p:cNvPr>
          <p:cNvSpPr>
            <a:spLocks noGrp="1"/>
          </p:cNvSpPr>
          <p:nvPr>
            <p:ph idx="1"/>
          </p:nvPr>
        </p:nvSpPr>
        <p:spPr>
          <a:xfrm>
            <a:off x="822959" y="1845733"/>
            <a:ext cx="8244841" cy="4396907"/>
          </a:xfrm>
          <a:ln>
            <a:noFill/>
          </a:ln>
        </p:spPr>
        <p:txBody>
          <a:bodyPr>
            <a:noAutofit/>
          </a:bodyPr>
          <a:lstStyle/>
          <a:p>
            <a:pPr marL="280988" indent="-280988">
              <a:spcBef>
                <a:spcPts val="600"/>
              </a:spcBef>
              <a:spcAft>
                <a:spcPts val="600"/>
              </a:spcAft>
              <a:buClr>
                <a:schemeClr val="accent1">
                  <a:lumMod val="50000"/>
                </a:schemeClr>
              </a:buClr>
              <a:buFont typeface="Wingdings" panose="05000000000000000000" pitchFamily="2" charset="2"/>
              <a:buChar char="q"/>
              <a:defRPr/>
            </a:pPr>
            <a:r>
              <a:rPr lang="en-IN" sz="1800" dirty="0">
                <a:solidFill>
                  <a:srgbClr val="000000"/>
                </a:solidFill>
                <a:latin typeface="Times New Roman" panose="02020603050405020304" pitchFamily="18" charset="0"/>
                <a:cs typeface="Times New Roman" panose="02020603050405020304" pitchFamily="18" charset="0"/>
              </a:rPr>
              <a:t>Systems can be classified as :</a:t>
            </a:r>
          </a:p>
          <a:p>
            <a:pPr marL="682625" indent="-285750" algn="just">
              <a:spcBef>
                <a:spcPts val="600"/>
              </a:spcBef>
              <a:spcAft>
                <a:spcPts val="600"/>
              </a:spcAf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Continuous time systems</a:t>
            </a:r>
          </a:p>
          <a:p>
            <a:pPr marL="682625" indent="-285750" algn="just">
              <a:spcBef>
                <a:spcPts val="600"/>
              </a:spcBef>
              <a:spcAft>
                <a:spcPts val="600"/>
              </a:spcAf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Discrete time systems   </a:t>
            </a:r>
          </a:p>
          <a:p>
            <a:pPr marL="280988" indent="-280988" algn="just">
              <a:spcBef>
                <a:spcPts val="600"/>
              </a:spcBef>
              <a:spcAft>
                <a:spcPts val="600"/>
              </a:spcAft>
              <a:buClr>
                <a:schemeClr val="accent1">
                  <a:lumMod val="50000"/>
                </a:schemeClr>
              </a:buClr>
              <a:buNone/>
              <a:defRPr/>
            </a:pPr>
            <a:endParaRPr lang="en-US" sz="1800" dirty="0">
              <a:solidFill>
                <a:srgbClr val="000000"/>
              </a:solidFill>
              <a:latin typeface="Times New Roman" panose="02020603050405020304" pitchFamily="18" charset="0"/>
              <a:cs typeface="Times New Roman" panose="02020603050405020304" pitchFamily="18" charset="0"/>
            </a:endParaRPr>
          </a:p>
          <a:p>
            <a:pPr marL="280988" indent="-280988" algn="just">
              <a:spcBef>
                <a:spcPts val="600"/>
              </a:spcBef>
              <a:spcAft>
                <a:spcPts val="600"/>
              </a:spcAft>
              <a:buClr>
                <a:schemeClr val="accent1">
                  <a:lumMod val="50000"/>
                </a:schemeClr>
              </a:buClr>
              <a:buFont typeface="Wingdings" panose="05000000000000000000" pitchFamily="2" charset="2"/>
              <a:buChar char="q"/>
              <a:defRPr/>
            </a:pPr>
            <a:r>
              <a:rPr lang="en-US" sz="1800" dirty="0">
                <a:solidFill>
                  <a:srgbClr val="000000"/>
                </a:solidFill>
                <a:latin typeface="Times New Roman" panose="02020603050405020304" pitchFamily="18" charset="0"/>
                <a:cs typeface="Times New Roman" panose="02020603050405020304" pitchFamily="18" charset="0"/>
              </a:rPr>
              <a:t>Systems are further classified on the basis of their properties as :</a:t>
            </a:r>
          </a:p>
          <a:p>
            <a:pPr marL="682625" indent="-285750" algn="just">
              <a:spcBef>
                <a:spcPts val="600"/>
              </a:spcBef>
              <a:spcAft>
                <a:spcPts val="600"/>
              </a:spcAf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Stable and unstable </a:t>
            </a:r>
            <a:r>
              <a:rPr lang="en-US" sz="1800" dirty="0" smtClean="0">
                <a:solidFill>
                  <a:srgbClr val="000000"/>
                </a:solidFill>
                <a:latin typeface="Times New Roman" panose="02020603050405020304" pitchFamily="18" charset="0"/>
                <a:cs typeface="Times New Roman" panose="02020603050405020304" pitchFamily="18" charset="0"/>
              </a:rPr>
              <a:t>system </a:t>
            </a:r>
            <a:endParaRPr lang="en-US" sz="1800" dirty="0">
              <a:solidFill>
                <a:srgbClr val="000000"/>
              </a:solidFill>
              <a:latin typeface="Times New Roman" panose="02020603050405020304" pitchFamily="18" charset="0"/>
              <a:cs typeface="Times New Roman" panose="02020603050405020304" pitchFamily="18" charset="0"/>
            </a:endParaRPr>
          </a:p>
          <a:p>
            <a:pPr marL="682625" indent="-285750" algn="just">
              <a:spcBef>
                <a:spcPts val="600"/>
              </a:spcBef>
              <a:spcAft>
                <a:spcPts val="600"/>
              </a:spcAf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Linear and non linear system</a:t>
            </a:r>
          </a:p>
          <a:p>
            <a:pPr marL="682625" indent="-285750" algn="just">
              <a:spcBef>
                <a:spcPts val="600"/>
              </a:spcBef>
              <a:spcAft>
                <a:spcPts val="600"/>
              </a:spcAf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Time variant and time invariant system</a:t>
            </a:r>
          </a:p>
          <a:p>
            <a:pPr marL="682625" indent="-285750" algn="just">
              <a:spcBef>
                <a:spcPts val="600"/>
              </a:spcBef>
              <a:spcAft>
                <a:spcPts val="600"/>
              </a:spcAft>
              <a:buClr>
                <a:schemeClr val="accent1">
                  <a:lumMod val="50000"/>
                </a:schemeClr>
              </a:buClr>
              <a:buFont typeface="Wingdings" panose="05000000000000000000" pitchFamily="2" charset="2"/>
              <a:buChar char="Ø"/>
              <a:defRPr/>
            </a:pPr>
            <a:r>
              <a:rPr lang="en-US" sz="1800" dirty="0" smtClean="0">
                <a:solidFill>
                  <a:srgbClr val="000000"/>
                </a:solidFill>
                <a:latin typeface="Times New Roman" panose="02020603050405020304" pitchFamily="18" charset="0"/>
                <a:cs typeface="Times New Roman" panose="02020603050405020304" pitchFamily="18" charset="0"/>
              </a:rPr>
              <a:t>Causal and non causal systems</a:t>
            </a:r>
            <a:endParaRPr lang="en-US" sz="1800" dirty="0">
              <a:solidFill>
                <a:srgbClr val="000000"/>
              </a:solidFill>
              <a:latin typeface="Times New Roman" panose="02020603050405020304" pitchFamily="18" charset="0"/>
              <a:cs typeface="Times New Roman" panose="02020603050405020304" pitchFamily="18" charset="0"/>
            </a:endParaRPr>
          </a:p>
          <a:p>
            <a:pPr marL="682625" indent="-285750" algn="just">
              <a:spcBef>
                <a:spcPts val="600"/>
              </a:spcBef>
              <a:spcAft>
                <a:spcPts val="600"/>
              </a:spcAft>
              <a:buClr>
                <a:schemeClr val="accent1">
                  <a:lumMod val="50000"/>
                </a:schemeClr>
              </a:buClr>
              <a:buFont typeface="Wingdings" panose="05000000000000000000" pitchFamily="2" charset="2"/>
              <a:buChar char="Ø"/>
              <a:defRPr/>
            </a:pPr>
            <a:r>
              <a:rPr lang="en-US" sz="1800" dirty="0" smtClean="0">
                <a:solidFill>
                  <a:srgbClr val="000000"/>
                </a:solidFill>
                <a:latin typeface="Times New Roman" panose="02020603050405020304" pitchFamily="18" charset="0"/>
                <a:cs typeface="Times New Roman" panose="02020603050405020304" pitchFamily="18" charset="0"/>
              </a:rPr>
              <a:t>Static and dynamic </a:t>
            </a:r>
            <a:r>
              <a:rPr lang="en-US" sz="1800" dirty="0">
                <a:solidFill>
                  <a:srgbClr val="000000"/>
                </a:solidFill>
                <a:latin typeface="Times New Roman" panose="02020603050405020304" pitchFamily="18" charset="0"/>
                <a:cs typeface="Times New Roman" panose="02020603050405020304" pitchFamily="18" charset="0"/>
              </a:rPr>
              <a:t>system</a:t>
            </a:r>
          </a:p>
          <a:p>
            <a:pPr marL="682625" indent="-285750" algn="just">
              <a:spcBef>
                <a:spcPts val="600"/>
              </a:spcBef>
              <a:spcAft>
                <a:spcPts val="600"/>
              </a:spcAft>
              <a:buClr>
                <a:schemeClr val="accent1">
                  <a:lumMod val="50000"/>
                </a:schemeClr>
              </a:buClr>
              <a:buFont typeface="Wingdings" panose="05000000000000000000" pitchFamily="2" charset="2"/>
              <a:buChar char="Ø"/>
              <a:defRPr/>
            </a:pPr>
            <a:r>
              <a:rPr lang="en-US" sz="1800" dirty="0">
                <a:solidFill>
                  <a:srgbClr val="000000"/>
                </a:solidFill>
                <a:latin typeface="Times New Roman" panose="02020603050405020304" pitchFamily="18" charset="0"/>
                <a:cs typeface="Times New Roman" panose="02020603050405020304" pitchFamily="18" charset="0"/>
              </a:rPr>
              <a:t>Invertible and non invertible </a:t>
            </a:r>
            <a:r>
              <a:rPr lang="en-US" sz="1800" dirty="0" smtClean="0">
                <a:solidFill>
                  <a:srgbClr val="000000"/>
                </a:solidFill>
                <a:latin typeface="Times New Roman" panose="02020603050405020304" pitchFamily="18" charset="0"/>
                <a:cs typeface="Times New Roman" panose="02020603050405020304" pitchFamily="18" charset="0"/>
              </a:rPr>
              <a:t>system</a:t>
            </a:r>
            <a:r>
              <a:rPr lang="en-US" sz="1800" dirty="0" smtClean="0">
                <a:solidFill>
                  <a:srgbClr val="000000"/>
                </a:solidFill>
                <a:latin typeface="Calibri" panose="020F0502020204030204" pitchFamily="34" charset="0"/>
                <a:cs typeface="Calibri" panose="020F0502020204030204" pitchFamily="34" charset="0"/>
              </a:rPr>
              <a:t>                                 </a:t>
            </a:r>
            <a:endParaRPr lang="en-IN" sz="1800" dirty="0">
              <a:solidFill>
                <a:srgbClr val="000000"/>
              </a:solidFill>
              <a:latin typeface="Calibri" panose="020F0502020204030204" pitchFamily="34" charset="0"/>
              <a:cs typeface="Calibri" panose="020F0502020204030204" pitchFamily="34" charset="0"/>
            </a:endParaRPr>
          </a:p>
          <a:p>
            <a:pPr>
              <a:defRPr/>
            </a:pPr>
            <a:endParaRPr lang="en-IN" sz="1800" dirty="0"/>
          </a:p>
        </p:txBody>
      </p:sp>
      <p:sp>
        <p:nvSpPr>
          <p:cNvPr id="15"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8AAD5FB2-0B22-4BDC-A95C-53F11BD032B1}"/>
              </a:ext>
            </a:extLst>
          </p:cNvPr>
          <p:cNvSpPr>
            <a:spLocks noGrp="1"/>
          </p:cNvSpPr>
          <p:nvPr>
            <p:ph type="sldNum" sz="quarter" idx="12"/>
          </p:nvPr>
        </p:nvSpPr>
        <p:spPr/>
        <p:txBody>
          <a:bodyPr/>
          <a:lstStyle/>
          <a:p>
            <a:fld id="{B6F15528-21DE-4FAA-801E-634DDDAF4B2B}" type="slidenum">
              <a:rPr lang="en-US" smtClean="0"/>
              <a:pPr/>
              <a:t>30</a:t>
            </a:fld>
            <a:endParaRPr lang="en-US" dirty="0"/>
          </a:p>
        </p:txBody>
      </p:sp>
      <p:sp>
        <p:nvSpPr>
          <p:cNvPr id="6" name="Rectangle 5">
            <a:extLst>
              <a:ext uri="{FF2B5EF4-FFF2-40B4-BE49-F238E27FC236}">
                <a16:creationId xmlns="" xmlns:a16="http://schemas.microsoft.com/office/drawing/2014/main" id="{1DB7BE16-11A6-4551-97D3-008557291B95}"/>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1" name="Rectangle 10">
            <a:extLst>
              <a:ext uri="{FF2B5EF4-FFF2-40B4-BE49-F238E27FC236}">
                <a16:creationId xmlns="" xmlns:a16="http://schemas.microsoft.com/office/drawing/2014/main" id="{589F8F80-F4A2-46BD-B8E1-95DFFFF6ED5D}"/>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2" name="Round Same Side Corner Rectangle 9">
            <a:extLst>
              <a:ext uri="{FF2B5EF4-FFF2-40B4-BE49-F238E27FC236}">
                <a16:creationId xmlns="" xmlns:a16="http://schemas.microsoft.com/office/drawing/2014/main" id="{B8478B61-4C41-473D-842F-405F5EC65682}"/>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SIGNAL PROCESSING</a:t>
            </a:r>
          </a:p>
        </p:txBody>
      </p:sp>
      <p:pic>
        <p:nvPicPr>
          <p:cNvPr id="13" name="Picture 12" descr="C:\Users\Subhasis\Desktop\logo nit.png">
            <a:extLst>
              <a:ext uri="{FF2B5EF4-FFF2-40B4-BE49-F238E27FC236}">
                <a16:creationId xmlns="" xmlns:a16="http://schemas.microsoft.com/office/drawing/2014/main" id="{BB233C16-E42F-4DAF-A0E8-F8B5A6583A96}"/>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16" name="TextBox 1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2086484882"/>
      </p:ext>
    </p:extLst>
  </p:cSld>
  <p:clrMapOvr>
    <a:masterClrMapping/>
  </p:clrMapOvr>
  <p:transition>
    <p:pull di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A4E273-E2BB-4E65-BFAA-1CF4BA58BC08}"/>
              </a:ext>
            </a:extLst>
          </p:cNvPr>
          <p:cNvSpPr>
            <a:spLocks noGrp="1"/>
          </p:cNvSpPr>
          <p:nvPr>
            <p:ph type="title"/>
          </p:nvPr>
        </p:nvSpPr>
        <p:spPr/>
        <p:txBody>
          <a:bodyPr>
            <a:normAutofit/>
          </a:bodyPr>
          <a:lstStyle/>
          <a:p>
            <a:r>
              <a:rPr lang="en-US" sz="4400" b="1" dirty="0">
                <a:solidFill>
                  <a:schemeClr val="tx1"/>
                </a:solidFill>
                <a:latin typeface="Calibri" panose="020F0502020204030204" pitchFamily="34" charset="0"/>
                <a:cs typeface="Times New Roman" panose="02020603050405020304" pitchFamily="18" charset="0"/>
              </a:rPr>
              <a:t>Fourier Transform</a:t>
            </a:r>
            <a:endParaRPr lang="en-IN" sz="4400" b="1" dirty="0">
              <a:solidFill>
                <a:schemeClr val="tx1"/>
              </a:solidFill>
              <a:latin typeface="Calibri" panose="020F0502020204030204" pitchFamily="34" charset="0"/>
            </a:endParaRPr>
          </a:p>
        </p:txBody>
      </p:sp>
      <p:sp>
        <p:nvSpPr>
          <p:cNvPr id="13" name="Content Placeholder 12"/>
          <p:cNvSpPr>
            <a:spLocks noGrp="1"/>
          </p:cNvSpPr>
          <p:nvPr>
            <p:ph idx="1"/>
          </p:nvPr>
        </p:nvSpPr>
        <p:spPr>
          <a:xfrm>
            <a:off x="838200" y="1752600"/>
            <a:ext cx="7924800" cy="4419600"/>
          </a:xfrm>
        </p:spPr>
        <p:txBody>
          <a:bodyPr/>
          <a:lstStyle/>
          <a:p>
            <a:pPr>
              <a:buFont typeface="Wingdings" pitchFamily="2" charset="2"/>
              <a:buChar char="v"/>
            </a:pPr>
            <a:r>
              <a:rPr lang="en-US" dirty="0" smtClean="0"/>
              <a:t> </a:t>
            </a:r>
            <a:r>
              <a:rPr lang="en-US" dirty="0" smtClean="0">
                <a:solidFill>
                  <a:schemeClr val="tx1"/>
                </a:solidFill>
                <a:latin typeface="Calibri" pitchFamily="34" charset="0"/>
              </a:rPr>
              <a:t>Both periodic and aperiodic signals can be represented in frequency domain from time domain using Fourier transform.</a:t>
            </a:r>
          </a:p>
          <a:p>
            <a:pPr>
              <a:buFont typeface="Wingdings" pitchFamily="2" charset="2"/>
              <a:buChar char="v"/>
            </a:pPr>
            <a:r>
              <a:rPr lang="en-US" dirty="0" smtClean="0">
                <a:solidFill>
                  <a:schemeClr val="tx1"/>
                </a:solidFill>
                <a:latin typeface="Calibri" pitchFamily="34" charset="0"/>
              </a:rPr>
              <a:t>Continuous time Fourier transform (CTFT).</a:t>
            </a:r>
          </a:p>
          <a:p>
            <a:pPr>
              <a:buFont typeface="Wingdings" pitchFamily="2" charset="2"/>
              <a:buChar char="v"/>
            </a:pPr>
            <a:endParaRPr lang="en-US" dirty="0" smtClean="0">
              <a:solidFill>
                <a:schemeClr val="tx1"/>
              </a:solidFill>
              <a:latin typeface="Calibri" pitchFamily="34" charset="0"/>
            </a:endParaRPr>
          </a:p>
          <a:p>
            <a:pPr>
              <a:buFont typeface="Wingdings" pitchFamily="2" charset="2"/>
              <a:buChar char="v"/>
            </a:pPr>
            <a:endParaRPr lang="en-US" dirty="0" smtClean="0">
              <a:solidFill>
                <a:schemeClr val="tx1"/>
              </a:solidFill>
              <a:latin typeface="Calibri" pitchFamily="34" charset="0"/>
            </a:endParaRPr>
          </a:p>
          <a:p>
            <a:pPr>
              <a:buNone/>
            </a:pPr>
            <a:r>
              <a:rPr lang="en-US" dirty="0" smtClean="0">
                <a:solidFill>
                  <a:schemeClr val="tx1"/>
                </a:solidFill>
                <a:latin typeface="Calibri" pitchFamily="34" charset="0"/>
              </a:rPr>
              <a:t>      Condition for existence of CTFT is</a:t>
            </a:r>
          </a:p>
          <a:p>
            <a:pPr>
              <a:buFont typeface="Wingdings" pitchFamily="2" charset="2"/>
              <a:buChar char="v"/>
            </a:pPr>
            <a:r>
              <a:rPr lang="en-US" dirty="0" smtClean="0">
                <a:solidFill>
                  <a:schemeClr val="tx1"/>
                </a:solidFill>
                <a:latin typeface="Calibri" pitchFamily="34" charset="0"/>
              </a:rPr>
              <a:t> Discrete time Fourier transform (DTFT).</a:t>
            </a:r>
          </a:p>
          <a:p>
            <a:pPr>
              <a:buNone/>
            </a:pPr>
            <a:endParaRPr lang="en-US" dirty="0" smtClean="0">
              <a:solidFill>
                <a:schemeClr val="tx1"/>
              </a:solidFill>
              <a:latin typeface="Calibri" pitchFamily="34" charset="0"/>
            </a:endParaRPr>
          </a:p>
          <a:p>
            <a:pPr>
              <a:buNone/>
            </a:pPr>
            <a:endParaRPr lang="en-US" dirty="0" smtClean="0">
              <a:solidFill>
                <a:schemeClr val="tx1"/>
              </a:solidFill>
              <a:latin typeface="Calibri" pitchFamily="34" charset="0"/>
            </a:endParaRPr>
          </a:p>
          <a:p>
            <a:pPr>
              <a:buNone/>
            </a:pPr>
            <a:r>
              <a:rPr lang="en-US" dirty="0" smtClean="0">
                <a:solidFill>
                  <a:schemeClr val="tx1"/>
                </a:solidFill>
                <a:latin typeface="Calibri" pitchFamily="34" charset="0"/>
              </a:rPr>
              <a:t>      Condition for existence of DTFT is</a:t>
            </a:r>
            <a:r>
              <a:rPr lang="en-US" dirty="0" smtClean="0">
                <a:solidFill>
                  <a:schemeClr val="tx1"/>
                </a:solidFill>
              </a:rPr>
              <a:t> </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Font typeface="Wingdings" pitchFamily="2" charset="2"/>
              <a:buChar char="v"/>
            </a:pPr>
            <a:endParaRPr lang="en-US" dirty="0" smtClean="0"/>
          </a:p>
          <a:p>
            <a:pPr>
              <a:buNone/>
            </a:pPr>
            <a:endParaRPr lang="en-US" dirty="0"/>
          </a:p>
        </p:txBody>
      </p:sp>
      <p:sp>
        <p:nvSpPr>
          <p:cNvPr id="1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6CA52787-CD5E-4868-ACDC-83D344BCA92F}"/>
              </a:ext>
            </a:extLst>
          </p:cNvPr>
          <p:cNvSpPr>
            <a:spLocks noGrp="1"/>
          </p:cNvSpPr>
          <p:nvPr>
            <p:ph type="sldNum" sz="quarter" idx="12"/>
          </p:nvPr>
        </p:nvSpPr>
        <p:spPr/>
        <p:txBody>
          <a:bodyPr/>
          <a:lstStyle/>
          <a:p>
            <a:fld id="{B6F15528-21DE-4FAA-801E-634DDDAF4B2B}" type="slidenum">
              <a:rPr lang="en-US" smtClean="0"/>
              <a:pPr/>
              <a:t>31</a:t>
            </a:fld>
            <a:endParaRPr lang="en-US" dirty="0"/>
          </a:p>
        </p:txBody>
      </p:sp>
      <p:sp>
        <p:nvSpPr>
          <p:cNvPr id="6" name="Rectangle 5">
            <a:extLst>
              <a:ext uri="{FF2B5EF4-FFF2-40B4-BE49-F238E27FC236}">
                <a16:creationId xmlns="" xmlns:a16="http://schemas.microsoft.com/office/drawing/2014/main" id="{8B4297DD-41F1-48EA-B9CF-F6017AD3BC90}"/>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8674DD26-3C8E-406E-854A-2B1F197A3875}"/>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6259C75F-EE4C-4FE4-B127-25BA0E5138FE}"/>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SIGNAL PROCESSING</a:t>
            </a:r>
          </a:p>
        </p:txBody>
      </p:sp>
      <p:pic>
        <p:nvPicPr>
          <p:cNvPr id="9" name="Picture 8" descr="C:\Users\Subhasis\Desktop\logo nit.png">
            <a:extLst>
              <a:ext uri="{FF2B5EF4-FFF2-40B4-BE49-F238E27FC236}">
                <a16:creationId xmlns="" xmlns:a16="http://schemas.microsoft.com/office/drawing/2014/main" id="{1AA6F256-263F-4287-A526-7A6C21A0516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14" name="Object 13"/>
          <p:cNvGraphicFramePr>
            <a:graphicFrameLocks noChangeAspect="1"/>
          </p:cNvGraphicFramePr>
          <p:nvPr/>
        </p:nvGraphicFramePr>
        <p:xfrm>
          <a:off x="3124200" y="2819400"/>
          <a:ext cx="2362200" cy="533400"/>
        </p:xfrm>
        <a:graphic>
          <a:graphicData uri="http://schemas.openxmlformats.org/presentationml/2006/ole">
            <p:oleObj spid="_x0000_s93521" name="Equation" r:id="rId4" imgW="1295400" imgH="457200" progId="Equation.DSMT4">
              <p:embed/>
            </p:oleObj>
          </a:graphicData>
        </a:graphic>
      </p:graphicFrame>
      <p:graphicFrame>
        <p:nvGraphicFramePr>
          <p:cNvPr id="15" name="Object 14"/>
          <p:cNvGraphicFramePr>
            <a:graphicFrameLocks noChangeAspect="1"/>
          </p:cNvGraphicFramePr>
          <p:nvPr/>
        </p:nvGraphicFramePr>
        <p:xfrm>
          <a:off x="3124200" y="3276600"/>
          <a:ext cx="2286000" cy="609600"/>
        </p:xfrm>
        <a:graphic>
          <a:graphicData uri="http://schemas.openxmlformats.org/presentationml/2006/ole">
            <p:oleObj spid="_x0000_s93522" name="Equation" r:id="rId5" imgW="1524000" imgH="457200" progId="Equation.DSMT4">
              <p:embed/>
            </p:oleObj>
          </a:graphicData>
        </a:graphic>
      </p:graphicFrame>
      <p:graphicFrame>
        <p:nvGraphicFramePr>
          <p:cNvPr id="16" name="Object 15"/>
          <p:cNvGraphicFramePr>
            <a:graphicFrameLocks noChangeAspect="1"/>
          </p:cNvGraphicFramePr>
          <p:nvPr/>
        </p:nvGraphicFramePr>
        <p:xfrm>
          <a:off x="4648200" y="3733800"/>
          <a:ext cx="838200" cy="533400"/>
        </p:xfrm>
        <a:graphic>
          <a:graphicData uri="http://schemas.openxmlformats.org/presentationml/2006/ole">
            <p:oleObj spid="_x0000_s93523" name="Equation" r:id="rId6" imgW="838200" imgH="457200" progId="Equation.DSMT4">
              <p:embed/>
            </p:oleObj>
          </a:graphicData>
        </a:graphic>
      </p:graphicFrame>
      <p:graphicFrame>
        <p:nvGraphicFramePr>
          <p:cNvPr id="17" name="Object 16"/>
          <p:cNvGraphicFramePr>
            <a:graphicFrameLocks noChangeAspect="1"/>
          </p:cNvGraphicFramePr>
          <p:nvPr/>
        </p:nvGraphicFramePr>
        <p:xfrm>
          <a:off x="3124200" y="4648200"/>
          <a:ext cx="2286000" cy="533400"/>
        </p:xfrm>
        <a:graphic>
          <a:graphicData uri="http://schemas.openxmlformats.org/presentationml/2006/ole">
            <p:oleObj spid="_x0000_s93524" name="Equation" r:id="rId7" imgW="1320227" imgH="431613" progId="Equation.DSMT4">
              <p:embed/>
            </p:oleObj>
          </a:graphicData>
        </a:graphic>
      </p:graphicFrame>
      <p:graphicFrame>
        <p:nvGraphicFramePr>
          <p:cNvPr id="18" name="Object 17"/>
          <p:cNvGraphicFramePr>
            <a:graphicFrameLocks noChangeAspect="1"/>
          </p:cNvGraphicFramePr>
          <p:nvPr/>
        </p:nvGraphicFramePr>
        <p:xfrm>
          <a:off x="3124200" y="5105400"/>
          <a:ext cx="2133600" cy="533400"/>
        </p:xfrm>
        <a:graphic>
          <a:graphicData uri="http://schemas.openxmlformats.org/presentationml/2006/ole">
            <p:oleObj spid="_x0000_s93525" name="Equation" r:id="rId8" imgW="1574800" imgH="469900" progId="Equation.DSMT4">
              <p:embed/>
            </p:oleObj>
          </a:graphicData>
        </a:graphic>
      </p:graphicFrame>
      <p:graphicFrame>
        <p:nvGraphicFramePr>
          <p:cNvPr id="19" name="Object 18"/>
          <p:cNvGraphicFramePr>
            <a:graphicFrameLocks noChangeAspect="1"/>
          </p:cNvGraphicFramePr>
          <p:nvPr/>
        </p:nvGraphicFramePr>
        <p:xfrm>
          <a:off x="4648200" y="5562600"/>
          <a:ext cx="1066800" cy="533400"/>
        </p:xfrm>
        <a:graphic>
          <a:graphicData uri="http://schemas.openxmlformats.org/presentationml/2006/ole">
            <p:oleObj spid="_x0000_s93526" name="Equation" r:id="rId9" imgW="876300" imgH="431800" progId="Equation.DSMT4">
              <p:embed/>
            </p:oleObj>
          </a:graphicData>
        </a:graphic>
      </p:graphicFrame>
    </p:spTree>
    <p:extLst>
      <p:ext uri="{BB962C8B-B14F-4D97-AF65-F5344CB8AC3E}">
        <p14:creationId xmlns:p14="http://schemas.microsoft.com/office/powerpoint/2010/main" xmlns="" val="3687438065"/>
      </p:ext>
    </p:extLst>
  </p:cSld>
  <p:clrMapOvr>
    <a:masterClrMapping/>
  </p:clrMapOvr>
  <p:transition>
    <p:pull di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A4E273-E2BB-4E65-BFAA-1CF4BA58BC08}"/>
              </a:ext>
            </a:extLst>
          </p:cNvPr>
          <p:cNvSpPr>
            <a:spLocks noGrp="1"/>
          </p:cNvSpPr>
          <p:nvPr>
            <p:ph type="title"/>
          </p:nvPr>
        </p:nvSpPr>
        <p:spPr/>
        <p:txBody>
          <a:bodyPr>
            <a:normAutofit/>
          </a:bodyPr>
          <a:lstStyle/>
          <a:p>
            <a:r>
              <a:rPr lang="en-US" sz="4400" b="1" dirty="0">
                <a:solidFill>
                  <a:schemeClr val="tx1"/>
                </a:solidFill>
                <a:latin typeface="Calibri" panose="020F0502020204030204" pitchFamily="34" charset="0"/>
                <a:cs typeface="Times New Roman" panose="02020603050405020304" pitchFamily="18" charset="0"/>
              </a:rPr>
              <a:t>Discrete Fourier </a:t>
            </a:r>
            <a:r>
              <a:rPr lang="en-US" sz="4400" b="1" dirty="0" smtClean="0">
                <a:solidFill>
                  <a:schemeClr val="tx1"/>
                </a:solidFill>
                <a:latin typeface="Calibri" panose="020F0502020204030204" pitchFamily="34" charset="0"/>
                <a:cs typeface="Times New Roman" panose="02020603050405020304" pitchFamily="18" charset="0"/>
              </a:rPr>
              <a:t>Transform</a:t>
            </a:r>
            <a:endParaRPr lang="en-IN" sz="4400" b="1" dirty="0">
              <a:solidFill>
                <a:schemeClr val="tx1"/>
              </a:solidFill>
              <a:latin typeface="Calibri" panose="020F0502020204030204" pitchFamily="34" charset="0"/>
            </a:endParaRP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 xmlns:a16="http://schemas.microsoft.com/office/drawing/2014/main" id="{7F3D0FE5-CDB0-47DF-9BDF-B3C9DBEFC37C}"/>
                  </a:ext>
                </a:extLst>
              </p:cNvPr>
              <p:cNvSpPr>
                <a:spLocks noGrp="1"/>
              </p:cNvSpPr>
              <p:nvPr>
                <p:ph idx="1"/>
              </p:nvPr>
            </p:nvSpPr>
            <p:spPr>
              <a:xfrm>
                <a:off x="822959" y="1845733"/>
                <a:ext cx="7863841" cy="4472641"/>
              </a:xfrm>
            </p:spPr>
            <p:txBody>
              <a:bodyPr>
                <a:noAutofit/>
              </a:bodyPr>
              <a:lstStyle/>
              <a:p>
                <a:pPr marL="285750" indent="-285750">
                  <a:buClr>
                    <a:schemeClr val="accent1">
                      <a:lumMod val="50000"/>
                    </a:schemeClr>
                  </a:buClr>
                  <a:buFont typeface="Wingdings" panose="05000000000000000000" pitchFamily="2" charset="2"/>
                  <a:buChar char="q"/>
                </a:pPr>
                <a:r>
                  <a:rPr lang="en-US" sz="1800" dirty="0">
                    <a:solidFill>
                      <a:srgbClr val="000000"/>
                    </a:solidFill>
                    <a:latin typeface="Times New Roman" panose="02020603050405020304" pitchFamily="18" charset="0"/>
                    <a:cs typeface="Times New Roman" panose="02020603050405020304" pitchFamily="18" charset="0"/>
                  </a:rPr>
                  <a:t>When a signal is sampled and repeated periodically the corresponding spectrum is also sampled and repeated periodically</a:t>
                </a:r>
              </a:p>
              <a:p>
                <a:pPr marL="0" indent="0">
                  <a:buClr>
                    <a:schemeClr val="accent1">
                      <a:lumMod val="50000"/>
                    </a:schemeClr>
                  </a:buClr>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buClr>
                    <a:schemeClr val="accent1">
                      <a:lumMod val="50000"/>
                    </a:schemeClr>
                  </a:buClr>
                  <a:buNone/>
                </a:pPr>
                <a:endParaRPr lang="en-US" sz="1800" dirty="0">
                  <a:solidFill>
                    <a:srgbClr val="000000"/>
                  </a:solidFill>
                  <a:latin typeface="Times New Roman" panose="02020603050405020304" pitchFamily="18" charset="0"/>
                  <a:cs typeface="Times New Roman" panose="02020603050405020304" pitchFamily="18" charset="0"/>
                </a:endParaRPr>
              </a:p>
              <a:p>
                <a:pPr marL="285750" indent="-285750">
                  <a:buClr>
                    <a:schemeClr val="accent1">
                      <a:lumMod val="50000"/>
                    </a:schemeClr>
                  </a:buClr>
                  <a:buFont typeface="Wingdings" panose="05000000000000000000" pitchFamily="2" charset="2"/>
                  <a:buChar char="q"/>
                </a:pPr>
                <a:r>
                  <a:rPr lang="en-US" sz="1800" dirty="0">
                    <a:solidFill>
                      <a:srgbClr val="000000"/>
                    </a:solidFill>
                    <a:latin typeface="Times New Roman" panose="02020603050405020304" pitchFamily="18" charset="0"/>
                    <a:cs typeface="Times New Roman" panose="02020603050405020304" pitchFamily="18" charset="0"/>
                  </a:rPr>
                  <a:t>Fourier transform of a sampled signal repeated periodically is discrete Fourier transform (DFT). The number of point in DFT is known as N point DFT </a:t>
                </a:r>
              </a:p>
              <a:p>
                <a:pPr marL="0" indent="0">
                  <a:buClr>
                    <a:schemeClr val="accent1">
                      <a:lumMod val="50000"/>
                    </a:schemeClr>
                  </a:buClr>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buClr>
                    <a:schemeClr val="accent1">
                      <a:lumMod val="50000"/>
                    </a:schemeClr>
                  </a:buClr>
                  <a:buNone/>
                </a:pPr>
                <a:r>
                  <a:rPr lang="en-US" sz="1800" dirty="0">
                    <a:solidFill>
                      <a:srgbClr val="000000"/>
                    </a:solidFill>
                    <a:latin typeface="Times New Roman" panose="02020603050405020304" pitchFamily="18" charset="0"/>
                    <a:cs typeface="Times New Roman" panose="02020603050405020304" pitchFamily="18" charset="0"/>
                  </a:rPr>
                  <a:t>                     </a:t>
                </a:r>
                <a:r>
                  <a:rPr lang="en-US" sz="1800" dirty="0" smtClean="0">
                    <a:solidFill>
                      <a:srgbClr val="000000"/>
                    </a:solidFill>
                    <a:latin typeface="Times New Roman" panose="02020603050405020304" pitchFamily="18" charset="0"/>
                    <a:cs typeface="Times New Roman" panose="02020603050405020304" pitchFamily="18" charset="0"/>
                  </a:rPr>
                  <a:t>   </a:t>
                </a:r>
                <a:r>
                  <a:rPr lang="en-US" sz="1800" b="1" i="1" dirty="0" smtClean="0">
                    <a:solidFill>
                      <a:srgbClr val="000000"/>
                    </a:solidFill>
                    <a:latin typeface="Times New Roman" panose="02020603050405020304" pitchFamily="18" charset="0"/>
                    <a:cs typeface="Times New Roman" panose="02020603050405020304" pitchFamily="18" charset="0"/>
                  </a:rPr>
                  <a:t>DFT{x(n</a:t>
                </a:r>
                <a:r>
                  <a:rPr lang="en-US" sz="1800" b="1" i="1" dirty="0">
                    <a:solidFill>
                      <a:srgbClr val="000000"/>
                    </a:solidFill>
                    <a:latin typeface="Times New Roman" panose="02020603050405020304" pitchFamily="18" charset="0"/>
                    <a:cs typeface="Times New Roman" panose="02020603050405020304" pitchFamily="18" charset="0"/>
                  </a:rPr>
                  <a:t>)} = X(k)= </a:t>
                </a:r>
                <a14:m>
                  <m:oMath xmlns:m="http://schemas.openxmlformats.org/officeDocument/2006/math">
                    <m:nary>
                      <m:naryPr>
                        <m:chr m:val="∑"/>
                        <m:limLoc m:val="subSup"/>
                        <m:ctrlPr>
                          <a:rPr lang="en-US" sz="1800" b="1" i="1">
                            <a:solidFill>
                              <a:srgbClr val="000000"/>
                            </a:solidFill>
                            <a:latin typeface="Cambria Math" panose="02040503050406030204" pitchFamily="18" charset="0"/>
                            <a:cs typeface="Calibri" panose="020F0502020204030204" pitchFamily="34" charset="0"/>
                          </a:rPr>
                        </m:ctrlPr>
                      </m:naryPr>
                      <m:sub>
                        <m:r>
                          <m:rPr>
                            <m:brk m:alnAt="25"/>
                          </m:rPr>
                          <a:rPr lang="en-US" sz="1800" b="1" i="1">
                            <a:solidFill>
                              <a:srgbClr val="000000"/>
                            </a:solidFill>
                            <a:latin typeface="Cambria Math" panose="02040503050406030204" pitchFamily="18" charset="0"/>
                            <a:cs typeface="Calibri" panose="020F0502020204030204" pitchFamily="34" charset="0"/>
                          </a:rPr>
                          <m:t>𝒏</m:t>
                        </m:r>
                        <m:r>
                          <a:rPr lang="en-US" sz="1800" b="1" i="1">
                            <a:solidFill>
                              <a:srgbClr val="000000"/>
                            </a:solidFill>
                            <a:latin typeface="Cambria Math" panose="02040503050406030204" pitchFamily="18" charset="0"/>
                            <a:cs typeface="Calibri" panose="020F0502020204030204" pitchFamily="34" charset="0"/>
                          </a:rPr>
                          <m:t>=</m:t>
                        </m:r>
                        <m:r>
                          <a:rPr lang="en-US" sz="1800" b="1" i="1">
                            <a:solidFill>
                              <a:srgbClr val="000000"/>
                            </a:solidFill>
                            <a:latin typeface="Cambria Math" panose="02040503050406030204" pitchFamily="18" charset="0"/>
                            <a:cs typeface="Calibri" panose="020F0502020204030204" pitchFamily="34" charset="0"/>
                          </a:rPr>
                          <m:t>𝟎</m:t>
                        </m:r>
                      </m:sub>
                      <m:sup>
                        <m:r>
                          <a:rPr lang="en-US" sz="1800" b="1" i="1">
                            <a:solidFill>
                              <a:srgbClr val="000000"/>
                            </a:solidFill>
                            <a:latin typeface="Cambria Math" panose="02040503050406030204" pitchFamily="18" charset="0"/>
                            <a:cs typeface="Calibri" panose="020F0502020204030204" pitchFamily="34" charset="0"/>
                          </a:rPr>
                          <m:t>𝑵</m:t>
                        </m:r>
                        <m:r>
                          <a:rPr lang="en-US" sz="1800" b="1" i="1">
                            <a:solidFill>
                              <a:srgbClr val="000000"/>
                            </a:solidFill>
                            <a:latin typeface="Cambria Math" panose="02040503050406030204" pitchFamily="18" charset="0"/>
                            <a:cs typeface="Calibri" panose="020F0502020204030204" pitchFamily="34" charset="0"/>
                          </a:rPr>
                          <m:t>−</m:t>
                        </m:r>
                        <m:r>
                          <a:rPr lang="en-US" sz="1800" b="1" i="1">
                            <a:solidFill>
                              <a:srgbClr val="000000"/>
                            </a:solidFill>
                            <a:latin typeface="Cambria Math" panose="02040503050406030204" pitchFamily="18" charset="0"/>
                            <a:cs typeface="Calibri" panose="020F0502020204030204" pitchFamily="34" charset="0"/>
                          </a:rPr>
                          <m:t>𝟏</m:t>
                        </m:r>
                      </m:sup>
                      <m:e>
                        <m:r>
                          <a:rPr lang="en-US" sz="1800" b="1" i="1">
                            <a:solidFill>
                              <a:srgbClr val="000000"/>
                            </a:solidFill>
                            <a:latin typeface="Cambria Math" panose="02040503050406030204" pitchFamily="18" charset="0"/>
                            <a:cs typeface="Calibri" panose="020F0502020204030204" pitchFamily="34" charset="0"/>
                          </a:rPr>
                          <m:t>𝒙</m:t>
                        </m:r>
                        <m:r>
                          <a:rPr lang="en-US" sz="1800" b="1" i="1">
                            <a:solidFill>
                              <a:srgbClr val="000000"/>
                            </a:solidFill>
                            <a:latin typeface="Cambria Math" panose="02040503050406030204" pitchFamily="18" charset="0"/>
                            <a:cs typeface="Calibri" panose="020F0502020204030204" pitchFamily="34" charset="0"/>
                          </a:rPr>
                          <m:t>(</m:t>
                        </m:r>
                        <m:r>
                          <a:rPr lang="en-US" sz="1800" b="1" i="1">
                            <a:solidFill>
                              <a:srgbClr val="000000"/>
                            </a:solidFill>
                            <a:latin typeface="Cambria Math" panose="02040503050406030204" pitchFamily="18" charset="0"/>
                            <a:cs typeface="Calibri" panose="020F0502020204030204" pitchFamily="34" charset="0"/>
                          </a:rPr>
                          <m:t>𝒏</m:t>
                        </m:r>
                        <m:r>
                          <a:rPr lang="en-US" sz="1800" b="1" i="1">
                            <a:solidFill>
                              <a:srgbClr val="000000"/>
                            </a:solidFill>
                            <a:latin typeface="Cambria Math" panose="02040503050406030204" pitchFamily="18" charset="0"/>
                            <a:cs typeface="Calibri" panose="020F0502020204030204" pitchFamily="34" charset="0"/>
                          </a:rPr>
                          <m:t>)</m:t>
                        </m:r>
                        <m:sSup>
                          <m:sSupPr>
                            <m:ctrlPr>
                              <a:rPr lang="en-US" sz="1800" b="1" i="1">
                                <a:solidFill>
                                  <a:srgbClr val="000000"/>
                                </a:solidFill>
                                <a:latin typeface="Cambria Math" panose="02040503050406030204" pitchFamily="18" charset="0"/>
                                <a:cs typeface="Calibri" panose="020F0502020204030204" pitchFamily="34" charset="0"/>
                              </a:rPr>
                            </m:ctrlPr>
                          </m:sSupPr>
                          <m:e>
                            <m:r>
                              <a:rPr lang="en-US" sz="1800" b="1" i="1">
                                <a:solidFill>
                                  <a:srgbClr val="000000"/>
                                </a:solidFill>
                                <a:latin typeface="Cambria Math" panose="02040503050406030204" pitchFamily="18" charset="0"/>
                                <a:cs typeface="Calibri" panose="020F0502020204030204" pitchFamily="34" charset="0"/>
                              </a:rPr>
                              <m:t>𝒆</m:t>
                            </m:r>
                          </m:e>
                          <m:sup>
                            <m:r>
                              <a:rPr lang="en-US" sz="1800" b="1" i="1">
                                <a:solidFill>
                                  <a:srgbClr val="000000"/>
                                </a:solidFill>
                                <a:latin typeface="Cambria Math" panose="02040503050406030204" pitchFamily="18" charset="0"/>
                                <a:cs typeface="Calibri" panose="020F0502020204030204" pitchFamily="34" charset="0"/>
                              </a:rPr>
                              <m:t>−</m:t>
                            </m:r>
                            <m:r>
                              <a:rPr lang="en-US" sz="1800" b="1" i="1">
                                <a:solidFill>
                                  <a:srgbClr val="000000"/>
                                </a:solidFill>
                                <a:latin typeface="Cambria Math" panose="02040503050406030204" pitchFamily="18" charset="0"/>
                                <a:cs typeface="Calibri" panose="020F0502020204030204" pitchFamily="34" charset="0"/>
                              </a:rPr>
                              <m:t>𝒋</m:t>
                            </m:r>
                            <m:r>
                              <a:rPr lang="en-US" sz="1800" b="1" i="1">
                                <a:solidFill>
                                  <a:srgbClr val="000000"/>
                                </a:solidFill>
                                <a:latin typeface="Cambria Math" panose="02040503050406030204" pitchFamily="18" charset="0"/>
                                <a:cs typeface="Calibri" panose="020F0502020204030204" pitchFamily="34" charset="0"/>
                              </a:rPr>
                              <m:t>𝟐</m:t>
                            </m:r>
                            <m:r>
                              <a:rPr lang="en-US" sz="1800" b="1" i="1">
                                <a:solidFill>
                                  <a:srgbClr val="000000"/>
                                </a:solidFill>
                                <a:latin typeface="Cambria Math" panose="02040503050406030204" pitchFamily="18" charset="0"/>
                                <a:cs typeface="Calibri" panose="020F0502020204030204" pitchFamily="34" charset="0"/>
                              </a:rPr>
                              <m:t>𝝅</m:t>
                            </m:r>
                            <m:r>
                              <a:rPr lang="en-US" sz="1800" b="1" i="1">
                                <a:solidFill>
                                  <a:srgbClr val="000000"/>
                                </a:solidFill>
                                <a:latin typeface="Cambria Math" panose="02040503050406030204" pitchFamily="18" charset="0"/>
                                <a:cs typeface="Calibri" panose="020F0502020204030204" pitchFamily="34" charset="0"/>
                              </a:rPr>
                              <m:t>𝒌𝒏</m:t>
                            </m:r>
                            <m:r>
                              <a:rPr lang="en-US" sz="1800" b="1" i="1">
                                <a:solidFill>
                                  <a:srgbClr val="000000"/>
                                </a:solidFill>
                                <a:latin typeface="Cambria Math" panose="02040503050406030204" pitchFamily="18" charset="0"/>
                                <a:cs typeface="Calibri" panose="020F0502020204030204" pitchFamily="34" charset="0"/>
                              </a:rPr>
                              <m:t>/</m:t>
                            </m:r>
                            <m:r>
                              <a:rPr lang="en-US" sz="1800" b="1" i="1">
                                <a:solidFill>
                                  <a:srgbClr val="000000"/>
                                </a:solidFill>
                                <a:latin typeface="Cambria Math" panose="02040503050406030204" pitchFamily="18" charset="0"/>
                                <a:cs typeface="Calibri" panose="020F0502020204030204" pitchFamily="34" charset="0"/>
                              </a:rPr>
                              <m:t>𝑵</m:t>
                            </m:r>
                          </m:sup>
                        </m:sSup>
                      </m:e>
                    </m:nary>
                  </m:oMath>
                </a14:m>
                <a:r>
                  <a:rPr lang="en-IN" sz="1800" b="1" i="1" dirty="0">
                    <a:solidFill>
                      <a:srgbClr val="000000"/>
                    </a:solidFill>
                    <a:latin typeface="Times New Roman" panose="02020603050405020304" pitchFamily="18" charset="0"/>
                    <a:cs typeface="Times New Roman" panose="02020603050405020304" pitchFamily="18" charset="0"/>
                  </a:rPr>
                  <a:t>;   k = 0,1,2,3………,N-1</a:t>
                </a:r>
              </a:p>
              <a:p>
                <a:pPr marL="0" indent="0">
                  <a:buClr>
                    <a:schemeClr val="accent1">
                      <a:lumMod val="50000"/>
                    </a:schemeClr>
                  </a:buClr>
                  <a:buNone/>
                </a:pPr>
                <a:endParaRPr lang="en-IN" sz="1800" b="1" i="1" dirty="0">
                  <a:solidFill>
                    <a:srgbClr val="000000"/>
                  </a:solidFill>
                  <a:latin typeface="Times New Roman" panose="02020603050405020304" pitchFamily="18" charset="0"/>
                  <a:cs typeface="Times New Roman" panose="02020603050405020304" pitchFamily="18" charset="0"/>
                </a:endParaRPr>
              </a:p>
              <a:p>
                <a:pPr marL="0" indent="0">
                  <a:buClr>
                    <a:schemeClr val="accent1">
                      <a:lumMod val="50000"/>
                    </a:schemeClr>
                  </a:buClr>
                  <a:buNone/>
                </a:pPr>
                <a:r>
                  <a:rPr lang="en-IN" sz="1800" dirty="0">
                    <a:solidFill>
                      <a:srgbClr val="000000"/>
                    </a:solidFill>
                    <a:latin typeface="Times New Roman" panose="02020603050405020304" pitchFamily="18" charset="0"/>
                    <a:cs typeface="Times New Roman" panose="02020603050405020304" pitchFamily="18" charset="0"/>
                  </a:rPr>
                  <a:t>                     </a:t>
                </a:r>
                <a:r>
                  <a:rPr lang="en-IN" sz="1800" b="1" i="1" dirty="0" smtClean="0">
                    <a:solidFill>
                      <a:srgbClr val="000000"/>
                    </a:solidFill>
                    <a:latin typeface="Times New Roman" panose="02020603050405020304" pitchFamily="18" charset="0"/>
                    <a:cs typeface="Times New Roman" panose="02020603050405020304" pitchFamily="18" charset="0"/>
                  </a:rPr>
                  <a:t>IDFT{X(k</a:t>
                </a:r>
                <a:r>
                  <a:rPr lang="en-IN" sz="1800" b="1" i="1" dirty="0">
                    <a:solidFill>
                      <a:srgbClr val="000000"/>
                    </a:solidFill>
                    <a:latin typeface="Times New Roman" panose="02020603050405020304" pitchFamily="18" charset="0"/>
                    <a:cs typeface="Times New Roman" panose="02020603050405020304" pitchFamily="18" charset="0"/>
                  </a:rPr>
                  <a:t>)} = x(n) = </a:t>
                </a:r>
                <a14:m>
                  <m:oMath xmlns:m="http://schemas.openxmlformats.org/officeDocument/2006/math">
                    <m:f>
                      <m:fPr>
                        <m:ctrlPr>
                          <a:rPr lang="en-IN" sz="1800" b="1" i="1">
                            <a:solidFill>
                              <a:srgbClr val="000000"/>
                            </a:solidFill>
                            <a:latin typeface="Cambria Math" panose="02040503050406030204" pitchFamily="18" charset="0"/>
                            <a:cs typeface="Calibri" panose="020F0502020204030204" pitchFamily="34" charset="0"/>
                          </a:rPr>
                        </m:ctrlPr>
                      </m:fPr>
                      <m:num>
                        <m:r>
                          <a:rPr lang="en-US" sz="1800" b="1" i="1">
                            <a:solidFill>
                              <a:srgbClr val="000000"/>
                            </a:solidFill>
                            <a:latin typeface="Cambria Math" panose="02040503050406030204" pitchFamily="18" charset="0"/>
                            <a:cs typeface="Calibri" panose="020F0502020204030204" pitchFamily="34" charset="0"/>
                          </a:rPr>
                          <m:t>𝟏</m:t>
                        </m:r>
                      </m:num>
                      <m:den>
                        <m:r>
                          <a:rPr lang="en-US" sz="1800" b="1" i="1">
                            <a:solidFill>
                              <a:srgbClr val="000000"/>
                            </a:solidFill>
                            <a:latin typeface="Cambria Math" panose="02040503050406030204" pitchFamily="18" charset="0"/>
                            <a:cs typeface="Calibri" panose="020F0502020204030204" pitchFamily="34" charset="0"/>
                          </a:rPr>
                          <m:t>𝑵</m:t>
                        </m:r>
                      </m:den>
                    </m:f>
                    <m:nary>
                      <m:naryPr>
                        <m:chr m:val="∑"/>
                        <m:ctrlPr>
                          <a:rPr lang="en-IN" sz="1800" b="1" i="1">
                            <a:solidFill>
                              <a:srgbClr val="000000"/>
                            </a:solidFill>
                            <a:latin typeface="Cambria Math" panose="02040503050406030204" pitchFamily="18" charset="0"/>
                            <a:cs typeface="Calibri" panose="020F0502020204030204" pitchFamily="34" charset="0"/>
                          </a:rPr>
                        </m:ctrlPr>
                      </m:naryPr>
                      <m:sub>
                        <m:r>
                          <m:rPr>
                            <m:brk m:alnAt="23"/>
                          </m:rPr>
                          <a:rPr lang="en-US" sz="1800" b="1" i="1">
                            <a:solidFill>
                              <a:srgbClr val="000000"/>
                            </a:solidFill>
                            <a:latin typeface="Cambria Math" panose="02040503050406030204" pitchFamily="18" charset="0"/>
                            <a:cs typeface="Calibri" panose="020F0502020204030204" pitchFamily="34" charset="0"/>
                          </a:rPr>
                          <m:t>𝒌</m:t>
                        </m:r>
                        <m:r>
                          <a:rPr lang="en-US" sz="1800" b="1" i="1">
                            <a:solidFill>
                              <a:srgbClr val="000000"/>
                            </a:solidFill>
                            <a:latin typeface="Cambria Math" panose="02040503050406030204" pitchFamily="18" charset="0"/>
                            <a:cs typeface="Calibri" panose="020F0502020204030204" pitchFamily="34" charset="0"/>
                          </a:rPr>
                          <m:t>=</m:t>
                        </m:r>
                        <m:r>
                          <a:rPr lang="en-US" sz="1800" b="1" i="1">
                            <a:solidFill>
                              <a:srgbClr val="000000"/>
                            </a:solidFill>
                            <a:latin typeface="Cambria Math" panose="02040503050406030204" pitchFamily="18" charset="0"/>
                            <a:cs typeface="Calibri" panose="020F0502020204030204" pitchFamily="34" charset="0"/>
                          </a:rPr>
                          <m:t>𝟎</m:t>
                        </m:r>
                      </m:sub>
                      <m:sup>
                        <m:r>
                          <a:rPr lang="en-US" sz="1800" b="1" i="1">
                            <a:solidFill>
                              <a:srgbClr val="000000"/>
                            </a:solidFill>
                            <a:latin typeface="Cambria Math" panose="02040503050406030204" pitchFamily="18" charset="0"/>
                            <a:cs typeface="Calibri" panose="020F0502020204030204" pitchFamily="34" charset="0"/>
                          </a:rPr>
                          <m:t>𝑵</m:t>
                        </m:r>
                        <m:r>
                          <a:rPr lang="en-US" sz="1800" b="1" i="1">
                            <a:solidFill>
                              <a:srgbClr val="000000"/>
                            </a:solidFill>
                            <a:latin typeface="Cambria Math" panose="02040503050406030204" pitchFamily="18" charset="0"/>
                            <a:cs typeface="Calibri" panose="020F0502020204030204" pitchFamily="34" charset="0"/>
                          </a:rPr>
                          <m:t>−</m:t>
                        </m:r>
                        <m:r>
                          <a:rPr lang="en-US" sz="1800" b="1" i="1">
                            <a:solidFill>
                              <a:srgbClr val="000000"/>
                            </a:solidFill>
                            <a:latin typeface="Cambria Math" panose="02040503050406030204" pitchFamily="18" charset="0"/>
                            <a:cs typeface="Calibri" panose="020F0502020204030204" pitchFamily="34" charset="0"/>
                          </a:rPr>
                          <m:t>𝟏</m:t>
                        </m:r>
                      </m:sup>
                      <m:e>
                        <m:r>
                          <a:rPr lang="en-US" sz="1800" b="1" i="1">
                            <a:solidFill>
                              <a:srgbClr val="000000"/>
                            </a:solidFill>
                            <a:latin typeface="Cambria Math" panose="02040503050406030204" pitchFamily="18" charset="0"/>
                            <a:cs typeface="Calibri" panose="020F0502020204030204" pitchFamily="34" charset="0"/>
                          </a:rPr>
                          <m:t>𝑿</m:t>
                        </m:r>
                        <m:d>
                          <m:dPr>
                            <m:ctrlPr>
                              <a:rPr lang="en-US" sz="1800" b="1" i="1">
                                <a:solidFill>
                                  <a:srgbClr val="000000"/>
                                </a:solidFill>
                                <a:latin typeface="Cambria Math" panose="02040503050406030204" pitchFamily="18" charset="0"/>
                                <a:cs typeface="Calibri" panose="020F0502020204030204" pitchFamily="34" charset="0"/>
                              </a:rPr>
                            </m:ctrlPr>
                          </m:dPr>
                          <m:e>
                            <m:r>
                              <a:rPr lang="en-US" sz="1800" b="1" i="1">
                                <a:solidFill>
                                  <a:srgbClr val="000000"/>
                                </a:solidFill>
                                <a:latin typeface="Cambria Math" panose="02040503050406030204" pitchFamily="18" charset="0"/>
                                <a:cs typeface="Calibri" panose="020F0502020204030204" pitchFamily="34" charset="0"/>
                              </a:rPr>
                              <m:t>𝒌</m:t>
                            </m:r>
                          </m:e>
                        </m:d>
                        <m:sSup>
                          <m:sSupPr>
                            <m:ctrlPr>
                              <a:rPr lang="en-US" sz="1800" b="1" i="1">
                                <a:solidFill>
                                  <a:srgbClr val="000000"/>
                                </a:solidFill>
                                <a:latin typeface="Cambria Math" panose="02040503050406030204" pitchFamily="18" charset="0"/>
                                <a:cs typeface="Calibri" panose="020F0502020204030204" pitchFamily="34" charset="0"/>
                              </a:rPr>
                            </m:ctrlPr>
                          </m:sSupPr>
                          <m:e>
                            <m:r>
                              <a:rPr lang="en-US" sz="1800" b="1" i="1">
                                <a:solidFill>
                                  <a:srgbClr val="000000"/>
                                </a:solidFill>
                                <a:latin typeface="Cambria Math" panose="02040503050406030204" pitchFamily="18" charset="0"/>
                                <a:cs typeface="Calibri" panose="020F0502020204030204" pitchFamily="34" charset="0"/>
                              </a:rPr>
                              <m:t>𝒆</m:t>
                            </m:r>
                          </m:e>
                          <m:sup>
                            <m:r>
                              <a:rPr lang="en-US" sz="1800" b="1" i="1">
                                <a:solidFill>
                                  <a:srgbClr val="000000"/>
                                </a:solidFill>
                                <a:latin typeface="Cambria Math" panose="02040503050406030204" pitchFamily="18" charset="0"/>
                                <a:cs typeface="Calibri" panose="020F0502020204030204" pitchFamily="34" charset="0"/>
                              </a:rPr>
                              <m:t>𝒋</m:t>
                            </m:r>
                            <m:r>
                              <a:rPr lang="en-US" sz="1800" b="1" i="1">
                                <a:solidFill>
                                  <a:srgbClr val="000000"/>
                                </a:solidFill>
                                <a:latin typeface="Cambria Math" panose="02040503050406030204" pitchFamily="18" charset="0"/>
                                <a:cs typeface="Calibri" panose="020F0502020204030204" pitchFamily="34" charset="0"/>
                              </a:rPr>
                              <m:t>𝟐</m:t>
                            </m:r>
                            <m:r>
                              <a:rPr lang="en-US" sz="1800" b="1" i="1">
                                <a:solidFill>
                                  <a:srgbClr val="000000"/>
                                </a:solidFill>
                                <a:latin typeface="Cambria Math" panose="02040503050406030204" pitchFamily="18" charset="0"/>
                                <a:cs typeface="Calibri" panose="020F0502020204030204" pitchFamily="34" charset="0"/>
                              </a:rPr>
                              <m:t>𝝅</m:t>
                            </m:r>
                            <m:r>
                              <a:rPr lang="en-US" sz="1800" b="1" i="1">
                                <a:solidFill>
                                  <a:srgbClr val="000000"/>
                                </a:solidFill>
                                <a:latin typeface="Cambria Math" panose="02040503050406030204" pitchFamily="18" charset="0"/>
                                <a:cs typeface="Calibri" panose="020F0502020204030204" pitchFamily="34" charset="0"/>
                              </a:rPr>
                              <m:t>𝒌𝒏</m:t>
                            </m:r>
                            <m:r>
                              <a:rPr lang="en-US" sz="1800" b="1" i="1">
                                <a:solidFill>
                                  <a:srgbClr val="000000"/>
                                </a:solidFill>
                                <a:latin typeface="Cambria Math" panose="02040503050406030204" pitchFamily="18" charset="0"/>
                                <a:cs typeface="Calibri" panose="020F0502020204030204" pitchFamily="34" charset="0"/>
                              </a:rPr>
                              <m:t>/</m:t>
                            </m:r>
                            <m:r>
                              <a:rPr lang="en-US" sz="1800" b="1" i="1">
                                <a:solidFill>
                                  <a:srgbClr val="000000"/>
                                </a:solidFill>
                                <a:latin typeface="Cambria Math" panose="02040503050406030204" pitchFamily="18" charset="0"/>
                                <a:cs typeface="Calibri" panose="020F0502020204030204" pitchFamily="34" charset="0"/>
                              </a:rPr>
                              <m:t>𝑵</m:t>
                            </m:r>
                          </m:sup>
                        </m:sSup>
                      </m:e>
                    </m:nary>
                  </m:oMath>
                </a14:m>
                <a:r>
                  <a:rPr lang="en-IN" sz="1800" b="1" i="1" dirty="0">
                    <a:solidFill>
                      <a:srgbClr val="000000"/>
                    </a:solidFill>
                    <a:latin typeface="Times New Roman" panose="02020603050405020304" pitchFamily="18" charset="0"/>
                    <a:cs typeface="Times New Roman" panose="02020603050405020304" pitchFamily="18" charset="0"/>
                  </a:rPr>
                  <a:t>;  n = 0,1,2,3………,N-1</a:t>
                </a:r>
              </a:p>
            </p:txBody>
          </p:sp>
        </mc:Choice>
        <mc:Fallback>
          <p:sp>
            <p:nvSpPr>
              <p:cNvPr id="3" name="Content Placeholder 2">
                <a:extLst>
                  <a:ext uri="{FF2B5EF4-FFF2-40B4-BE49-F238E27FC236}">
                    <a16:creationId xmlns:a14="http://schemas.microsoft.com/office/drawing/2010/main" xmlns:a16="http://schemas.microsoft.com/office/drawing/2014/main" xmlns="" id="{7F3D0FE5-CDB0-47DF-9BDF-B3C9DBEFC37C}"/>
                  </a:ext>
                </a:extLst>
              </p:cNvPr>
              <p:cNvSpPr>
                <a:spLocks noGrp="1" noRot="1" noChangeAspect="1" noMove="1" noResize="1" noEditPoints="1" noAdjustHandles="1" noChangeArrowheads="1" noChangeShapeType="1" noTextEdit="1"/>
              </p:cNvSpPr>
              <p:nvPr>
                <p:ph idx="1"/>
              </p:nvPr>
            </p:nvSpPr>
            <p:spPr>
              <a:xfrm>
                <a:off x="822959" y="1845733"/>
                <a:ext cx="7863841" cy="4472641"/>
              </a:xfrm>
              <a:blipFill rotWithShape="0">
                <a:blip r:embed="rId2" cstate="print"/>
                <a:stretch>
                  <a:fillRect l="-1628" t="-1364" r="-1705" b="-2456"/>
                </a:stretch>
              </a:blipFill>
            </p:spPr>
            <p:txBody>
              <a:bodyPr/>
              <a:lstStyle/>
              <a:p>
                <a:r>
                  <a:rPr lang="en-US" dirty="0">
                    <a:noFill/>
                  </a:rPr>
                  <a:t> </a:t>
                </a:r>
              </a:p>
            </p:txBody>
          </p:sp>
        </mc:Fallback>
      </mc:AlternateContent>
      <p:sp>
        <p:nvSpPr>
          <p:cNvPr id="1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6CA52787-CD5E-4868-ACDC-83D344BCA92F}"/>
              </a:ext>
            </a:extLst>
          </p:cNvPr>
          <p:cNvSpPr>
            <a:spLocks noGrp="1"/>
          </p:cNvSpPr>
          <p:nvPr>
            <p:ph type="sldNum" sz="quarter" idx="12"/>
          </p:nvPr>
        </p:nvSpPr>
        <p:spPr/>
        <p:txBody>
          <a:bodyPr/>
          <a:lstStyle/>
          <a:p>
            <a:fld id="{B6F15528-21DE-4FAA-801E-634DDDAF4B2B}" type="slidenum">
              <a:rPr lang="en-US" smtClean="0"/>
              <a:pPr/>
              <a:t>32</a:t>
            </a:fld>
            <a:endParaRPr lang="en-US" dirty="0"/>
          </a:p>
        </p:txBody>
      </p:sp>
      <p:sp>
        <p:nvSpPr>
          <p:cNvPr id="6" name="Rectangle 5">
            <a:extLst>
              <a:ext uri="{FF2B5EF4-FFF2-40B4-BE49-F238E27FC236}">
                <a16:creationId xmlns="" xmlns:a16="http://schemas.microsoft.com/office/drawing/2014/main" id="{8B4297DD-41F1-48EA-B9CF-F6017AD3BC90}"/>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8674DD26-3C8E-406E-854A-2B1F197A3875}"/>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6259C75F-EE4C-4FE4-B127-25BA0E5138FE}"/>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SIGNAL PROCESSING</a:t>
            </a:r>
          </a:p>
        </p:txBody>
      </p:sp>
      <p:pic>
        <p:nvPicPr>
          <p:cNvPr id="9" name="Picture 8" descr="C:\Users\Subhasis\Desktop\logo nit.png">
            <a:extLst>
              <a:ext uri="{FF2B5EF4-FFF2-40B4-BE49-F238E27FC236}">
                <a16:creationId xmlns="" xmlns:a16="http://schemas.microsoft.com/office/drawing/2014/main" id="{1AA6F256-263F-4287-A526-7A6C21A0516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152722245"/>
      </p:ext>
    </p:extLst>
  </p:cSld>
  <p:clrMapOvr>
    <a:masterClrMapping/>
  </p:clrMapOvr>
  <p:transition>
    <p:pull di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A4E273-E2BB-4E65-BFAA-1CF4BA58BC08}"/>
              </a:ext>
            </a:extLst>
          </p:cNvPr>
          <p:cNvSpPr>
            <a:spLocks noGrp="1"/>
          </p:cNvSpPr>
          <p:nvPr>
            <p:ph type="title"/>
          </p:nvPr>
        </p:nvSpPr>
        <p:spPr/>
        <p:txBody>
          <a:bodyPr>
            <a:normAutofit/>
          </a:bodyPr>
          <a:lstStyle/>
          <a:p>
            <a:r>
              <a:rPr lang="en-US" sz="4400" b="1" dirty="0">
                <a:solidFill>
                  <a:schemeClr val="tx1"/>
                </a:solidFill>
                <a:latin typeface="Calibri" panose="020F0502020204030204" pitchFamily="34" charset="0"/>
                <a:cs typeface="Calibri" panose="020F0502020204030204" pitchFamily="34" charset="0"/>
              </a:rPr>
              <a:t>Z </a:t>
            </a:r>
            <a:r>
              <a:rPr lang="en-US" sz="4400" b="1" dirty="0" smtClean="0">
                <a:solidFill>
                  <a:schemeClr val="tx1"/>
                </a:solidFill>
                <a:latin typeface="Calibri" panose="020F0502020204030204" pitchFamily="34" charset="0"/>
                <a:cs typeface="Calibri" panose="020F0502020204030204" pitchFamily="34" charset="0"/>
              </a:rPr>
              <a:t>Transform</a:t>
            </a:r>
            <a:endParaRPr lang="en-IN" sz="4400" b="1" dirty="0">
              <a:solidFill>
                <a:schemeClr val="tx1"/>
              </a:solidFill>
              <a:latin typeface="Calibri" panose="020F0502020204030204" pitchFamily="34" charset="0"/>
            </a:endParaRPr>
          </a:p>
        </p:txBody>
      </p:sp>
      <mc:AlternateContent xmlns:mc="http://schemas.openxmlformats.org/markup-compatibility/2006">
        <mc:Choice xmlns:a14="http://schemas.microsoft.com/office/drawing/2010/main" xmlns="" Requires="a14">
          <p:sp>
            <p:nvSpPr>
              <p:cNvPr id="3" name="Content Placeholder 2">
                <a:extLst>
                  <a:ext uri="{FF2B5EF4-FFF2-40B4-BE49-F238E27FC236}">
                    <a16:creationId xmlns="" xmlns:a16="http://schemas.microsoft.com/office/drawing/2014/main" id="{7F3D0FE5-CDB0-47DF-9BDF-B3C9DBEFC37C}"/>
                  </a:ext>
                </a:extLst>
              </p:cNvPr>
              <p:cNvSpPr>
                <a:spLocks noGrp="1"/>
              </p:cNvSpPr>
              <p:nvPr>
                <p:ph idx="1"/>
              </p:nvPr>
            </p:nvSpPr>
            <p:spPr>
              <a:xfrm>
                <a:off x="685801" y="1845733"/>
                <a:ext cx="8458199" cy="4472641"/>
              </a:xfrm>
            </p:spPr>
            <p:txBody>
              <a:bodyPr>
                <a:noAutofit/>
              </a:bodyPr>
              <a:lstStyle/>
              <a:p>
                <a:pPr marL="285750" indent="-285750">
                  <a:spcBef>
                    <a:spcPts val="600"/>
                  </a:spcBef>
                  <a:spcAft>
                    <a:spcPts val="600"/>
                  </a:spcAft>
                  <a:buClr>
                    <a:schemeClr val="accent1">
                      <a:lumMod val="50000"/>
                    </a:schemeClr>
                  </a:buClr>
                  <a:buFont typeface="Wingdings" panose="05000000000000000000" pitchFamily="2" charset="2"/>
                  <a:buChar char="q"/>
                  <a:defRPr/>
                </a:pPr>
                <a:r>
                  <a:rPr lang="en-US" sz="1800" dirty="0" smtClean="0">
                    <a:solidFill>
                      <a:schemeClr val="tx1"/>
                    </a:solidFill>
                    <a:latin typeface="Calibri" panose="020F0502020204030204" pitchFamily="34" charset="0"/>
                    <a:cs typeface="Calibri" panose="020F0502020204030204" pitchFamily="34" charset="0"/>
                  </a:rPr>
                  <a:t> </a:t>
                </a:r>
                <a:r>
                  <a:rPr lang="en-US" sz="1800" dirty="0" smtClean="0">
                    <a:solidFill>
                      <a:schemeClr val="tx1"/>
                    </a:solidFill>
                    <a:latin typeface="Times New Roman" panose="02020603050405020304" pitchFamily="18" charset="0"/>
                    <a:cs typeface="Times New Roman" panose="02020603050405020304" pitchFamily="18" charset="0"/>
                  </a:rPr>
                  <a:t>Z </a:t>
                </a:r>
                <a:r>
                  <a:rPr lang="en-US" sz="1800" dirty="0">
                    <a:solidFill>
                      <a:schemeClr val="tx1"/>
                    </a:solidFill>
                    <a:latin typeface="Times New Roman" panose="02020603050405020304" pitchFamily="18" charset="0"/>
                    <a:cs typeface="Times New Roman" panose="02020603050405020304" pitchFamily="18" charset="0"/>
                  </a:rPr>
                  <a:t>transform of x(n) is given by:</a:t>
                </a:r>
              </a:p>
              <a:p>
                <a:pPr marL="0" indent="0">
                  <a:buClr>
                    <a:schemeClr val="accent1">
                      <a:lumMod val="50000"/>
                    </a:schemeClr>
                  </a:buClr>
                  <a:buNone/>
                </a:pP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b="1" i="1" dirty="0">
                    <a:solidFill>
                      <a:schemeClr val="tx1"/>
                    </a:solidFill>
                    <a:latin typeface="Times New Roman" panose="02020603050405020304" pitchFamily="18" charset="0"/>
                    <a:cs typeface="Times New Roman" panose="02020603050405020304" pitchFamily="18" charset="0"/>
                  </a:rPr>
                  <a:t>X(z) = </a:t>
                </a:r>
                <a14:m>
                  <m:oMath xmlns:m="http://schemas.openxmlformats.org/officeDocument/2006/math">
                    <m:nary>
                      <m:naryPr>
                        <m:chr m:val="∑"/>
                        <m:ctrlPr>
                          <a:rPr lang="en-US" sz="1800" b="1" i="1">
                            <a:solidFill>
                              <a:schemeClr val="tx1"/>
                            </a:solidFill>
                            <a:latin typeface="Cambria Math" panose="02040503050406030204" pitchFamily="18" charset="0"/>
                            <a:cs typeface="Calibri" panose="020F0502020204030204" pitchFamily="34" charset="0"/>
                          </a:rPr>
                        </m:ctrlPr>
                      </m:naryPr>
                      <m:sub>
                        <m:r>
                          <m:rPr>
                            <m:brk m:alnAt="23"/>
                          </m:rPr>
                          <a:rPr lang="en-US" sz="1800" b="1" i="1">
                            <a:solidFill>
                              <a:schemeClr val="tx1"/>
                            </a:solidFill>
                            <a:latin typeface="Cambria Math" panose="02040503050406030204" pitchFamily="18" charset="0"/>
                            <a:cs typeface="Calibri" panose="020F0502020204030204" pitchFamily="34" charset="0"/>
                          </a:rPr>
                          <m:t>−</m:t>
                        </m:r>
                        <m:r>
                          <a:rPr lang="en-US" sz="1800" b="1" i="1">
                            <a:solidFill>
                              <a:schemeClr val="tx1"/>
                            </a:solidFill>
                            <a:latin typeface="Cambria Math" panose="02040503050406030204" pitchFamily="18" charset="0"/>
                            <a:cs typeface="Calibri" panose="020F0502020204030204" pitchFamily="34" charset="0"/>
                          </a:rPr>
                          <m:t>∞</m:t>
                        </m:r>
                      </m:sub>
                      <m:sup>
                        <m:r>
                          <a:rPr lang="en-US" sz="1800" b="1" i="1">
                            <a:solidFill>
                              <a:schemeClr val="tx1"/>
                            </a:solidFill>
                            <a:latin typeface="Cambria Math" panose="02040503050406030204" pitchFamily="18" charset="0"/>
                            <a:cs typeface="Calibri" panose="020F0502020204030204" pitchFamily="34" charset="0"/>
                          </a:rPr>
                          <m:t>∞</m:t>
                        </m:r>
                      </m:sup>
                      <m:e>
                        <m:r>
                          <a:rPr lang="en-US" sz="1800" b="1" i="1">
                            <a:solidFill>
                              <a:schemeClr val="tx1"/>
                            </a:solidFill>
                            <a:latin typeface="Cambria Math" panose="02040503050406030204" pitchFamily="18" charset="0"/>
                            <a:cs typeface="Calibri" panose="020F0502020204030204" pitchFamily="34" charset="0"/>
                          </a:rPr>
                          <m:t>𝒙</m:t>
                        </m:r>
                        <m:r>
                          <a:rPr lang="en-US" sz="1800" b="1" i="1">
                            <a:solidFill>
                              <a:schemeClr val="tx1"/>
                            </a:solidFill>
                            <a:latin typeface="Cambria Math" panose="02040503050406030204" pitchFamily="18" charset="0"/>
                            <a:cs typeface="Calibri" panose="020F0502020204030204" pitchFamily="34" charset="0"/>
                          </a:rPr>
                          <m:t>(</m:t>
                        </m:r>
                        <m:r>
                          <a:rPr lang="en-US" sz="1800" b="1" i="1">
                            <a:solidFill>
                              <a:schemeClr val="tx1"/>
                            </a:solidFill>
                            <a:latin typeface="Cambria Math" panose="02040503050406030204" pitchFamily="18" charset="0"/>
                            <a:cs typeface="Calibri" panose="020F0502020204030204" pitchFamily="34" charset="0"/>
                          </a:rPr>
                          <m:t>𝒏</m:t>
                        </m:r>
                        <m:r>
                          <a:rPr lang="en-US" sz="1800" b="1" i="1">
                            <a:solidFill>
                              <a:schemeClr val="tx1"/>
                            </a:solidFill>
                            <a:latin typeface="Cambria Math" panose="02040503050406030204" pitchFamily="18" charset="0"/>
                            <a:cs typeface="Calibri" panose="020F0502020204030204" pitchFamily="34" charset="0"/>
                          </a:rPr>
                          <m:t>)</m:t>
                        </m:r>
                      </m:e>
                    </m:nary>
                  </m:oMath>
                </a14:m>
                <a:r>
                  <a:rPr lang="en-US" sz="1800" b="1" i="1" dirty="0">
                    <a:solidFill>
                      <a:schemeClr val="tx1"/>
                    </a:solidFill>
                    <a:latin typeface="Times New Roman" panose="02020603050405020304" pitchFamily="18" charset="0"/>
                    <a:cs typeface="Times New Roman" panose="02020603050405020304" pitchFamily="18" charset="0"/>
                  </a:rPr>
                  <a:t>Z</a:t>
                </a:r>
                <a:r>
                  <a:rPr lang="en-US" sz="1800" b="1" i="1" baseline="30000" dirty="0">
                    <a:solidFill>
                      <a:schemeClr val="tx1"/>
                    </a:solidFill>
                    <a:latin typeface="Times New Roman" panose="02020603050405020304" pitchFamily="18" charset="0"/>
                    <a:cs typeface="Times New Roman" panose="02020603050405020304" pitchFamily="18" charset="0"/>
                  </a:rPr>
                  <a:t>-n </a:t>
                </a:r>
                <a:r>
                  <a:rPr lang="en-US" sz="1800" b="1" i="1" dirty="0">
                    <a:solidFill>
                      <a:schemeClr val="tx1"/>
                    </a:solidFill>
                    <a:latin typeface="Times New Roman" panose="02020603050405020304" pitchFamily="18" charset="0"/>
                    <a:cs typeface="Times New Roman" panose="02020603050405020304" pitchFamily="18" charset="0"/>
                  </a:rPr>
                  <a:t> </a:t>
                </a:r>
              </a:p>
              <a:p>
                <a:pPr marL="0" indent="0">
                  <a:buClr>
                    <a:schemeClr val="accent1">
                      <a:lumMod val="50000"/>
                    </a:schemeClr>
                  </a:buClr>
                  <a:buNone/>
                </a:pPr>
                <a:r>
                  <a:rPr lang="en-US" sz="1800" b="1" i="1" dirty="0">
                    <a:solidFill>
                      <a:schemeClr val="tx1"/>
                    </a:solidFill>
                    <a:latin typeface="Times New Roman" panose="02020603050405020304" pitchFamily="18" charset="0"/>
                    <a:cs typeface="Times New Roman" panose="02020603050405020304" pitchFamily="18" charset="0"/>
                  </a:rPr>
                  <a:t> </a:t>
                </a:r>
              </a:p>
              <a:p>
                <a:pPr marL="0" indent="0">
                  <a:buClr>
                    <a:schemeClr val="accent1">
                      <a:lumMod val="50000"/>
                    </a:schemeClr>
                  </a:buClr>
                  <a:buNone/>
                </a:pPr>
                <a:r>
                  <a:rPr lang="en-US" sz="1800" b="1" i="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putting z = r</a:t>
                </a:r>
                <a14:m>
                  <m:oMath xmlns:m="http://schemas.openxmlformats.org/officeDocument/2006/math">
                    <m:sSup>
                      <m:sSupPr>
                        <m:ctrlPr>
                          <a:rPr lang="en-US" sz="1800" i="1">
                            <a:solidFill>
                              <a:schemeClr val="tx1"/>
                            </a:solidFill>
                            <a:latin typeface="Cambria Math" panose="02040503050406030204" pitchFamily="18" charset="0"/>
                            <a:cs typeface="Calibri" panose="020F0502020204030204" pitchFamily="34" charset="0"/>
                          </a:rPr>
                        </m:ctrlPr>
                      </m:sSupPr>
                      <m:e>
                        <m:r>
                          <m:rPr>
                            <m:sty m:val="p"/>
                          </m:rPr>
                          <a:rPr lang="en-US" sz="1800">
                            <a:solidFill>
                              <a:schemeClr val="tx1"/>
                            </a:solidFill>
                            <a:latin typeface="Cambria Math" panose="02040503050406030204" pitchFamily="18" charset="0"/>
                            <a:cs typeface="Calibri" panose="020F0502020204030204" pitchFamily="34" charset="0"/>
                          </a:rPr>
                          <m:t>e</m:t>
                        </m:r>
                      </m:e>
                      <m:sup>
                        <m:r>
                          <m:rPr>
                            <m:sty m:val="p"/>
                          </m:rPr>
                          <a:rPr lang="en-US" sz="1800">
                            <a:solidFill>
                              <a:schemeClr val="tx1"/>
                            </a:solidFill>
                            <a:latin typeface="Cambria Math" panose="02040503050406030204" pitchFamily="18" charset="0"/>
                            <a:cs typeface="Calibri" panose="020F0502020204030204" pitchFamily="34" charset="0"/>
                          </a:rPr>
                          <m:t>j</m:t>
                        </m:r>
                        <m:r>
                          <m:rPr>
                            <m:sty m:val="p"/>
                          </m:rPr>
                          <a:rPr lang="el-GR" sz="1800">
                            <a:solidFill>
                              <a:schemeClr val="tx1"/>
                            </a:solidFill>
                            <a:latin typeface="Cambria Math" panose="02040503050406030204" pitchFamily="18" charset="0"/>
                            <a:cs typeface="Calibri" panose="020F0502020204030204" pitchFamily="34" charset="0"/>
                          </a:rPr>
                          <m:t>ω</m:t>
                        </m:r>
                      </m:sup>
                    </m:sSup>
                  </m:oMath>
                </a14:m>
                <a:r>
                  <a:rPr lang="en-US" sz="1800" b="1" i="1" dirty="0">
                    <a:solidFill>
                      <a:schemeClr val="tx1"/>
                    </a:solidFill>
                    <a:latin typeface="Times New Roman" panose="02020603050405020304" pitchFamily="18" charset="0"/>
                    <a:cs typeface="Times New Roman" panose="02020603050405020304" pitchFamily="18" charset="0"/>
                  </a:rPr>
                  <a:t> </a:t>
                </a:r>
              </a:p>
              <a:p>
                <a:pPr marL="0" indent="0">
                  <a:buClr>
                    <a:schemeClr val="accent1">
                      <a:lumMod val="50000"/>
                    </a:schemeClr>
                  </a:buClr>
                  <a:buNone/>
                </a:pPr>
                <a:r>
                  <a:rPr lang="en-US" sz="1800" b="1" i="1" dirty="0">
                    <a:solidFill>
                      <a:schemeClr val="tx1"/>
                    </a:solidFill>
                    <a:latin typeface="Times New Roman" panose="02020603050405020304" pitchFamily="18" charset="0"/>
                    <a:cs typeface="Times New Roman" panose="02020603050405020304" pitchFamily="18" charset="0"/>
                  </a:rPr>
                  <a:t>                                           X(z) = </a:t>
                </a:r>
                <a14:m>
                  <m:oMath xmlns:m="http://schemas.openxmlformats.org/officeDocument/2006/math">
                    <m:nary>
                      <m:naryPr>
                        <m:chr m:val="∑"/>
                        <m:ctrlPr>
                          <a:rPr lang="en-US" sz="1800" b="1" i="1">
                            <a:solidFill>
                              <a:schemeClr val="tx1"/>
                            </a:solidFill>
                            <a:latin typeface="Cambria Math" panose="02040503050406030204" pitchFamily="18" charset="0"/>
                            <a:cs typeface="Calibri" panose="020F0502020204030204" pitchFamily="34" charset="0"/>
                          </a:rPr>
                        </m:ctrlPr>
                      </m:naryPr>
                      <m:sub>
                        <m:r>
                          <m:rPr>
                            <m:brk m:alnAt="23"/>
                          </m:rPr>
                          <a:rPr lang="en-US" sz="1800" b="1" i="1">
                            <a:solidFill>
                              <a:schemeClr val="tx1"/>
                            </a:solidFill>
                            <a:latin typeface="Cambria Math" panose="02040503050406030204" pitchFamily="18" charset="0"/>
                            <a:cs typeface="Calibri" panose="020F0502020204030204" pitchFamily="34" charset="0"/>
                          </a:rPr>
                          <m:t>−</m:t>
                        </m:r>
                        <m:r>
                          <a:rPr lang="en-US" sz="1800" b="1" i="1">
                            <a:solidFill>
                              <a:schemeClr val="tx1"/>
                            </a:solidFill>
                            <a:latin typeface="Cambria Math" panose="02040503050406030204" pitchFamily="18" charset="0"/>
                            <a:cs typeface="Calibri" panose="020F0502020204030204" pitchFamily="34" charset="0"/>
                          </a:rPr>
                          <m:t>∞</m:t>
                        </m:r>
                      </m:sub>
                      <m:sup>
                        <m:r>
                          <a:rPr lang="en-US" sz="1800" b="1" i="1">
                            <a:solidFill>
                              <a:schemeClr val="tx1"/>
                            </a:solidFill>
                            <a:latin typeface="Cambria Math" panose="02040503050406030204" pitchFamily="18" charset="0"/>
                            <a:cs typeface="Calibri" panose="020F0502020204030204" pitchFamily="34" charset="0"/>
                          </a:rPr>
                          <m:t>∞</m:t>
                        </m:r>
                      </m:sup>
                      <m:e>
                        <m:r>
                          <a:rPr lang="en-US" sz="1800" b="1" i="1">
                            <a:solidFill>
                              <a:schemeClr val="tx1"/>
                            </a:solidFill>
                            <a:latin typeface="Cambria Math" panose="02040503050406030204" pitchFamily="18" charset="0"/>
                            <a:cs typeface="Calibri" panose="020F0502020204030204" pitchFamily="34" charset="0"/>
                          </a:rPr>
                          <m:t>𝒙</m:t>
                        </m:r>
                        <m:d>
                          <m:dPr>
                            <m:ctrlPr>
                              <a:rPr lang="en-US" sz="1800" b="1" i="1">
                                <a:solidFill>
                                  <a:schemeClr val="tx1"/>
                                </a:solidFill>
                                <a:latin typeface="Cambria Math" panose="02040503050406030204" pitchFamily="18" charset="0"/>
                                <a:cs typeface="Calibri" panose="020F0502020204030204" pitchFamily="34" charset="0"/>
                              </a:rPr>
                            </m:ctrlPr>
                          </m:dPr>
                          <m:e>
                            <m:r>
                              <a:rPr lang="en-US" sz="1800" b="1" i="1">
                                <a:solidFill>
                                  <a:schemeClr val="tx1"/>
                                </a:solidFill>
                                <a:latin typeface="Cambria Math" panose="02040503050406030204" pitchFamily="18" charset="0"/>
                                <a:cs typeface="Calibri" panose="020F0502020204030204" pitchFamily="34" charset="0"/>
                              </a:rPr>
                              <m:t>𝒏</m:t>
                            </m:r>
                          </m:e>
                        </m:d>
                        <m:r>
                          <a:rPr lang="en-US" sz="1800" b="1" i="1">
                            <a:solidFill>
                              <a:schemeClr val="tx1"/>
                            </a:solidFill>
                            <a:latin typeface="Cambria Math" panose="02040503050406030204" pitchFamily="18" charset="0"/>
                            <a:cs typeface="Calibri" panose="020F0502020204030204" pitchFamily="34" charset="0"/>
                          </a:rPr>
                          <m:t>𝒓</m:t>
                        </m:r>
                      </m:e>
                    </m:nary>
                  </m:oMath>
                </a14:m>
                <a:r>
                  <a:rPr lang="en-US" sz="1800" b="1" i="1" baseline="30000" dirty="0">
                    <a:solidFill>
                      <a:schemeClr val="tx1"/>
                    </a:solidFill>
                    <a:latin typeface="Times New Roman" panose="02020603050405020304" pitchFamily="18" charset="0"/>
                    <a:cs typeface="Times New Roman" panose="02020603050405020304" pitchFamily="18" charset="0"/>
                  </a:rPr>
                  <a:t>-n</a:t>
                </a:r>
                <a:r>
                  <a:rPr lang="en-US" sz="1800" b="1" i="1" dirty="0">
                    <a:solidFill>
                      <a:schemeClr val="tx1"/>
                    </a:solidFill>
                    <a:latin typeface="Times New Roman" panose="02020603050405020304" pitchFamily="18" charset="0"/>
                    <a:cs typeface="Times New Roman" panose="02020603050405020304" pitchFamily="18" charset="0"/>
                  </a:rPr>
                  <a:t>e</a:t>
                </a:r>
                <a:r>
                  <a:rPr lang="en-US" sz="1800" b="1" i="1" baseline="30000" dirty="0">
                    <a:solidFill>
                      <a:schemeClr val="tx1"/>
                    </a:solidFill>
                    <a:latin typeface="Times New Roman" panose="02020603050405020304" pitchFamily="18" charset="0"/>
                    <a:cs typeface="Times New Roman" panose="02020603050405020304" pitchFamily="18" charset="0"/>
                  </a:rPr>
                  <a:t>-j</a:t>
                </a:r>
                <a14:m>
                  <m:oMath xmlns:m="http://schemas.openxmlformats.org/officeDocument/2006/math">
                    <m:r>
                      <a:rPr lang="en-US" sz="1800" b="1" i="1" baseline="30000">
                        <a:solidFill>
                          <a:schemeClr val="tx1"/>
                        </a:solidFill>
                        <a:latin typeface="Cambria Math" panose="02040503050406030204" pitchFamily="18" charset="0"/>
                        <a:ea typeface="Cambria Math" panose="02040503050406030204" pitchFamily="18" charset="0"/>
                        <a:cs typeface="Calibri" panose="020F0502020204030204" pitchFamily="34" charset="0"/>
                      </a:rPr>
                      <m:t>𝝎</m:t>
                    </m:r>
                    <m:r>
                      <a:rPr lang="en-US" sz="1800" b="1" i="1" baseline="30000">
                        <a:solidFill>
                          <a:schemeClr val="tx1"/>
                        </a:solidFill>
                        <a:latin typeface="Cambria Math" panose="02040503050406030204" pitchFamily="18" charset="0"/>
                        <a:ea typeface="Cambria Math" panose="02040503050406030204" pitchFamily="18" charset="0"/>
                        <a:cs typeface="Calibri" panose="020F0502020204030204" pitchFamily="34" charset="0"/>
                      </a:rPr>
                      <m:t>𝒏</m:t>
                    </m:r>
                  </m:oMath>
                </a14:m>
                <a:endParaRPr lang="en-US" sz="1800" b="1" i="1" dirty="0">
                  <a:solidFill>
                    <a:schemeClr val="tx1"/>
                  </a:solidFill>
                  <a:latin typeface="Times New Roman" panose="02020603050405020304" pitchFamily="18" charset="0"/>
                  <a:cs typeface="Times New Roman" panose="02020603050405020304" pitchFamily="18" charset="0"/>
                </a:endParaRPr>
              </a:p>
              <a:p>
                <a:pPr marL="0" indent="0">
                  <a:buClr>
                    <a:schemeClr val="accent1">
                      <a:lumMod val="50000"/>
                    </a:schemeClr>
                  </a:buClr>
                  <a:buNone/>
                </a:pPr>
                <a:r>
                  <a:rPr lang="en-US" sz="1800" b="1" i="1" dirty="0" smtClean="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At </a:t>
                </a:r>
                <a:r>
                  <a:rPr lang="en-US" sz="1800" dirty="0">
                    <a:solidFill>
                      <a:schemeClr val="tx1"/>
                    </a:solidFill>
                    <a:latin typeface="Times New Roman" panose="02020603050405020304" pitchFamily="18" charset="0"/>
                    <a:cs typeface="Times New Roman" panose="02020603050405020304" pitchFamily="18" charset="0"/>
                  </a:rPr>
                  <a:t>r =1, Z transform behaves as DTFT</a:t>
                </a:r>
              </a:p>
              <a:p>
                <a:pPr marL="0" indent="0">
                  <a:buClr>
                    <a:schemeClr val="accent1">
                      <a:lumMod val="50000"/>
                    </a:schemeClr>
                  </a:buClr>
                  <a:buNone/>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spcBef>
                    <a:spcPts val="600"/>
                  </a:spcBef>
                  <a:spcAft>
                    <a:spcPts val="600"/>
                  </a:spcAft>
                  <a:buClr>
                    <a:schemeClr val="accent1">
                      <a:lumMod val="50000"/>
                    </a:schemeClr>
                  </a:buClr>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ROC of Z transform</a:t>
                </a:r>
              </a:p>
              <a:p>
                <a:pPr marL="0" indent="0">
                  <a:buClr>
                    <a:schemeClr val="accent1">
                      <a:lumMod val="50000"/>
                    </a:schemeClr>
                  </a:buClr>
                  <a:buNone/>
                </a:pPr>
                <a:r>
                  <a:rPr lang="en-US" sz="1800" dirty="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Times New Roman" panose="02020603050405020304" pitchFamily="18" charset="0"/>
                    <a:cs typeface="Times New Roman" panose="02020603050405020304" pitchFamily="18" charset="0"/>
                  </a:rPr>
                  <a:t>   Z </a:t>
                </a:r>
                <a:r>
                  <a:rPr lang="en-US" sz="1800" dirty="0">
                    <a:solidFill>
                      <a:schemeClr val="tx1"/>
                    </a:solidFill>
                    <a:latin typeface="Times New Roman" panose="02020603050405020304" pitchFamily="18" charset="0"/>
                    <a:cs typeface="Times New Roman" panose="02020603050405020304" pitchFamily="18" charset="0"/>
                  </a:rPr>
                  <a:t>transform is guaranteed to converge if  r</a:t>
                </a:r>
                <a:r>
                  <a:rPr lang="en-US" sz="1800" baseline="30000" dirty="0">
                    <a:solidFill>
                      <a:schemeClr val="tx1"/>
                    </a:solidFill>
                    <a:latin typeface="Times New Roman" panose="02020603050405020304" pitchFamily="18" charset="0"/>
                    <a:cs typeface="Times New Roman" panose="02020603050405020304" pitchFamily="18" charset="0"/>
                  </a:rPr>
                  <a:t>-</a:t>
                </a:r>
                <a:r>
                  <a:rPr lang="en-US" sz="1800" baseline="30000" dirty="0" err="1">
                    <a:solidFill>
                      <a:schemeClr val="tx1"/>
                    </a:solidFill>
                    <a:latin typeface="Times New Roman" panose="02020603050405020304" pitchFamily="18" charset="0"/>
                    <a:cs typeface="Times New Roman" panose="02020603050405020304" pitchFamily="18" charset="0"/>
                  </a:rPr>
                  <a:t>n</a:t>
                </a:r>
                <a:r>
                  <a:rPr lang="en-US" sz="1800" dirty="0" err="1">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(n) is absolutely </a:t>
                </a:r>
                <a:r>
                  <a:rPr lang="en-US" sz="1800" dirty="0" err="1">
                    <a:solidFill>
                      <a:schemeClr val="tx1"/>
                    </a:solidFill>
                    <a:latin typeface="Times New Roman" panose="02020603050405020304" pitchFamily="18" charset="0"/>
                    <a:cs typeface="Times New Roman" panose="02020603050405020304" pitchFamily="18" charset="0"/>
                  </a:rPr>
                  <a:t>summable</a:t>
                </a: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err="1" smtClean="0">
                    <a:solidFill>
                      <a:schemeClr val="tx1"/>
                    </a:solidFill>
                    <a:latin typeface="Times New Roman" panose="02020603050405020304" pitchFamily="18" charset="0"/>
                    <a:cs typeface="Times New Roman" panose="02020603050405020304" pitchFamily="18" charset="0"/>
                  </a:rPr>
                  <a:t>i.e</a:t>
                </a:r>
                <a:r>
                  <a:rPr lang="en-US" sz="1800" dirty="0" smtClean="0">
                    <a:solidFill>
                      <a:schemeClr val="tx1"/>
                    </a:solidFill>
                    <a:latin typeface="Times New Roman" panose="02020603050405020304" pitchFamily="18" charset="0"/>
                    <a:cs typeface="Times New Roman" panose="02020603050405020304" pitchFamily="18" charset="0"/>
                  </a:rPr>
                  <a:t> </a:t>
                </a:r>
                <a:endParaRPr lang="en-IN" sz="1800" b="1" i="1"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 xmlns:a14="http://schemas.microsoft.com/office/drawing/2010/main" xmlns:a16="http://schemas.microsoft.com/office/drawing/2014/main" id="{7F3D0FE5-CDB0-47DF-9BDF-B3C9DBEFC37C}"/>
                  </a:ext>
                </a:extLst>
              </p:cNvPr>
              <p:cNvSpPr>
                <a:spLocks noGrp="1" noRot="1" noChangeAspect="1" noMove="1" noResize="1" noEditPoints="1" noAdjustHandles="1" noChangeArrowheads="1" noChangeShapeType="1" noTextEdit="1"/>
              </p:cNvSpPr>
              <p:nvPr>
                <p:ph idx="1"/>
              </p:nvPr>
            </p:nvSpPr>
            <p:spPr>
              <a:xfrm>
                <a:off x="685801" y="1845733"/>
                <a:ext cx="8458199" cy="4472641"/>
              </a:xfrm>
              <a:blipFill rotWithShape="0">
                <a:blip r:embed="rId3" cstate="print"/>
                <a:stretch>
                  <a:fillRect l="-1586" t="-1501"/>
                </a:stretch>
              </a:blipFill>
            </p:spPr>
            <p:txBody>
              <a:bodyPr/>
              <a:lstStyle/>
              <a:p>
                <a:r>
                  <a:rPr lang="en-IN" dirty="0">
                    <a:noFill/>
                  </a:rPr>
                  <a:t> </a:t>
                </a:r>
              </a:p>
            </p:txBody>
          </p:sp>
        </mc:Fallback>
      </mc:AlternateContent>
      <p:sp>
        <p:nvSpPr>
          <p:cNvPr id="13"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6CA52787-CD5E-4868-ACDC-83D344BCA92F}"/>
              </a:ext>
            </a:extLst>
          </p:cNvPr>
          <p:cNvSpPr>
            <a:spLocks noGrp="1"/>
          </p:cNvSpPr>
          <p:nvPr>
            <p:ph type="sldNum" sz="quarter" idx="12"/>
          </p:nvPr>
        </p:nvSpPr>
        <p:spPr/>
        <p:txBody>
          <a:bodyPr/>
          <a:lstStyle/>
          <a:p>
            <a:fld id="{B6F15528-21DE-4FAA-801E-634DDDAF4B2B}" type="slidenum">
              <a:rPr lang="en-US" smtClean="0"/>
              <a:pPr/>
              <a:t>33</a:t>
            </a:fld>
            <a:endParaRPr lang="en-US" dirty="0"/>
          </a:p>
        </p:txBody>
      </p:sp>
      <p:sp>
        <p:nvSpPr>
          <p:cNvPr id="6" name="Rectangle 5">
            <a:extLst>
              <a:ext uri="{FF2B5EF4-FFF2-40B4-BE49-F238E27FC236}">
                <a16:creationId xmlns="" xmlns:a16="http://schemas.microsoft.com/office/drawing/2014/main" id="{8B4297DD-41F1-48EA-B9CF-F6017AD3BC90}"/>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8674DD26-3C8E-406E-854A-2B1F197A3875}"/>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6259C75F-EE4C-4FE4-B127-25BA0E5138FE}"/>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SIGNAL PROCESSING</a:t>
            </a:r>
          </a:p>
        </p:txBody>
      </p:sp>
      <p:pic>
        <p:nvPicPr>
          <p:cNvPr id="9" name="Picture 8" descr="C:\Users\Subhasis\Desktop\logo nit.png">
            <a:extLst>
              <a:ext uri="{FF2B5EF4-FFF2-40B4-BE49-F238E27FC236}">
                <a16:creationId xmlns="" xmlns:a16="http://schemas.microsoft.com/office/drawing/2014/main" id="{1AA6F256-263F-4287-A526-7A6C21A05166}"/>
              </a:ext>
            </a:extLst>
          </p:cNvPr>
          <p:cNvPicPr/>
          <p:nvPr/>
        </p:nvPicPr>
        <p:blipFill>
          <a:blip r:embed="rId4" cstate="print"/>
          <a:srcRect/>
          <a:stretch>
            <a:fillRect/>
          </a:stretch>
        </p:blipFill>
        <p:spPr bwMode="auto">
          <a:xfrm>
            <a:off x="8153400" y="15357"/>
            <a:ext cx="990600" cy="852779"/>
          </a:xfrm>
          <a:prstGeom prst="rect">
            <a:avLst/>
          </a:prstGeom>
          <a:noFill/>
          <a:ln w="9525">
            <a:noFill/>
            <a:miter lim="800000"/>
            <a:headEnd/>
            <a:tailEnd/>
          </a:ln>
        </p:spPr>
      </p:pic>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4" name="Object 3"/>
          <p:cNvGraphicFramePr>
            <a:graphicFrameLocks noChangeAspect="1"/>
          </p:cNvGraphicFramePr>
          <p:nvPr>
            <p:extLst>
              <p:ext uri="{D42A27DB-BD31-4B8C-83A1-F6EECF244321}">
                <p14:modId xmlns:p14="http://schemas.microsoft.com/office/powerpoint/2010/main" xmlns="" val="677553722"/>
              </p:ext>
            </p:extLst>
          </p:nvPr>
        </p:nvGraphicFramePr>
        <p:xfrm>
          <a:off x="4514850" y="3340100"/>
          <a:ext cx="114300" cy="177800"/>
        </p:xfrm>
        <a:graphic>
          <a:graphicData uri="http://schemas.openxmlformats.org/presentationml/2006/ole">
            <p:oleObj spid="_x0000_s14510" name="Equation" r:id="rId5" imgW="435285" imgH="677109" progId="Equation.DSMT4">
              <p:embed/>
            </p:oleObj>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xmlns="" val="1886301997"/>
              </p:ext>
            </p:extLst>
          </p:nvPr>
        </p:nvGraphicFramePr>
        <p:xfrm>
          <a:off x="3422568" y="5703279"/>
          <a:ext cx="1682832" cy="493631"/>
        </p:xfrm>
        <a:graphic>
          <a:graphicData uri="http://schemas.openxmlformats.org/presentationml/2006/ole">
            <p:oleObj spid="_x0000_s14511" name="Equation" r:id="rId6" imgW="952087" imgH="279279" progId="Equation.DSMT4">
              <p:embed/>
            </p:oleObj>
          </a:graphicData>
        </a:graphic>
      </p:graphicFrame>
    </p:spTree>
    <p:extLst>
      <p:ext uri="{BB962C8B-B14F-4D97-AF65-F5344CB8AC3E}">
        <p14:creationId xmlns:p14="http://schemas.microsoft.com/office/powerpoint/2010/main" xmlns="" val="3793853371"/>
      </p:ext>
    </p:extLst>
  </p:cSld>
  <p:clrMapOvr>
    <a:masterClrMapping/>
  </p:clrMapOvr>
  <p:transition>
    <p:pull di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A4E273-E2BB-4E65-BFAA-1CF4BA58BC08}"/>
              </a:ext>
            </a:extLst>
          </p:cNvPr>
          <p:cNvSpPr>
            <a:spLocks noGrp="1"/>
          </p:cNvSpPr>
          <p:nvPr>
            <p:ph type="title"/>
          </p:nvPr>
        </p:nvSpPr>
        <p:spPr/>
        <p:txBody>
          <a:bodyPr>
            <a:normAutofit/>
          </a:bodyPr>
          <a:lstStyle/>
          <a:p>
            <a:r>
              <a:rPr lang="en-US" sz="4400" b="1" dirty="0" smtClean="0">
                <a:solidFill>
                  <a:schemeClr val="tx1"/>
                </a:solidFill>
                <a:latin typeface="Calibri" panose="020F0502020204030204" pitchFamily="34" charset="0"/>
                <a:cs typeface="Calibri" panose="020F0502020204030204" pitchFamily="34" charset="0"/>
              </a:rPr>
              <a:t>Filters</a:t>
            </a:r>
            <a:endParaRPr lang="en-IN" sz="4400" b="1" dirty="0">
              <a:solidFill>
                <a:schemeClr val="tx1"/>
              </a:solidFill>
              <a:latin typeface="Calibri" panose="020F0502020204030204" pitchFamily="34" charset="0"/>
            </a:endParaRPr>
          </a:p>
        </p:txBody>
      </p:sp>
      <p:sp>
        <p:nvSpPr>
          <p:cNvPr id="3" name="Content Placeholder 2">
            <a:extLst>
              <a:ext uri="{FF2B5EF4-FFF2-40B4-BE49-F238E27FC236}">
                <a16:creationId xmlns="" xmlns:a16="http://schemas.microsoft.com/office/drawing/2014/main" id="{7F3D0FE5-CDB0-47DF-9BDF-B3C9DBEFC37C}"/>
              </a:ext>
            </a:extLst>
          </p:cNvPr>
          <p:cNvSpPr>
            <a:spLocks noGrp="1"/>
          </p:cNvSpPr>
          <p:nvPr>
            <p:ph idx="1"/>
          </p:nvPr>
        </p:nvSpPr>
        <p:spPr>
          <a:xfrm>
            <a:off x="914400" y="1981200"/>
            <a:ext cx="7543800" cy="4261441"/>
          </a:xfrm>
        </p:spPr>
        <p:txBody>
          <a:bodyPr>
            <a:noAutofit/>
          </a:bodyPr>
          <a:lstStyle/>
          <a:p>
            <a:pPr>
              <a:buFont typeface="Wingdings" panose="05000000000000000000" pitchFamily="2" charset="2"/>
              <a:buChar char="Ø"/>
            </a:pPr>
            <a:r>
              <a:rPr lang="en-US" sz="1800" b="1" dirty="0" smtClean="0">
                <a:solidFill>
                  <a:schemeClr val="tx1"/>
                </a:solidFill>
                <a:latin typeface="Calibri" pitchFamily="34" charset="0"/>
                <a:cs typeface="Times New Roman" panose="02020603050405020304" pitchFamily="18" charset="0"/>
              </a:rPr>
              <a:t>Analog filter</a:t>
            </a:r>
          </a:p>
          <a:p>
            <a:pPr lvl="1">
              <a:buFont typeface="Wingdings" panose="05000000000000000000" pitchFamily="2" charset="2"/>
              <a:buChar char="§"/>
            </a:pPr>
            <a:r>
              <a:rPr lang="en-US" dirty="0" smtClean="0">
                <a:solidFill>
                  <a:schemeClr val="tx1"/>
                </a:solidFill>
                <a:latin typeface="Calibri" pitchFamily="34" charset="0"/>
                <a:cs typeface="Times New Roman" panose="02020603050405020304" pitchFamily="18" charset="0"/>
              </a:rPr>
              <a:t>It process and generate analog signal.</a:t>
            </a:r>
          </a:p>
          <a:p>
            <a:pPr lvl="1">
              <a:buFont typeface="Wingdings" panose="05000000000000000000" pitchFamily="2" charset="2"/>
              <a:buChar char="§"/>
            </a:pPr>
            <a:r>
              <a:rPr lang="en-US" dirty="0" smtClean="0">
                <a:solidFill>
                  <a:schemeClr val="tx1"/>
                </a:solidFill>
                <a:latin typeface="Calibri" pitchFamily="34" charset="0"/>
                <a:cs typeface="Times New Roman" panose="02020603050405020304" pitchFamily="18" charset="0"/>
              </a:rPr>
              <a:t>It is constructed by active or passive electronic components.</a:t>
            </a:r>
          </a:p>
          <a:p>
            <a:pPr lvl="1">
              <a:buFont typeface="Wingdings" panose="05000000000000000000" pitchFamily="2" charset="2"/>
              <a:buChar char="§"/>
            </a:pPr>
            <a:r>
              <a:rPr lang="en-US" dirty="0" smtClean="0">
                <a:solidFill>
                  <a:schemeClr val="tx1"/>
                </a:solidFill>
                <a:latin typeface="Calibri" pitchFamily="34" charset="0"/>
                <a:cs typeface="Times New Roman" panose="02020603050405020304" pitchFamily="18" charset="0"/>
              </a:rPr>
              <a:t>Analog filter is described by a differential equation.</a:t>
            </a:r>
          </a:p>
          <a:p>
            <a:pPr lvl="1">
              <a:buFont typeface="Wingdings" panose="05000000000000000000" pitchFamily="2" charset="2"/>
              <a:buChar char="§"/>
            </a:pPr>
            <a:r>
              <a:rPr lang="en-US" dirty="0" smtClean="0">
                <a:solidFill>
                  <a:schemeClr val="tx1"/>
                </a:solidFill>
                <a:latin typeface="Calibri" pitchFamily="34" charset="0"/>
                <a:cs typeface="Times New Roman" panose="02020603050405020304" pitchFamily="18" charset="0"/>
              </a:rPr>
              <a:t>Frequency response of an analog filter can be modified by changing the components.</a:t>
            </a:r>
          </a:p>
          <a:p>
            <a:pPr>
              <a:buFont typeface="Wingdings" panose="05000000000000000000" pitchFamily="2" charset="2"/>
              <a:buChar char="Ø"/>
            </a:pPr>
            <a:r>
              <a:rPr lang="en-US" sz="1800" b="1" dirty="0" smtClean="0">
                <a:solidFill>
                  <a:schemeClr val="tx1"/>
                </a:solidFill>
                <a:latin typeface="Calibri" pitchFamily="34" charset="0"/>
                <a:cs typeface="Times New Roman" panose="02020603050405020304" pitchFamily="18" charset="0"/>
              </a:rPr>
              <a:t>Digital filter</a:t>
            </a:r>
          </a:p>
          <a:p>
            <a:pPr lvl="1">
              <a:buFont typeface="Wingdings" panose="05000000000000000000" pitchFamily="2" charset="2"/>
              <a:buChar char="§"/>
            </a:pPr>
            <a:r>
              <a:rPr lang="en-US" dirty="0" smtClean="0">
                <a:solidFill>
                  <a:schemeClr val="tx1"/>
                </a:solidFill>
                <a:latin typeface="Calibri" pitchFamily="34" charset="0"/>
                <a:cs typeface="Times New Roman" panose="02020603050405020304" pitchFamily="18" charset="0"/>
              </a:rPr>
              <a:t>It process and generate digital data.</a:t>
            </a:r>
          </a:p>
          <a:p>
            <a:pPr lvl="1">
              <a:buFont typeface="Wingdings" panose="05000000000000000000" pitchFamily="2" charset="2"/>
              <a:buChar char="§"/>
            </a:pPr>
            <a:r>
              <a:rPr lang="en-US" dirty="0" smtClean="0">
                <a:solidFill>
                  <a:schemeClr val="tx1"/>
                </a:solidFill>
                <a:latin typeface="Calibri" pitchFamily="34" charset="0"/>
                <a:cs typeface="Times New Roman" panose="02020603050405020304" pitchFamily="18" charset="0"/>
              </a:rPr>
              <a:t>It consist of elements like adder, multiplier and delay unit.</a:t>
            </a:r>
          </a:p>
          <a:p>
            <a:pPr lvl="1">
              <a:buFont typeface="Wingdings" panose="05000000000000000000" pitchFamily="2" charset="2"/>
              <a:buChar char="§"/>
            </a:pPr>
            <a:r>
              <a:rPr lang="en-US" dirty="0" smtClean="0">
                <a:solidFill>
                  <a:schemeClr val="tx1"/>
                </a:solidFill>
                <a:latin typeface="Calibri" pitchFamily="34" charset="0"/>
                <a:cs typeface="Times New Roman" panose="02020603050405020304" pitchFamily="18" charset="0"/>
              </a:rPr>
              <a:t>Digital filter is described by difference equation.</a:t>
            </a:r>
          </a:p>
          <a:p>
            <a:pPr lvl="1">
              <a:buFont typeface="Wingdings" panose="05000000000000000000" pitchFamily="2" charset="2"/>
              <a:buChar char="§"/>
            </a:pPr>
            <a:r>
              <a:rPr lang="en-US" dirty="0" smtClean="0">
                <a:solidFill>
                  <a:schemeClr val="tx1"/>
                </a:solidFill>
                <a:latin typeface="Calibri" pitchFamily="34" charset="0"/>
                <a:cs typeface="Times New Roman" panose="02020603050405020304" pitchFamily="18" charset="0"/>
              </a:rPr>
              <a:t>Frequency response can be changed by changing the filter coefficients</a:t>
            </a:r>
            <a:endParaRPr lang="en-IN" b="1" i="1" dirty="0">
              <a:solidFill>
                <a:schemeClr val="tx1"/>
              </a:solidFill>
              <a:latin typeface="Calibri" pitchFamily="34" charset="0"/>
              <a:cs typeface="Times New Roman" panose="02020603050405020304" pitchFamily="18" charset="0"/>
            </a:endParaRPr>
          </a:p>
        </p:txBody>
      </p:sp>
      <p:sp>
        <p:nvSpPr>
          <p:cNvPr id="19"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6CA52787-CD5E-4868-ACDC-83D344BCA92F}"/>
              </a:ext>
            </a:extLst>
          </p:cNvPr>
          <p:cNvSpPr>
            <a:spLocks noGrp="1"/>
          </p:cNvSpPr>
          <p:nvPr>
            <p:ph type="sldNum" sz="quarter" idx="12"/>
          </p:nvPr>
        </p:nvSpPr>
        <p:spPr/>
        <p:txBody>
          <a:bodyPr/>
          <a:lstStyle/>
          <a:p>
            <a:fld id="{B6F15528-21DE-4FAA-801E-634DDDAF4B2B}" type="slidenum">
              <a:rPr lang="en-US" smtClean="0"/>
              <a:pPr/>
              <a:t>34</a:t>
            </a:fld>
            <a:endParaRPr lang="en-US" dirty="0"/>
          </a:p>
        </p:txBody>
      </p:sp>
      <p:sp>
        <p:nvSpPr>
          <p:cNvPr id="6" name="Rectangle 5">
            <a:extLst>
              <a:ext uri="{FF2B5EF4-FFF2-40B4-BE49-F238E27FC236}">
                <a16:creationId xmlns="" xmlns:a16="http://schemas.microsoft.com/office/drawing/2014/main" id="{8B4297DD-41F1-48EA-B9CF-F6017AD3BC90}"/>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8674DD26-3C8E-406E-854A-2B1F197A3875}"/>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6259C75F-EE4C-4FE4-B127-25BA0E5138FE}"/>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SIGNAL PROCESSING</a:t>
            </a:r>
          </a:p>
        </p:txBody>
      </p:sp>
      <p:pic>
        <p:nvPicPr>
          <p:cNvPr id="9" name="Picture 8" descr="C:\Users\Subhasis\Desktop\logo nit.png">
            <a:extLst>
              <a:ext uri="{FF2B5EF4-FFF2-40B4-BE49-F238E27FC236}">
                <a16:creationId xmlns="" xmlns:a16="http://schemas.microsoft.com/office/drawing/2014/main" id="{1AA6F256-263F-4287-A526-7A6C21A0516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4" name="Object 3"/>
          <p:cNvGraphicFramePr>
            <a:graphicFrameLocks noChangeAspect="1"/>
          </p:cNvGraphicFramePr>
          <p:nvPr/>
        </p:nvGraphicFramePr>
        <p:xfrm>
          <a:off x="4514850" y="3340100"/>
          <a:ext cx="114300" cy="177800"/>
        </p:xfrm>
        <a:graphic>
          <a:graphicData uri="http://schemas.openxmlformats.org/presentationml/2006/ole">
            <p:oleObj spid="_x0000_s15446" name="Equation" r:id="rId4" imgW="435285" imgH="677109" progId="Equation.DSMT4">
              <p:embed/>
            </p:oleObj>
          </a:graphicData>
        </a:graphic>
      </p:graphicFrame>
    </p:spTree>
    <p:extLst>
      <p:ext uri="{BB962C8B-B14F-4D97-AF65-F5344CB8AC3E}">
        <p14:creationId xmlns:p14="http://schemas.microsoft.com/office/powerpoint/2010/main" xmlns="" val="3113298663"/>
      </p:ext>
    </p:extLst>
  </p:cSld>
  <p:clrMapOvr>
    <a:masterClrMapping/>
  </p:clrMapOvr>
  <p:transition>
    <p:pull di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58AAA2-EE2D-4A9E-A813-FC5864AD67D1}"/>
              </a:ext>
            </a:extLst>
          </p:cNvPr>
          <p:cNvSpPr>
            <a:spLocks noGrp="1"/>
          </p:cNvSpPr>
          <p:nvPr>
            <p:ph type="title"/>
          </p:nvPr>
        </p:nvSpPr>
        <p:spPr>
          <a:xfrm>
            <a:off x="838200" y="628973"/>
            <a:ext cx="7696200" cy="1108388"/>
          </a:xfrm>
        </p:spPr>
        <p:txBody>
          <a:bodyPr>
            <a:noAutofit/>
          </a:bodyPr>
          <a:lstStyle/>
          <a:p>
            <a:r>
              <a:rPr lang="en-US" sz="3600" b="1" dirty="0">
                <a:solidFill>
                  <a:schemeClr val="tx1"/>
                </a:solidFill>
                <a:latin typeface="Calibri" panose="020F0502020204030204" pitchFamily="34" charset="0"/>
                <a:cs typeface="Times New Roman" panose="02020603050405020304" pitchFamily="18" charset="0"/>
              </a:rPr>
              <a:t>Finite Impulse Response (FIR) Filter</a:t>
            </a:r>
            <a:endParaRPr lang="en-IN" sz="3600" b="1" dirty="0">
              <a:solidFill>
                <a:schemeClr val="tx1"/>
              </a:solidFill>
              <a:latin typeface="Calibri" panose="020F0502020204030204" pitchFamily="34" charset="0"/>
            </a:endParaRPr>
          </a:p>
        </p:txBody>
      </p:sp>
      <p:sp>
        <p:nvSpPr>
          <p:cNvPr id="3" name="Content Placeholder 2">
            <a:extLst>
              <a:ext uri="{FF2B5EF4-FFF2-40B4-BE49-F238E27FC236}">
                <a16:creationId xmlns="" xmlns:a16="http://schemas.microsoft.com/office/drawing/2014/main" id="{21CD3A5D-2F07-43B3-8C63-1E423F839307}"/>
              </a:ext>
            </a:extLst>
          </p:cNvPr>
          <p:cNvSpPr>
            <a:spLocks noGrp="1"/>
          </p:cNvSpPr>
          <p:nvPr>
            <p:ph idx="1"/>
          </p:nvPr>
        </p:nvSpPr>
        <p:spPr>
          <a:xfrm>
            <a:off x="914400" y="1845734"/>
            <a:ext cx="7452360" cy="4023360"/>
          </a:xfrm>
        </p:spPr>
        <p:txBody>
          <a:bodyPr>
            <a:normAutofit lnSpcReduction="10000"/>
          </a:bodyPr>
          <a:lstStyle/>
          <a:p>
            <a:pPr algn="just">
              <a:lnSpc>
                <a:spcPct val="150000"/>
              </a:lnSpc>
              <a:buFont typeface="Wingdings" panose="05000000000000000000" pitchFamily="2" charset="2"/>
              <a:buChar char="q"/>
            </a:pP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smtClean="0">
                <a:solidFill>
                  <a:schemeClr val="tx1"/>
                </a:solidFill>
                <a:latin typeface="Calibri" pitchFamily="34" charset="0"/>
                <a:cs typeface="Times New Roman" panose="02020603050405020304" pitchFamily="18" charset="0"/>
              </a:rPr>
              <a:t>FIR </a:t>
            </a:r>
            <a:r>
              <a:rPr lang="en-US" sz="1800" dirty="0">
                <a:solidFill>
                  <a:schemeClr val="tx1"/>
                </a:solidFill>
                <a:latin typeface="Calibri" pitchFamily="34" charset="0"/>
                <a:cs typeface="Times New Roman" panose="02020603050405020304" pitchFamily="18" charset="0"/>
              </a:rPr>
              <a:t>filters are always </a:t>
            </a:r>
            <a:r>
              <a:rPr lang="en-US" sz="1800" dirty="0" smtClean="0">
                <a:solidFill>
                  <a:schemeClr val="tx1"/>
                </a:solidFill>
                <a:latin typeface="Calibri" pitchFamily="34" charset="0"/>
                <a:cs typeface="Times New Roman" panose="02020603050405020304" pitchFamily="18" charset="0"/>
              </a:rPr>
              <a:t>stable.</a:t>
            </a:r>
            <a:endParaRPr lang="en-US" sz="1800" dirty="0">
              <a:solidFill>
                <a:schemeClr val="tx1"/>
              </a:solidFill>
              <a:latin typeface="Calibri" pitchFamily="34" charset="0"/>
              <a:cs typeface="Times New Roman" panose="02020603050405020304" pitchFamily="18" charset="0"/>
            </a:endParaRPr>
          </a:p>
          <a:p>
            <a:pPr algn="just">
              <a:lnSpc>
                <a:spcPct val="150000"/>
              </a:lnSpc>
              <a:buFont typeface="Wingdings" panose="05000000000000000000" pitchFamily="2" charset="2"/>
              <a:buChar char="q"/>
            </a:pPr>
            <a:r>
              <a:rPr lang="en-US" altLang="en-US" sz="1800" dirty="0" smtClean="0">
                <a:solidFill>
                  <a:schemeClr val="tx1"/>
                </a:solidFill>
                <a:latin typeface="Calibri" pitchFamily="34" charset="0"/>
                <a:cs typeface="Times New Roman" panose="02020603050405020304" pitchFamily="18" charset="0"/>
              </a:rPr>
              <a:t> Finite </a:t>
            </a:r>
            <a:r>
              <a:rPr lang="en-US" altLang="en-US" sz="1800" dirty="0">
                <a:solidFill>
                  <a:schemeClr val="tx1"/>
                </a:solidFill>
                <a:latin typeface="Calibri" pitchFamily="34" charset="0"/>
                <a:cs typeface="Times New Roman" panose="02020603050405020304" pitchFamily="18" charset="0"/>
              </a:rPr>
              <a:t>Impulse Response (FIR) filters use past input samples </a:t>
            </a:r>
            <a:r>
              <a:rPr lang="en-US" altLang="en-US" sz="1800" dirty="0" smtClean="0">
                <a:solidFill>
                  <a:schemeClr val="tx1"/>
                </a:solidFill>
                <a:latin typeface="Calibri" pitchFamily="34" charset="0"/>
                <a:cs typeface="Times New Roman" panose="02020603050405020304" pitchFamily="18" charset="0"/>
              </a:rPr>
              <a:t>only.</a:t>
            </a:r>
          </a:p>
          <a:p>
            <a:pPr algn="just">
              <a:lnSpc>
                <a:spcPct val="150000"/>
              </a:lnSpc>
              <a:buFont typeface="Wingdings" panose="05000000000000000000" pitchFamily="2" charset="2"/>
              <a:buChar char="q"/>
            </a:pPr>
            <a:r>
              <a:rPr lang="en-US" altLang="en-US" sz="1800" dirty="0" smtClean="0">
                <a:solidFill>
                  <a:schemeClr val="tx1"/>
                </a:solidFill>
                <a:latin typeface="Calibri" pitchFamily="34" charset="0"/>
                <a:cs typeface="Times New Roman" panose="02020603050405020304" pitchFamily="18" charset="0"/>
              </a:rPr>
              <a:t> Memory requirement and execution time are high.</a:t>
            </a:r>
            <a:endParaRPr lang="en-US" altLang="en-US" sz="1800" dirty="0">
              <a:solidFill>
                <a:schemeClr val="tx1"/>
              </a:solidFill>
              <a:latin typeface="Calibri" pitchFamily="34" charset="0"/>
              <a:cs typeface="Times New Roman" panose="02020603050405020304" pitchFamily="18" charset="0"/>
            </a:endParaRPr>
          </a:p>
          <a:p>
            <a:pPr algn="just">
              <a:lnSpc>
                <a:spcPct val="150000"/>
              </a:lnSpc>
            </a:pPr>
            <a:r>
              <a:rPr lang="en-US" altLang="en-US" sz="1800" dirty="0">
                <a:solidFill>
                  <a:schemeClr val="tx1"/>
                </a:solidFill>
                <a:latin typeface="Times New Roman" panose="02020603050405020304" pitchFamily="18" charset="0"/>
                <a:cs typeface="Times New Roman" panose="02020603050405020304" pitchFamily="18" charset="0"/>
              </a:rPr>
              <a:t>Example:</a:t>
            </a:r>
          </a:p>
          <a:p>
            <a:pPr algn="just">
              <a:lnSpc>
                <a:spcPct val="150000"/>
              </a:lnSpc>
            </a:pPr>
            <a:r>
              <a:rPr lang="en-US" altLang="en-US" sz="1800" b="1" i="1" dirty="0" smtClean="0">
                <a:solidFill>
                  <a:schemeClr val="tx1"/>
                </a:solidFill>
                <a:latin typeface="Times New Roman" panose="02020603050405020304" pitchFamily="18" charset="0"/>
                <a:cs typeface="Times New Roman" panose="02020603050405020304" pitchFamily="18" charset="0"/>
              </a:rPr>
              <a:t>Difference equation:</a:t>
            </a: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altLang="en-US" sz="1800" b="1" i="1" dirty="0">
                <a:solidFill>
                  <a:schemeClr val="tx1"/>
                </a:solidFill>
                <a:latin typeface="Times New Roman" panose="02020603050405020304" pitchFamily="18" charset="0"/>
                <a:cs typeface="Times New Roman" panose="02020603050405020304" pitchFamily="18" charset="0"/>
              </a:rPr>
              <a:t>Z-transform</a:t>
            </a:r>
            <a:r>
              <a:rPr lang="en-US" altLang="en-US" sz="1800" b="1" i="1" dirty="0" smtClean="0">
                <a:solidFill>
                  <a:schemeClr val="tx1"/>
                </a:solidFill>
                <a:latin typeface="Times New Roman" panose="02020603050405020304" pitchFamily="18" charset="0"/>
                <a:cs typeface="Times New Roman" panose="02020603050405020304" pitchFamily="18" charset="0"/>
              </a:rPr>
              <a:t>:</a:t>
            </a:r>
            <a:endParaRPr lang="en-US" altLang="en-US" sz="1800" dirty="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altLang="en-US" sz="1800" b="1" i="1" dirty="0">
                <a:solidFill>
                  <a:schemeClr val="tx1"/>
                </a:solidFill>
                <a:latin typeface="Times New Roman" panose="02020603050405020304" pitchFamily="18" charset="0"/>
                <a:cs typeface="Times New Roman" panose="02020603050405020304" pitchFamily="18" charset="0"/>
              </a:rPr>
              <a:t>Transfer function</a:t>
            </a:r>
            <a:r>
              <a:rPr lang="en-US" altLang="en-US" sz="1800" b="1" i="1" dirty="0" smtClean="0">
                <a:solidFill>
                  <a:schemeClr val="tx1"/>
                </a:solidFill>
                <a:latin typeface="Times New Roman" panose="02020603050405020304" pitchFamily="18" charset="0"/>
                <a:cs typeface="Times New Roman" panose="02020603050405020304" pitchFamily="18" charset="0"/>
              </a:rPr>
              <a:t>:</a:t>
            </a:r>
            <a:endParaRPr lang="en-US" sz="1800" dirty="0">
              <a:solidFill>
                <a:schemeClr val="tx1"/>
              </a:solidFill>
              <a:latin typeface="Times New Roman" panose="02020603050405020304" pitchFamily="18" charset="0"/>
              <a:cs typeface="Times New Roman" panose="02020603050405020304" pitchFamily="18" charset="0"/>
            </a:endParaRPr>
          </a:p>
          <a:p>
            <a:pPr algn="just">
              <a:lnSpc>
                <a:spcPct val="150000"/>
              </a:lnSpc>
            </a:pPr>
            <a:endParaRPr lang="en-IN" sz="1800" dirty="0"/>
          </a:p>
        </p:txBody>
      </p:sp>
      <p:sp>
        <p:nvSpPr>
          <p:cNvPr id="1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dirty="0"/>
          </a:p>
        </p:txBody>
      </p:sp>
      <p:sp>
        <p:nvSpPr>
          <p:cNvPr id="6" name="Rectangle 5">
            <a:extLst>
              <a:ext uri="{FF2B5EF4-FFF2-40B4-BE49-F238E27FC236}">
                <a16:creationId xmlns="" xmlns:a16="http://schemas.microsoft.com/office/drawing/2014/main" id="{F6755054-39C0-4B4E-B594-6DBDCD6102F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D654C8CA-CEF6-4527-8233-9C7EAFAF4AC8}"/>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B29DFB6D-3C7E-4867-869B-1D3DBAA1CD86}"/>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SIGNAL PROCESSING</a:t>
            </a:r>
          </a:p>
        </p:txBody>
      </p:sp>
      <p:pic>
        <p:nvPicPr>
          <p:cNvPr id="9" name="Picture 8" descr="C:\Users\Subhasis\Desktop\logo nit.png">
            <a:extLst>
              <a:ext uri="{FF2B5EF4-FFF2-40B4-BE49-F238E27FC236}">
                <a16:creationId xmlns="" xmlns:a16="http://schemas.microsoft.com/office/drawing/2014/main" id="{368FE051-F1CE-4382-B228-3E2F729BFDCF}"/>
              </a:ext>
            </a:extLst>
          </p:cNvPr>
          <p:cNvPicPr/>
          <p:nvPr/>
        </p:nvPicPr>
        <p:blipFill>
          <a:blip r:embed="rId4" cstate="print"/>
          <a:srcRect/>
          <a:stretch>
            <a:fillRect/>
          </a:stretch>
        </p:blipFill>
        <p:spPr bwMode="auto">
          <a:xfrm>
            <a:off x="8153400" y="15357"/>
            <a:ext cx="990600" cy="852779"/>
          </a:xfrm>
          <a:prstGeom prst="rect">
            <a:avLst/>
          </a:prstGeom>
          <a:noFill/>
          <a:ln w="9525">
            <a:noFill/>
            <a:miter lim="800000"/>
            <a:headEnd/>
            <a:tailEnd/>
          </a:ln>
        </p:spPr>
      </p:pic>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13" name="Object 12"/>
          <p:cNvGraphicFramePr>
            <a:graphicFrameLocks noChangeAspect="1"/>
          </p:cNvGraphicFramePr>
          <p:nvPr/>
        </p:nvGraphicFramePr>
        <p:xfrm>
          <a:off x="3048000" y="4191000"/>
          <a:ext cx="3276600" cy="304800"/>
        </p:xfrm>
        <a:graphic>
          <a:graphicData uri="http://schemas.openxmlformats.org/presentationml/2006/ole">
            <p:oleObj spid="_x0000_s111785" name="Equation" r:id="rId5" imgW="2578100" imgH="203200" progId="Equation.DSMT4">
              <p:embed/>
            </p:oleObj>
          </a:graphicData>
        </a:graphic>
      </p:graphicFrame>
      <p:graphicFrame>
        <p:nvGraphicFramePr>
          <p:cNvPr id="14" name="Object 13"/>
          <p:cNvGraphicFramePr>
            <a:graphicFrameLocks noChangeAspect="1"/>
          </p:cNvGraphicFramePr>
          <p:nvPr/>
        </p:nvGraphicFramePr>
        <p:xfrm>
          <a:off x="2362200" y="4724400"/>
          <a:ext cx="3352800" cy="381000"/>
        </p:xfrm>
        <a:graphic>
          <a:graphicData uri="http://schemas.openxmlformats.org/presentationml/2006/ole">
            <p:oleObj spid="_x0000_s111786" name="Equation" r:id="rId6" imgW="2679700" imgH="228600" progId="Equation.DSMT4">
              <p:embed/>
            </p:oleObj>
          </a:graphicData>
        </a:graphic>
      </p:graphicFrame>
      <p:graphicFrame>
        <p:nvGraphicFramePr>
          <p:cNvPr id="15" name="Object 14"/>
          <p:cNvGraphicFramePr>
            <a:graphicFrameLocks noChangeAspect="1"/>
          </p:cNvGraphicFramePr>
          <p:nvPr/>
        </p:nvGraphicFramePr>
        <p:xfrm>
          <a:off x="2895600" y="5181600"/>
          <a:ext cx="2895600" cy="609600"/>
        </p:xfrm>
        <a:graphic>
          <a:graphicData uri="http://schemas.openxmlformats.org/presentationml/2006/ole">
            <p:oleObj spid="_x0000_s111787" name="Equation" r:id="rId7" imgW="2286000" imgH="419100" progId="Equation.DSMT4">
              <p:embed/>
            </p:oleObj>
          </a:graphicData>
        </a:graphic>
      </p:graphicFrame>
    </p:spTree>
    <p:extLst>
      <p:ext uri="{BB962C8B-B14F-4D97-AF65-F5344CB8AC3E}">
        <p14:creationId xmlns:p14="http://schemas.microsoft.com/office/powerpoint/2010/main" xmlns="" val="3028123146"/>
      </p:ext>
    </p:extLst>
  </p:cSld>
  <p:clrMapOvr>
    <a:masterClrMapping/>
  </p:clrMapOvr>
  <p:transition>
    <p:pull di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95AF31-9DD5-420A-8F1F-15B6691EC56A}"/>
              </a:ext>
            </a:extLst>
          </p:cNvPr>
          <p:cNvSpPr>
            <a:spLocks noGrp="1"/>
          </p:cNvSpPr>
          <p:nvPr>
            <p:ph type="title"/>
          </p:nvPr>
        </p:nvSpPr>
        <p:spPr/>
        <p:txBody>
          <a:bodyPr>
            <a:normAutofit/>
          </a:bodyPr>
          <a:lstStyle/>
          <a:p>
            <a:r>
              <a:rPr lang="en-US" altLang="en-US" sz="3600" b="1" dirty="0" smtClean="0">
                <a:solidFill>
                  <a:schemeClr val="tx1"/>
                </a:solidFill>
                <a:latin typeface="Calibri" panose="020F0502020204030204" pitchFamily="34" charset="0"/>
              </a:rPr>
              <a:t>Infinite Impulse Response (IIR) Filter</a:t>
            </a:r>
            <a:endParaRPr lang="en-IN" sz="3600" b="1" dirty="0">
              <a:solidFill>
                <a:schemeClr val="tx1"/>
              </a:solidFill>
              <a:latin typeface="Calibri" panose="020F0502020204030204" pitchFamily="34" charset="0"/>
            </a:endParaRPr>
          </a:p>
        </p:txBody>
      </p:sp>
      <p:sp>
        <p:nvSpPr>
          <p:cNvPr id="6" name="Rectangle 3">
            <a:extLst>
              <a:ext uri="{FF2B5EF4-FFF2-40B4-BE49-F238E27FC236}">
                <a16:creationId xmlns="" xmlns:a16="http://schemas.microsoft.com/office/drawing/2014/main" id="{719DDEFA-E210-4377-B4AA-934B01F641A1}"/>
              </a:ext>
            </a:extLst>
          </p:cNvPr>
          <p:cNvSpPr>
            <a:spLocks noGrp="1" noChangeArrowheads="1"/>
          </p:cNvSpPr>
          <p:nvPr>
            <p:ph idx="1"/>
          </p:nvPr>
        </p:nvSpPr>
        <p:spPr>
          <a:xfrm>
            <a:off x="822959" y="1752600"/>
            <a:ext cx="8016241" cy="4495800"/>
          </a:xfrm>
        </p:spPr>
        <p:txBody>
          <a:bodyPr>
            <a:normAutofit lnSpcReduction="10000"/>
          </a:bodyPr>
          <a:lstStyle/>
          <a:p>
            <a:pPr>
              <a:buFont typeface="Wingdings" pitchFamily="2" charset="2"/>
              <a:buChar char="ü"/>
            </a:pPr>
            <a:r>
              <a:rPr lang="en-US" dirty="0" smtClean="0">
                <a:solidFill>
                  <a:schemeClr val="tx1"/>
                </a:solidFill>
              </a:rPr>
              <a:t> </a:t>
            </a:r>
            <a:r>
              <a:rPr lang="en-US" dirty="0" smtClean="0">
                <a:solidFill>
                  <a:schemeClr val="tx1"/>
                </a:solidFill>
                <a:latin typeface="Calibri" pitchFamily="34" charset="0"/>
              </a:rPr>
              <a:t>An infinite impulse response (IIR) filter is a digital filter that depends linearly on a finite number of input samples and a finite number of previous filter outputs.</a:t>
            </a:r>
          </a:p>
          <a:p>
            <a:pPr>
              <a:buFont typeface="Wingdings" pitchFamily="2" charset="2"/>
              <a:buChar char="ü"/>
            </a:pPr>
            <a:r>
              <a:rPr lang="en-US" dirty="0" smtClean="0"/>
              <a:t> </a:t>
            </a:r>
            <a:r>
              <a:rPr lang="en-US" dirty="0" smtClean="0">
                <a:solidFill>
                  <a:schemeClr val="tx1"/>
                </a:solidFill>
                <a:latin typeface="Calibri" pitchFamily="34" charset="0"/>
              </a:rPr>
              <a:t>The high computational efficiency of IIR filters, with short delays, often make the IIR popular as an alternative.</a:t>
            </a:r>
          </a:p>
          <a:p>
            <a:pPr>
              <a:buFont typeface="Wingdings" pitchFamily="2" charset="2"/>
              <a:buChar char="ü"/>
            </a:pPr>
            <a:r>
              <a:rPr lang="en-US" altLang="en-US" dirty="0" smtClean="0">
                <a:solidFill>
                  <a:schemeClr val="tx1"/>
                </a:solidFill>
                <a:latin typeface="Times New Roman" panose="02020603050405020304" pitchFamily="18" charset="0"/>
                <a:cs typeface="Times New Roman" panose="02020603050405020304" pitchFamily="18" charset="0"/>
              </a:rPr>
              <a:t> Example:</a:t>
            </a:r>
          </a:p>
          <a:p>
            <a:pPr algn="just">
              <a:lnSpc>
                <a:spcPct val="150000"/>
              </a:lnSpc>
            </a:pPr>
            <a:r>
              <a:rPr lang="en-US" altLang="en-US" b="1" i="1" dirty="0" smtClean="0">
                <a:solidFill>
                  <a:schemeClr val="tx1"/>
                </a:solidFill>
                <a:latin typeface="Times New Roman" panose="02020603050405020304" pitchFamily="18" charset="0"/>
                <a:cs typeface="Times New Roman" panose="02020603050405020304" pitchFamily="18" charset="0"/>
              </a:rPr>
              <a:t>   Difference equation:</a:t>
            </a:r>
            <a:endParaRPr lang="en-US" altLang="en-US" b="1" dirty="0" smtClean="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altLang="en-US" b="1" i="1" dirty="0" smtClean="0">
                <a:solidFill>
                  <a:schemeClr val="tx1"/>
                </a:solidFill>
                <a:latin typeface="Times New Roman" panose="02020603050405020304" pitchFamily="18" charset="0"/>
                <a:cs typeface="Times New Roman" panose="02020603050405020304" pitchFamily="18" charset="0"/>
              </a:rPr>
              <a:t>   Z-transform:</a:t>
            </a:r>
            <a:endParaRPr lang="en-US" altLang="en-US" dirty="0" smtClean="0">
              <a:solidFill>
                <a:schemeClr val="tx1"/>
              </a:solidFill>
              <a:latin typeface="Times New Roman" panose="02020603050405020304" pitchFamily="18" charset="0"/>
              <a:cs typeface="Times New Roman" panose="02020603050405020304" pitchFamily="18" charset="0"/>
            </a:endParaRPr>
          </a:p>
          <a:p>
            <a:pPr algn="just">
              <a:lnSpc>
                <a:spcPct val="150000"/>
              </a:lnSpc>
            </a:pPr>
            <a:r>
              <a:rPr lang="en-US" altLang="en-US" b="1" i="1" dirty="0" smtClean="0">
                <a:solidFill>
                  <a:schemeClr val="tx1"/>
                </a:solidFill>
                <a:latin typeface="Times New Roman" panose="02020603050405020304" pitchFamily="18" charset="0"/>
                <a:cs typeface="Times New Roman" panose="02020603050405020304" pitchFamily="18" charset="0"/>
              </a:rPr>
              <a:t>  Transfer function:</a:t>
            </a:r>
            <a:endParaRPr lang="en-US" dirty="0" smtClean="0">
              <a:solidFill>
                <a:schemeClr val="tx1"/>
              </a:solidFill>
              <a:latin typeface="Times New Roman" panose="02020603050405020304" pitchFamily="18" charset="0"/>
              <a:cs typeface="Times New Roman" panose="02020603050405020304" pitchFamily="18" charset="0"/>
            </a:endParaRPr>
          </a:p>
          <a:p>
            <a:pPr>
              <a:buNone/>
            </a:pPr>
            <a:r>
              <a:rPr lang="en-US" dirty="0" smtClean="0"/>
              <a:t/>
            </a:r>
            <a:br>
              <a:rPr lang="en-US" dirty="0" smtClean="0"/>
            </a:br>
            <a:endParaRPr lang="el-GR" altLang="en-US" dirty="0">
              <a:solidFill>
                <a:schemeClr val="tx1"/>
              </a:solidFill>
              <a:latin typeface="Times New Roman" panose="02020603050405020304" pitchFamily="18" charset="0"/>
              <a:cs typeface="Times New Roman" panose="02020603050405020304" pitchFamily="18" charset="0"/>
            </a:endParaRPr>
          </a:p>
          <a:p>
            <a:pPr algn="l" rtl="0" eaLnBrk="1" hangingPunct="1">
              <a:lnSpc>
                <a:spcPct val="90000"/>
              </a:lnSpc>
            </a:pPr>
            <a:endParaRPr lang="el-GR" altLang="en-US" dirty="0"/>
          </a:p>
        </p:txBody>
      </p:sp>
      <p:sp>
        <p:nvSpPr>
          <p:cNvPr id="13"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36</a:t>
            </a:fld>
            <a:endParaRPr lang="en-US" dirty="0"/>
          </a:p>
        </p:txBody>
      </p:sp>
      <p:sp>
        <p:nvSpPr>
          <p:cNvPr id="8" name="Rectangle 7">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9" name="Rectangle 8">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 name="Round Same Side Corner Rectangle 9">
            <a:extLst>
              <a:ext uri="{FF2B5EF4-FFF2-40B4-BE49-F238E27FC236}">
                <a16:creationId xmlns="" xmlns:a16="http://schemas.microsoft.com/office/drawing/2014/main" id="{8A6BC258-CB3E-4E0E-B1D1-9047C9F2B835}"/>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SIGNAL PROCESSING</a:t>
            </a:r>
          </a:p>
        </p:txBody>
      </p:sp>
      <p:pic>
        <p:nvPicPr>
          <p:cNvPr id="11" name="Picture 10" descr="C:\Users\Subhasis\Desktop\logo nit.png">
            <a:extLst>
              <a:ext uri="{FF2B5EF4-FFF2-40B4-BE49-F238E27FC236}">
                <a16:creationId xmlns="" xmlns:a16="http://schemas.microsoft.com/office/drawing/2014/main" id="{5116B812-EA80-4389-AD60-4B34C4CA7472}"/>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4" name="TextBox 13">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graphicFrame>
        <p:nvGraphicFramePr>
          <p:cNvPr id="12" name="Object 11"/>
          <p:cNvGraphicFramePr>
            <a:graphicFrameLocks noChangeAspect="1"/>
          </p:cNvGraphicFramePr>
          <p:nvPr/>
        </p:nvGraphicFramePr>
        <p:xfrm>
          <a:off x="3352800" y="3886200"/>
          <a:ext cx="3048000" cy="304800"/>
        </p:xfrm>
        <a:graphic>
          <a:graphicData uri="http://schemas.openxmlformats.org/presentationml/2006/ole">
            <p:oleObj spid="_x0000_s109737" name="Equation" r:id="rId4" imgW="2476500" imgH="203200" progId="Equation.DSMT4">
              <p:embed/>
            </p:oleObj>
          </a:graphicData>
        </a:graphic>
      </p:graphicFrame>
      <p:graphicFrame>
        <p:nvGraphicFramePr>
          <p:cNvPr id="15" name="Object 14"/>
          <p:cNvGraphicFramePr>
            <a:graphicFrameLocks noChangeAspect="1"/>
          </p:cNvGraphicFramePr>
          <p:nvPr/>
        </p:nvGraphicFramePr>
        <p:xfrm>
          <a:off x="2514600" y="4419600"/>
          <a:ext cx="3429000" cy="381000"/>
        </p:xfrm>
        <a:graphic>
          <a:graphicData uri="http://schemas.openxmlformats.org/presentationml/2006/ole">
            <p:oleObj spid="_x0000_s109738" name="Equation" r:id="rId5" imgW="2565400" imgH="228600" progId="Equation.DSMT4">
              <p:embed/>
            </p:oleObj>
          </a:graphicData>
        </a:graphic>
      </p:graphicFrame>
      <p:graphicFrame>
        <p:nvGraphicFramePr>
          <p:cNvPr id="16" name="Object 15"/>
          <p:cNvGraphicFramePr>
            <a:graphicFrameLocks noChangeAspect="1"/>
          </p:cNvGraphicFramePr>
          <p:nvPr/>
        </p:nvGraphicFramePr>
        <p:xfrm>
          <a:off x="3048000" y="4953000"/>
          <a:ext cx="2590800" cy="609600"/>
        </p:xfrm>
        <a:graphic>
          <a:graphicData uri="http://schemas.openxmlformats.org/presentationml/2006/ole">
            <p:oleObj spid="_x0000_s109739" name="Equation" r:id="rId6" imgW="1726451" imgH="444307" progId="Equation.DSMT4">
              <p:embed/>
            </p:oleObj>
          </a:graphicData>
        </a:graphic>
      </p:graphicFrame>
    </p:spTree>
    <p:extLst>
      <p:ext uri="{BB962C8B-B14F-4D97-AF65-F5344CB8AC3E}">
        <p14:creationId xmlns:p14="http://schemas.microsoft.com/office/powerpoint/2010/main" xmlns="" val="2592952866"/>
      </p:ext>
    </p:extLst>
  </p:cSld>
  <p:clrMapOvr>
    <a:masterClrMapping/>
  </p:clrMapOvr>
  <p:transition>
    <p:pull dir="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latin typeface="Calibri" panose="020F0502020204030204" pitchFamily="34" charset="0"/>
                <a:cs typeface="Times New Roman" panose="02020603050405020304" pitchFamily="18" charset="0"/>
              </a:rPr>
              <a:t>References</a:t>
            </a:r>
            <a:endParaRPr lang="en-US" sz="4400" dirty="0">
              <a:latin typeface="Calibri" panose="020F0502020204030204" pitchFamily="34" charset="0"/>
            </a:endParaRPr>
          </a:p>
        </p:txBody>
      </p:sp>
      <p:sp>
        <p:nvSpPr>
          <p:cNvPr id="3" name="Content Placeholder 2"/>
          <p:cNvSpPr>
            <a:spLocks noGrp="1"/>
          </p:cNvSpPr>
          <p:nvPr>
            <p:ph idx="1"/>
          </p:nvPr>
        </p:nvSpPr>
        <p:spPr>
          <a:xfrm>
            <a:off x="817098" y="2007177"/>
            <a:ext cx="8168641" cy="4023360"/>
          </a:xfrm>
        </p:spPr>
        <p:txBody>
          <a:bodyPr/>
          <a:lstStyle/>
          <a:p>
            <a:pPr marL="342900" indent="-342900" algn="just">
              <a:buClr>
                <a:schemeClr val="accent1">
                  <a:lumMod val="50000"/>
                </a:schemeClr>
              </a:buClr>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Proakis, John G. </a:t>
            </a:r>
            <a:r>
              <a:rPr lang="en-US" i="1" dirty="0">
                <a:solidFill>
                  <a:schemeClr val="tx1"/>
                </a:solidFill>
                <a:latin typeface="Times New Roman" panose="02020603050405020304" pitchFamily="18" charset="0"/>
                <a:cs typeface="Times New Roman" panose="02020603050405020304" pitchFamily="18" charset="0"/>
              </a:rPr>
              <a:t>Digital signal processing: principles algorithms and applications</a:t>
            </a:r>
            <a:r>
              <a:rPr lang="en-US" dirty="0">
                <a:solidFill>
                  <a:schemeClr val="tx1"/>
                </a:solidFill>
                <a:latin typeface="Times New Roman" panose="02020603050405020304" pitchFamily="18" charset="0"/>
                <a:cs typeface="Times New Roman" panose="02020603050405020304" pitchFamily="18" charset="0"/>
              </a:rPr>
              <a:t>. Pearson Education India, 2001</a:t>
            </a:r>
            <a:r>
              <a:rPr lang="en-US" dirty="0" smtClean="0">
                <a:solidFill>
                  <a:schemeClr val="tx1"/>
                </a:solidFill>
                <a:latin typeface="Times New Roman" panose="02020603050405020304" pitchFamily="18" charset="0"/>
                <a:cs typeface="Times New Roman" panose="02020603050405020304" pitchFamily="18" charset="0"/>
              </a:rPr>
              <a:t>.</a:t>
            </a:r>
          </a:p>
          <a:p>
            <a:pPr marL="342900" indent="-342900" algn="just">
              <a:buClr>
                <a:schemeClr val="accent1">
                  <a:lumMod val="50000"/>
                </a:schemeClr>
              </a:buClr>
              <a:buFont typeface="+mj-lt"/>
              <a:buAutoNum type="arabicPeriod"/>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accent1">
                  <a:lumMod val="50000"/>
                </a:schemeClr>
              </a:buClr>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Oppenheim Alan, V., et al. </a:t>
            </a:r>
            <a:r>
              <a:rPr lang="en-US" i="1" dirty="0">
                <a:solidFill>
                  <a:schemeClr val="tx1"/>
                </a:solidFill>
                <a:latin typeface="Times New Roman" panose="02020603050405020304" pitchFamily="18" charset="0"/>
                <a:cs typeface="Times New Roman" panose="02020603050405020304" pitchFamily="18" charset="0"/>
              </a:rPr>
              <a:t>Signals and systems.</a:t>
            </a:r>
            <a:r>
              <a:rPr lang="en-US" dirty="0">
                <a:solidFill>
                  <a:schemeClr val="tx1"/>
                </a:solidFill>
                <a:latin typeface="Times New Roman" panose="02020603050405020304" pitchFamily="18" charset="0"/>
                <a:cs typeface="Times New Roman" panose="02020603050405020304" pitchFamily="18" charset="0"/>
              </a:rPr>
              <a:t> ISBN-10, Pearson press, USA (1996).</a:t>
            </a:r>
          </a:p>
        </p:txBody>
      </p:sp>
      <p:sp>
        <p:nvSpPr>
          <p:cNvPr id="10"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37</a:t>
            </a:fld>
            <a:endParaRPr lang="en-US" dirty="0"/>
          </a:p>
        </p:txBody>
      </p:sp>
      <p:sp>
        <p:nvSpPr>
          <p:cNvPr id="6" name="Rectangle 5">
            <a:extLst>
              <a:ext uri="{FF2B5EF4-FFF2-40B4-BE49-F238E27FC236}">
                <a16:creationId xmlns="" xmlns:a16="http://schemas.microsoft.com/office/drawing/2014/main" id="{F88EBF38-D831-43A5-9E94-B5758395CB30}"/>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1AD14010-7BB7-490E-A2E1-9A2BFB537B0B}"/>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pic>
        <p:nvPicPr>
          <p:cNvPr id="8" name="Picture 7"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9" name="Round Same Side Corner Rectangle 8">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dirty="0">
                <a:ln w="12700">
                  <a:solidFill>
                    <a:schemeClr val="dk1"/>
                  </a:solidFill>
                </a:ln>
                <a:solidFill>
                  <a:schemeClr val="tx1"/>
                </a:solidFill>
              </a:rPr>
              <a:t>SIGNAL PROCESSING</a:t>
            </a:r>
          </a:p>
        </p:txBody>
      </p:sp>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Tree>
    <p:extLst>
      <p:ext uri="{BB962C8B-B14F-4D97-AF65-F5344CB8AC3E}">
        <p14:creationId xmlns:p14="http://schemas.microsoft.com/office/powerpoint/2010/main" xmlns="" val="282369798"/>
      </p:ext>
    </p:extLst>
  </p:cSld>
  <p:clrMapOvr>
    <a:masterClrMapping/>
  </p:clrMapOvr>
  <p:transition>
    <p:pull dir="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chemeClr val="tx1"/>
                </a:solidFill>
                <a:latin typeface="Calibri" pitchFamily="34" charset="0"/>
                <a:cs typeface="Times New Roman" panose="02020603050405020304" pitchFamily="18" charset="0"/>
              </a:rPr>
              <a:t>                    Description </a:t>
            </a:r>
            <a:r>
              <a:rPr lang="en-US" sz="3200" b="1" dirty="0">
                <a:solidFill>
                  <a:schemeClr val="tx1"/>
                </a:solidFill>
                <a:latin typeface="Calibri" pitchFamily="34" charset="0"/>
                <a:cs typeface="Times New Roman" panose="02020603050405020304" pitchFamily="18" charset="0"/>
              </a:rPr>
              <a:t>of </a:t>
            </a:r>
            <a:r>
              <a:rPr lang="en-US" sz="3200" b="1" dirty="0" smtClean="0">
                <a:solidFill>
                  <a:schemeClr val="tx1"/>
                </a:solidFill>
                <a:latin typeface="Calibri" pitchFamily="34" charset="0"/>
                <a:cs typeface="Times New Roman" panose="02020603050405020304" pitchFamily="18" charset="0"/>
              </a:rPr>
              <a:t>course-IV</a:t>
            </a:r>
            <a:endParaRPr lang="en-IN" sz="3200" dirty="0"/>
          </a:p>
        </p:txBody>
      </p:sp>
      <p:sp>
        <p:nvSpPr>
          <p:cNvPr id="3" name="Content Placeholder 2"/>
          <p:cNvSpPr>
            <a:spLocks noGrp="1"/>
          </p:cNvSpPr>
          <p:nvPr>
            <p:ph idx="1"/>
          </p:nvPr>
        </p:nvSpPr>
        <p:spPr/>
        <p:txBody>
          <a:bodyPr/>
          <a:lstStyle/>
          <a:p>
            <a:pPr marL="2062163" lvl="0" indent="-2062163" algn="ctr">
              <a:lnSpc>
                <a:spcPct val="100000"/>
              </a:lnSpc>
              <a:spcBef>
                <a:spcPct val="0"/>
              </a:spcBef>
              <a:spcAft>
                <a:spcPts val="0"/>
              </a:spcAft>
              <a:buClrTx/>
              <a:buSzTx/>
              <a:buNone/>
              <a:defRPr/>
            </a:pPr>
            <a:endParaRPr lang="en-US" dirty="0" smtClean="0"/>
          </a:p>
          <a:p>
            <a:pPr marL="2062163" lvl="0" indent="-2062163" algn="ctr">
              <a:lnSpc>
                <a:spcPct val="100000"/>
              </a:lnSpc>
              <a:spcBef>
                <a:spcPct val="0"/>
              </a:spcBef>
              <a:spcAft>
                <a:spcPts val="0"/>
              </a:spcAft>
              <a:buClrTx/>
              <a:buSzTx/>
              <a:buNone/>
              <a:defRPr/>
            </a:pPr>
            <a:endParaRPr lang="en-US" sz="3200" b="1" kern="0" dirty="0">
              <a:solidFill>
                <a:schemeClr val="tx1"/>
              </a:solidFill>
              <a:effectLst>
                <a:outerShdw blurRad="38100" dist="38100" dir="2700000" algn="tl">
                  <a:srgbClr val="000000">
                    <a:alpha val="43137"/>
                  </a:srgbClr>
                </a:outerShdw>
              </a:effectLst>
              <a:cs typeface="Times New Roman" panose="02020603050405020304" pitchFamily="18" charset="0"/>
            </a:endParaRPr>
          </a:p>
          <a:p>
            <a:pPr marL="201168" lvl="1" indent="0">
              <a:buNone/>
            </a:pPr>
            <a:r>
              <a:rPr lang="en-US" sz="3000" b="1" kern="0" dirty="0" smtClean="0">
                <a:solidFill>
                  <a:schemeClr val="tx1"/>
                </a:solidFill>
                <a:latin typeface="Calibri" pitchFamily="34" charset="0"/>
                <a:cs typeface="Times New Roman" panose="02020603050405020304" pitchFamily="18" charset="0"/>
              </a:rPr>
              <a:t>       EC 538</a:t>
            </a:r>
            <a:r>
              <a:rPr lang="en-US" sz="3000" b="1" dirty="0" smtClean="0">
                <a:solidFill>
                  <a:schemeClr val="tx1"/>
                </a:solidFill>
                <a:latin typeface="Calibri" pitchFamily="34" charset="0"/>
                <a:cs typeface="Times New Roman" panose="02020603050405020304" pitchFamily="18" charset="0"/>
              </a:rPr>
              <a:t>: Advanced Digital Communication</a:t>
            </a:r>
            <a:endParaRPr lang="en-US" sz="3000" b="1" kern="0" dirty="0">
              <a:solidFill>
                <a:schemeClr val="tx1"/>
              </a:solidFill>
              <a:latin typeface="Calibri" pitchFamily="34" charset="0"/>
              <a:cs typeface="Times New Roman" panose="02020603050405020304" pitchFamily="18" charset="0"/>
            </a:endParaRPr>
          </a:p>
          <a:p>
            <a:pPr marL="1028700" lvl="1" indent="-540000" algn="just">
              <a:buNone/>
            </a:pPr>
            <a:r>
              <a:rPr lang="en-US" sz="3000" b="1" kern="0" dirty="0">
                <a:solidFill>
                  <a:schemeClr val="accent4">
                    <a:lumMod val="50000"/>
                  </a:schemeClr>
                </a:solidFill>
                <a:effectLst>
                  <a:outerShdw blurRad="38100" dist="38100" dir="2700000" algn="tl">
                    <a:srgbClr val="000000">
                      <a:alpha val="43137"/>
                    </a:srgbClr>
                  </a:outerShdw>
                </a:effectLst>
                <a:cs typeface="Times New Roman" panose="02020603050405020304" pitchFamily="18" charset="0"/>
              </a:rPr>
              <a:t>   </a:t>
            </a:r>
            <a:r>
              <a:rPr lang="en-US" sz="3000" b="1" kern="0" dirty="0" smtClean="0">
                <a:solidFill>
                  <a:schemeClr val="accent4">
                    <a:lumMod val="50000"/>
                  </a:schemeClr>
                </a:solidFill>
                <a:effectLst>
                  <a:outerShdw blurRad="38100" dist="38100" dir="2700000" algn="tl">
                    <a:srgbClr val="000000">
                      <a:alpha val="43137"/>
                    </a:srgbClr>
                  </a:outerShdw>
                </a:effectLst>
                <a:cs typeface="Times New Roman" panose="02020603050405020304" pitchFamily="18" charset="0"/>
              </a:rPr>
              <a:t> </a:t>
            </a:r>
            <a:r>
              <a:rPr lang="en-IN" sz="2400" dirty="0" smtClean="0">
                <a:solidFill>
                  <a:schemeClr val="tx1"/>
                </a:solidFill>
                <a:latin typeface="Calibri" pitchFamily="34" charset="0"/>
                <a:cs typeface="Times New Roman" panose="02020603050405020304" pitchFamily="18" charset="0"/>
              </a:rPr>
              <a:t>Course Instructor:</a:t>
            </a:r>
          </a:p>
          <a:p>
            <a:pPr marL="1028700" lvl="1" indent="-540000" algn="just">
              <a:buNone/>
            </a:pPr>
            <a:r>
              <a:rPr lang="en-IN" sz="2400" dirty="0">
                <a:solidFill>
                  <a:schemeClr val="tx1"/>
                </a:solidFill>
                <a:latin typeface="Calibri" pitchFamily="34" charset="0"/>
                <a:cs typeface="Times New Roman" panose="02020603050405020304" pitchFamily="18" charset="0"/>
              </a:rPr>
              <a:t> </a:t>
            </a:r>
            <a:r>
              <a:rPr lang="en-IN" sz="2400" dirty="0" smtClean="0">
                <a:solidFill>
                  <a:schemeClr val="tx1"/>
                </a:solidFill>
                <a:latin typeface="Calibri" pitchFamily="34" charset="0"/>
                <a:cs typeface="Times New Roman" panose="02020603050405020304" pitchFamily="18" charset="0"/>
              </a:rPr>
              <a:t>    Dr</a:t>
            </a:r>
            <a:r>
              <a:rPr lang="en-IN" sz="2400" dirty="0">
                <a:solidFill>
                  <a:schemeClr val="tx1"/>
                </a:solidFill>
                <a:latin typeface="Calibri" pitchFamily="34" charset="0"/>
                <a:cs typeface="Times New Roman" panose="02020603050405020304" pitchFamily="18" charset="0"/>
              </a:rPr>
              <a:t>. </a:t>
            </a:r>
            <a:r>
              <a:rPr lang="en-IN" sz="2400" dirty="0" smtClean="0">
                <a:solidFill>
                  <a:schemeClr val="tx1"/>
                </a:solidFill>
                <a:latin typeface="Calibri" pitchFamily="34" charset="0"/>
                <a:cs typeface="Times New Roman" panose="02020603050405020304" pitchFamily="18" charset="0"/>
              </a:rPr>
              <a:t>A.Hossain, </a:t>
            </a:r>
            <a:r>
              <a:rPr lang="en-IN" sz="2400" dirty="0">
                <a:solidFill>
                  <a:schemeClr val="tx1"/>
                </a:solidFill>
                <a:latin typeface="Calibri" pitchFamily="34" charset="0"/>
                <a:cs typeface="Times New Roman" panose="02020603050405020304" pitchFamily="18" charset="0"/>
              </a:rPr>
              <a:t>Assistant professor, </a:t>
            </a:r>
            <a:endParaRPr lang="en-IN" sz="2400" dirty="0" smtClean="0">
              <a:solidFill>
                <a:schemeClr val="tx1"/>
              </a:solidFill>
              <a:latin typeface="Calibri" pitchFamily="34" charset="0"/>
              <a:cs typeface="Times New Roman" panose="02020603050405020304" pitchFamily="18" charset="0"/>
            </a:endParaRPr>
          </a:p>
          <a:p>
            <a:pPr marL="1028700" lvl="1" indent="-540000" algn="just">
              <a:buNone/>
            </a:pPr>
            <a:r>
              <a:rPr lang="en-IN" sz="2400" dirty="0">
                <a:solidFill>
                  <a:schemeClr val="tx1"/>
                </a:solidFill>
                <a:latin typeface="Calibri" pitchFamily="34" charset="0"/>
                <a:cs typeface="Times New Roman" panose="02020603050405020304" pitchFamily="18" charset="0"/>
              </a:rPr>
              <a:t> </a:t>
            </a:r>
            <a:r>
              <a:rPr lang="en-IN" sz="2400" dirty="0" smtClean="0">
                <a:solidFill>
                  <a:schemeClr val="tx1"/>
                </a:solidFill>
                <a:latin typeface="Calibri" pitchFamily="34" charset="0"/>
                <a:cs typeface="Times New Roman" panose="02020603050405020304" pitchFamily="18" charset="0"/>
              </a:rPr>
              <a:t>    Dept</a:t>
            </a:r>
            <a:r>
              <a:rPr lang="en-IN" sz="2400" dirty="0">
                <a:solidFill>
                  <a:schemeClr val="tx1"/>
                </a:solidFill>
                <a:latin typeface="Calibri" pitchFamily="34" charset="0"/>
                <a:cs typeface="Times New Roman" panose="02020603050405020304" pitchFamily="18" charset="0"/>
              </a:rPr>
              <a:t>. of Electronics and Communication </a:t>
            </a:r>
            <a:r>
              <a:rPr lang="en-IN" sz="2400" dirty="0" smtClean="0">
                <a:solidFill>
                  <a:schemeClr val="tx1"/>
                </a:solidFill>
                <a:latin typeface="Calibri" pitchFamily="34" charset="0"/>
                <a:cs typeface="Times New Roman" panose="02020603050405020304" pitchFamily="18" charset="0"/>
              </a:rPr>
              <a:t>Engineering</a:t>
            </a:r>
            <a:endParaRPr lang="en-IN" sz="2400" dirty="0">
              <a:solidFill>
                <a:schemeClr val="tx1"/>
              </a:solidFill>
              <a:latin typeface="Calibri" pitchFamily="34" charset="0"/>
              <a:cs typeface="Times New Roman" panose="02020603050405020304" pitchFamily="18" charset="0"/>
            </a:endParaRPr>
          </a:p>
          <a:p>
            <a:pPr marL="2062163" lvl="0" indent="-2062163" algn="ctr">
              <a:lnSpc>
                <a:spcPct val="100000"/>
              </a:lnSpc>
              <a:spcBef>
                <a:spcPct val="0"/>
              </a:spcBef>
              <a:spcAft>
                <a:spcPts val="0"/>
              </a:spcAft>
              <a:buClrTx/>
              <a:buSzTx/>
              <a:buNone/>
              <a:defRPr/>
            </a:pPr>
            <a:endParaRPr lang="en-US" altLang="en-US" sz="3200" b="1" dirty="0" smtClean="0">
              <a:solidFill>
                <a:schemeClr val="tx1"/>
              </a:solidFill>
              <a:cs typeface="Calibri" panose="020F0502020204030204" pitchFamily="34" charset="0"/>
            </a:endParaRPr>
          </a:p>
          <a:p>
            <a:pPr marL="2062163" lvl="0" indent="-2062163" algn="ctr">
              <a:lnSpc>
                <a:spcPct val="100000"/>
              </a:lnSpc>
              <a:spcBef>
                <a:spcPct val="0"/>
              </a:spcBef>
              <a:spcAft>
                <a:spcPts val="0"/>
              </a:spcAft>
              <a:buClrTx/>
              <a:buSzTx/>
              <a:buNone/>
              <a:defRPr/>
            </a:pPr>
            <a:endParaRPr lang="en-US" sz="3200" b="1" dirty="0">
              <a:solidFill>
                <a:schemeClr val="tx1"/>
              </a:solidFill>
              <a:cs typeface="Times New Roman" pitchFamily="18" charset="0"/>
            </a:endParaRPr>
          </a:p>
          <a:p>
            <a:endParaRPr lang="en-IN" dirty="0"/>
          </a:p>
          <a:p>
            <a:pPr marL="0" indent="0">
              <a:buNone/>
            </a:pPr>
            <a:endParaRPr lang="en-US" dirty="0">
              <a:ln w="12700">
                <a:solidFill>
                  <a:schemeClr val="dk1"/>
                </a:solidFill>
              </a:ln>
              <a:solidFill>
                <a:schemeClr val="tx1"/>
              </a:solidFill>
            </a:endParaRPr>
          </a:p>
          <a:p>
            <a:endParaRPr lang="en-US" dirty="0" smtClean="0"/>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dirty="0"/>
          </a:p>
        </p:txBody>
      </p:sp>
      <p:sp>
        <p:nvSpPr>
          <p:cNvPr id="6" name="TextBox 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8" name="Round Same Side Corner Rectangle 7">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spTree>
    <p:extLst>
      <p:ext uri="{BB962C8B-B14F-4D97-AF65-F5344CB8AC3E}">
        <p14:creationId xmlns:p14="http://schemas.microsoft.com/office/powerpoint/2010/main" xmlns="" val="2363970685"/>
      </p:ext>
    </p:extLst>
  </p:cSld>
  <p:clrMapOvr>
    <a:masterClrMapping/>
  </p:clrMapOvr>
  <p:transition>
    <p:pull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smtClean="0">
                <a:solidFill>
                  <a:schemeClr val="tx1"/>
                </a:solidFill>
                <a:latin typeface="+mn-lt"/>
              </a:rPr>
              <a:t>Content</a:t>
            </a:r>
            <a:endParaRPr lang="en-IN" sz="4400" b="1" dirty="0">
              <a:solidFill>
                <a:schemeClr val="tx1"/>
              </a:solidFill>
              <a:latin typeface="+mn-lt"/>
            </a:endParaRP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smtClean="0">
                <a:solidFill>
                  <a:schemeClr val="tx1"/>
                </a:solidFill>
                <a:ea typeface="Tahoma" panose="020B0604030504040204" pitchFamily="34" charset="0"/>
                <a:cs typeface="Times New Roman" panose="02020603050405020304" pitchFamily="18" charset="0"/>
              </a:rPr>
              <a:t> </a:t>
            </a:r>
            <a:r>
              <a:rPr lang="en-US" sz="2400" dirty="0" smtClean="0">
                <a:solidFill>
                  <a:schemeClr val="tx1"/>
                </a:solidFill>
                <a:ea typeface="Tahoma" panose="020B0604030504040204" pitchFamily="34" charset="0"/>
                <a:cs typeface="Times New Roman" panose="02020603050405020304" pitchFamily="18" charset="0"/>
              </a:rPr>
              <a:t>Elements </a:t>
            </a:r>
            <a:r>
              <a:rPr lang="en-US" sz="2400" dirty="0">
                <a:solidFill>
                  <a:schemeClr val="tx1"/>
                </a:solidFill>
                <a:ea typeface="Tahoma" panose="020B0604030504040204" pitchFamily="34" charset="0"/>
                <a:cs typeface="Times New Roman" panose="02020603050405020304" pitchFamily="18" charset="0"/>
              </a:rPr>
              <a:t>of a digital communication system</a:t>
            </a:r>
          </a:p>
          <a:p>
            <a:pPr>
              <a:buFont typeface="Wingdings" panose="05000000000000000000" pitchFamily="2" charset="2"/>
              <a:buChar char="q"/>
            </a:pPr>
            <a:r>
              <a:rPr lang="en-US" sz="2400" dirty="0" smtClean="0">
                <a:solidFill>
                  <a:schemeClr val="tx1"/>
                </a:solidFill>
                <a:cs typeface="Times New Roman" panose="02020603050405020304" pitchFamily="18" charset="0"/>
              </a:rPr>
              <a:t> Error function and Q function</a:t>
            </a:r>
            <a:endParaRPr lang="en-US" sz="2400" dirty="0">
              <a:solidFill>
                <a:schemeClr val="tx1"/>
              </a:solidFill>
              <a:cs typeface="Times New Roman" panose="02020603050405020304" pitchFamily="18" charset="0"/>
            </a:endParaRPr>
          </a:p>
          <a:p>
            <a:pPr>
              <a:buFont typeface="Wingdings" panose="05000000000000000000" pitchFamily="2" charset="2"/>
              <a:buChar char="q"/>
            </a:pPr>
            <a:r>
              <a:rPr lang="en-US" sz="2400" dirty="0" smtClean="0">
                <a:solidFill>
                  <a:schemeClr val="tx1"/>
                </a:solidFill>
                <a:cs typeface="Times New Roman" panose="02020603050405020304" pitchFamily="18" charset="0"/>
              </a:rPr>
              <a:t> Detection </a:t>
            </a:r>
            <a:r>
              <a:rPr lang="en-US" sz="2400" dirty="0">
                <a:solidFill>
                  <a:schemeClr val="tx1"/>
                </a:solidFill>
                <a:cs typeface="Times New Roman" panose="02020603050405020304" pitchFamily="18" charset="0"/>
              </a:rPr>
              <a:t>error of different encoding scheme</a:t>
            </a:r>
          </a:p>
          <a:p>
            <a:pPr>
              <a:buFont typeface="Wingdings" panose="05000000000000000000" pitchFamily="2" charset="2"/>
              <a:buChar char="q"/>
            </a:pPr>
            <a:r>
              <a:rPr lang="en-US" sz="2400" dirty="0" smtClean="0">
                <a:solidFill>
                  <a:schemeClr val="tx1"/>
                </a:solidFill>
                <a:cs typeface="Times New Roman" panose="02020603050405020304" pitchFamily="18" charset="0"/>
              </a:rPr>
              <a:t> Matched </a:t>
            </a:r>
            <a:r>
              <a:rPr lang="en-US" sz="2400" dirty="0">
                <a:solidFill>
                  <a:schemeClr val="tx1"/>
                </a:solidFill>
                <a:cs typeface="Times New Roman" panose="02020603050405020304" pitchFamily="18" charset="0"/>
              </a:rPr>
              <a:t>filter</a:t>
            </a:r>
          </a:p>
          <a:p>
            <a:pPr>
              <a:buFont typeface="Wingdings" panose="05000000000000000000" pitchFamily="2" charset="2"/>
              <a:buChar char="q"/>
            </a:pPr>
            <a:r>
              <a:rPr lang="en-US" sz="2400" dirty="0" smtClean="0">
                <a:solidFill>
                  <a:schemeClr val="tx1"/>
                </a:solidFill>
                <a:cs typeface="Times New Roman" panose="02020603050405020304" pitchFamily="18" charset="0"/>
              </a:rPr>
              <a:t> Optimum </a:t>
            </a:r>
            <a:r>
              <a:rPr lang="en-US" sz="2400" dirty="0">
                <a:solidFill>
                  <a:schemeClr val="tx1"/>
                </a:solidFill>
                <a:cs typeface="Times New Roman" panose="02020603050405020304" pitchFamily="18" charset="0"/>
              </a:rPr>
              <a:t>linear detection</a:t>
            </a:r>
          </a:p>
          <a:p>
            <a:pPr>
              <a:buFont typeface="Wingdings" panose="05000000000000000000" pitchFamily="2" charset="2"/>
              <a:buChar char="q"/>
            </a:pPr>
            <a:r>
              <a:rPr lang="en-US" sz="2400" dirty="0" smtClean="0">
                <a:solidFill>
                  <a:schemeClr val="tx1"/>
                </a:solidFill>
                <a:cs typeface="Times New Roman" panose="02020603050405020304" pitchFamily="18" charset="0"/>
              </a:rPr>
              <a:t> Probability </a:t>
            </a:r>
            <a:r>
              <a:rPr lang="en-US" sz="2400" dirty="0">
                <a:solidFill>
                  <a:schemeClr val="tx1"/>
                </a:solidFill>
                <a:cs typeface="Times New Roman" panose="02020603050405020304" pitchFamily="18" charset="0"/>
              </a:rPr>
              <a:t>of error for different modulation scheme</a:t>
            </a:r>
          </a:p>
          <a:p>
            <a:pPr>
              <a:buFont typeface="Wingdings" panose="05000000000000000000" pitchFamily="2" charset="2"/>
              <a:buChar char="q"/>
            </a:pPr>
            <a:r>
              <a:rPr lang="en-US" sz="2400" dirty="0" smtClean="0">
                <a:solidFill>
                  <a:schemeClr val="tx1"/>
                </a:solidFill>
                <a:cs typeface="Times New Roman" panose="02020603050405020304" pitchFamily="18" charset="0"/>
              </a:rPr>
              <a:t> Non </a:t>
            </a:r>
            <a:r>
              <a:rPr lang="en-US" sz="2400" dirty="0">
                <a:solidFill>
                  <a:schemeClr val="tx1"/>
                </a:solidFill>
                <a:cs typeface="Times New Roman" panose="02020603050405020304" pitchFamily="18" charset="0"/>
              </a:rPr>
              <a:t>coherent </a:t>
            </a:r>
            <a:r>
              <a:rPr lang="en-US" sz="2400" dirty="0" smtClean="0">
                <a:solidFill>
                  <a:schemeClr val="tx1"/>
                </a:solidFill>
                <a:cs typeface="Times New Roman" panose="02020603050405020304" pitchFamily="18" charset="0"/>
              </a:rPr>
              <a:t>detection</a:t>
            </a:r>
            <a:endParaRPr lang="en-US" sz="2400" dirty="0">
              <a:solidFill>
                <a:schemeClr val="tx1"/>
              </a:solidFill>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9" name="TextBox 8">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3998537568"/>
      </p:ext>
    </p:extLst>
  </p:cSld>
  <p:clrMapOvr>
    <a:masterClrMapping/>
  </p:clrMapOvr>
  <p:transition>
    <p:pull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chemeClr val="tx1"/>
                </a:solidFill>
                <a:latin typeface="+mn-lt"/>
                <a:ea typeface="Tahoma" panose="020B0604030504040204" pitchFamily="34" charset="0"/>
                <a:cs typeface="Times New Roman" panose="02020603050405020304" pitchFamily="18" charset="0"/>
              </a:rPr>
              <a:t>Elements of a digital communication system</a:t>
            </a:r>
            <a:endParaRPr lang="en-IN" sz="3200" b="1" dirty="0">
              <a:solidFill>
                <a:schemeClr val="tx1"/>
              </a:solidFill>
              <a:latin typeface="+mn-lt"/>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dirty="0"/>
          </a:p>
        </p:txBody>
      </p:sp>
      <p:pic>
        <p:nvPicPr>
          <p:cNvPr id="6" name="Content Placeholder 3">
            <a:extLst>
              <a:ext uri="{FF2B5EF4-FFF2-40B4-BE49-F238E27FC236}">
                <a16:creationId xmlns:a16="http://schemas.microsoft.com/office/drawing/2014/main" xmlns="" id="{CEB0A800-3674-4DED-8CDB-33DBAAD8D3EE}"/>
              </a:ext>
            </a:extLst>
          </p:cNvPr>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822960" y="1742566"/>
            <a:ext cx="7543800" cy="4325937"/>
          </a:xfrm>
          <a:prstGeom prst="rect">
            <a:avLst/>
          </a:prstGeom>
        </p:spPr>
      </p:pic>
      <p:sp>
        <p:nvSpPr>
          <p:cNvPr id="7" name="TextBox 6">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8" name="Round Same Side Corner Rectangle 7">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9" name="Picture 8"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0" name="TextBox 9">
            <a:extLst>
              <a:ext uri="{FF2B5EF4-FFF2-40B4-BE49-F238E27FC236}">
                <a16:creationId xmlns:a16="http://schemas.microsoft.com/office/drawing/2014/main" xmlns="" id="{3371AE33-70CE-44BA-B9EF-C469D524CDD1}"/>
              </a:ext>
            </a:extLst>
          </p:cNvPr>
          <p:cNvSpPr txBox="1"/>
          <p:nvPr/>
        </p:nvSpPr>
        <p:spPr>
          <a:xfrm>
            <a:off x="975283" y="5925590"/>
            <a:ext cx="6967470"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 </a:t>
            </a:r>
            <a:r>
              <a:rPr lang="en-US" sz="1600" b="1" dirty="0" smtClean="0">
                <a:latin typeface="Times New Roman" panose="02020603050405020304" pitchFamily="18" charset="0"/>
                <a:cs typeface="Times New Roman" panose="02020603050405020304" pitchFamily="18" charset="0"/>
              </a:rPr>
              <a:t>5. </a:t>
            </a:r>
            <a:r>
              <a:rPr lang="en-US" sz="1600" b="1" dirty="0">
                <a:latin typeface="Times New Roman" panose="02020603050405020304" pitchFamily="18" charset="0"/>
                <a:cs typeface="Times New Roman" panose="02020603050405020304" pitchFamily="18" charset="0"/>
              </a:rPr>
              <a:t>Basic Elements of a Digital Communication System</a:t>
            </a:r>
          </a:p>
        </p:txBody>
      </p:sp>
    </p:spTree>
    <p:extLst>
      <p:ext uri="{BB962C8B-B14F-4D97-AF65-F5344CB8AC3E}">
        <p14:creationId xmlns:p14="http://schemas.microsoft.com/office/powerpoint/2010/main" xmlns="" val="3789710887"/>
      </p:ext>
    </p:extLst>
  </p:cSld>
  <p:clrMapOvr>
    <a:masterClrMapping/>
  </p:clrMapOvr>
  <p:transition>
    <p:pull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chemeClr val="tx1"/>
                </a:solidFill>
                <a:latin typeface="+mn-lt"/>
                <a:cs typeface="Times New Roman" panose="02020603050405020304" pitchFamily="18" charset="0"/>
              </a:rPr>
              <a:t>Error function and Q function</a:t>
            </a:r>
            <a:endParaRPr lang="en-IN" sz="4000" dirty="0">
              <a:latin typeface="+mn-lt"/>
            </a:endParaRP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822959" y="1845734"/>
                <a:ext cx="7543801" cy="4402666"/>
              </a:xfrm>
            </p:spPr>
            <p:txBody>
              <a:bodyPr>
                <a:normAutofit lnSpcReduction="10000"/>
              </a:bodyPr>
              <a:lstStyle/>
              <a:p>
                <a:pPr>
                  <a:buFont typeface="Wingdings" panose="05000000000000000000" pitchFamily="2" charset="2"/>
                  <a:buChar char="Ø"/>
                </a:pPr>
                <a14:m>
                  <m:oMath xmlns:m="http://schemas.openxmlformats.org/officeDocument/2006/math">
                    <m:func>
                      <m:funcPr>
                        <m:ctrlPr>
                          <a:rPr lang="en-US" i="1" smtClean="0">
                            <a:solidFill>
                              <a:schemeClr val="tx1"/>
                            </a:solidFill>
                            <a:latin typeface="Cambria Math" panose="02040503050406030204" pitchFamily="18" charset="0"/>
                          </a:rPr>
                        </m:ctrlPr>
                      </m:funcPr>
                      <m:fName>
                        <m:r>
                          <a:rPr lang="en-US" b="0" i="0" smtClean="0">
                            <a:solidFill>
                              <a:schemeClr val="tx1"/>
                            </a:solidFill>
                            <a:latin typeface="Cambria Math" panose="02040503050406030204" pitchFamily="18" charset="0"/>
                          </a:rPr>
                          <m:t>  </m:t>
                        </m:r>
                        <m:r>
                          <m:rPr>
                            <m:sty m:val="p"/>
                          </m:rPr>
                          <a:rPr lang="en-US">
                            <a:solidFill>
                              <a:schemeClr val="tx1"/>
                            </a:solidFill>
                            <a:latin typeface="Cambria Math" panose="02040503050406030204" pitchFamily="18" charset="0"/>
                          </a:rPr>
                          <m:t>erf</m:t>
                        </m:r>
                      </m:fName>
                      <m:e>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𝑥</m:t>
                            </m:r>
                          </m:e>
                        </m:d>
                      </m:e>
                    </m:func>
                    <m:r>
                      <a:rPr lang="en-US"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2</m:t>
                        </m:r>
                      </m:num>
                      <m:den>
                        <m:rad>
                          <m:radPr>
                            <m:degHide m:val="on"/>
                            <m:ctrlPr>
                              <a:rPr lang="en-US" i="1">
                                <a:solidFill>
                                  <a:schemeClr val="tx1"/>
                                </a:solidFill>
                                <a:latin typeface="Cambria Math" panose="02040503050406030204" pitchFamily="18" charset="0"/>
                              </a:rPr>
                            </m:ctrlPr>
                          </m:radPr>
                          <m:deg/>
                          <m:e>
                            <m:r>
                              <a:rPr lang="en-US" i="1">
                                <a:solidFill>
                                  <a:schemeClr val="tx1"/>
                                </a:solidFill>
                                <a:latin typeface="Cambria Math" panose="02040503050406030204" pitchFamily="18" charset="0"/>
                                <a:ea typeface="Cambria Math" panose="02040503050406030204" pitchFamily="18" charset="0"/>
                              </a:rPr>
                              <m:t>𝜋</m:t>
                            </m:r>
                          </m:e>
                        </m:rad>
                      </m:den>
                    </m:f>
                    <m:nary>
                      <m:naryPr>
                        <m:ctrlPr>
                          <a:rPr lang="en-US" i="1">
                            <a:solidFill>
                              <a:schemeClr val="tx1"/>
                            </a:solidFill>
                            <a:latin typeface="Cambria Math" panose="02040503050406030204" pitchFamily="18" charset="0"/>
                            <a:ea typeface="Cambria Math" panose="02040503050406030204" pitchFamily="18" charset="0"/>
                          </a:rPr>
                        </m:ctrlPr>
                      </m:naryPr>
                      <m:sub>
                        <m:r>
                          <m:rPr>
                            <m:brk m:alnAt="23"/>
                          </m:rPr>
                          <a:rPr lang="en-US" i="1">
                            <a:solidFill>
                              <a:schemeClr val="tx1"/>
                            </a:solidFill>
                            <a:latin typeface="Cambria Math" panose="02040503050406030204" pitchFamily="18" charset="0"/>
                            <a:ea typeface="Cambria Math" panose="02040503050406030204" pitchFamily="18" charset="0"/>
                          </a:rPr>
                          <m:t>0</m:t>
                        </m:r>
                      </m:sub>
                      <m:sup>
                        <m:r>
                          <a:rPr lang="en-US" i="1">
                            <a:solidFill>
                              <a:schemeClr val="tx1"/>
                            </a:solidFill>
                            <a:latin typeface="Cambria Math" panose="02040503050406030204" pitchFamily="18" charset="0"/>
                            <a:ea typeface="Cambria Math" panose="02040503050406030204" pitchFamily="18" charset="0"/>
                          </a:rPr>
                          <m:t>𝑥</m:t>
                        </m:r>
                      </m:sup>
                      <m:e>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r>
                              <a:rPr lang="en-US" i="1">
                                <a:solidFill>
                                  <a:schemeClr val="tx1"/>
                                </a:solidFill>
                                <a:latin typeface="Cambria Math" panose="02040503050406030204" pitchFamily="18" charset="0"/>
                                <a:ea typeface="Cambria Math" panose="02040503050406030204" pitchFamily="18" charset="0"/>
                              </a:rPr>
                              <m:t>−</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𝑡</m:t>
                                </m:r>
                              </m:e>
                              <m:sup>
                                <m:r>
                                  <a:rPr lang="en-US" i="1">
                                    <a:solidFill>
                                      <a:schemeClr val="tx1"/>
                                    </a:solidFill>
                                    <a:latin typeface="Cambria Math" panose="02040503050406030204" pitchFamily="18" charset="0"/>
                                    <a:ea typeface="Cambria Math" panose="02040503050406030204" pitchFamily="18" charset="0"/>
                                  </a:rPr>
                                  <m:t>2</m:t>
                                </m:r>
                              </m:sup>
                            </m:sSup>
                          </m:sup>
                        </m:sSup>
                        <m:r>
                          <a:rPr lang="en-US" i="1">
                            <a:solidFill>
                              <a:schemeClr val="tx1"/>
                            </a:solidFill>
                            <a:latin typeface="Cambria Math" panose="02040503050406030204" pitchFamily="18" charset="0"/>
                            <a:ea typeface="Cambria Math" panose="02040503050406030204" pitchFamily="18" charset="0"/>
                          </a:rPr>
                          <m:t>𝑑𝑡</m:t>
                        </m:r>
                      </m:e>
                    </m:nary>
                  </m:oMath>
                </a14:m>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14:m>
                  <m:oMath xmlns:m="http://schemas.openxmlformats.org/officeDocument/2006/math">
                    <m:func>
                      <m:funcPr>
                        <m:ctrlPr>
                          <a:rPr lang="en-US" i="1">
                            <a:solidFill>
                              <a:schemeClr val="tx1"/>
                            </a:solidFill>
                            <a:latin typeface="Cambria Math" panose="02040503050406030204" pitchFamily="18" charset="0"/>
                          </a:rPr>
                        </m:ctrlPr>
                      </m:funcPr>
                      <m:fName>
                        <m:r>
                          <a:rPr lang="en-US" b="0" i="0" smtClean="0">
                            <a:solidFill>
                              <a:schemeClr val="tx1"/>
                            </a:solidFill>
                            <a:latin typeface="Cambria Math" panose="02040503050406030204" pitchFamily="18" charset="0"/>
                          </a:rPr>
                          <m:t>  </m:t>
                        </m:r>
                        <m:r>
                          <m:rPr>
                            <m:sty m:val="p"/>
                          </m:rPr>
                          <a:rPr lang="en-US">
                            <a:solidFill>
                              <a:schemeClr val="tx1"/>
                            </a:solidFill>
                            <a:latin typeface="Cambria Math" panose="02040503050406030204" pitchFamily="18" charset="0"/>
                          </a:rPr>
                          <m:t>erfc</m:t>
                        </m:r>
                      </m:fName>
                      <m:e>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𝑥</m:t>
                            </m:r>
                          </m:e>
                        </m:d>
                      </m:e>
                    </m:func>
                    <m:r>
                      <a:rPr lang="en-US"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2</m:t>
                        </m:r>
                      </m:num>
                      <m:den>
                        <m:rad>
                          <m:radPr>
                            <m:degHide m:val="on"/>
                            <m:ctrlPr>
                              <a:rPr lang="en-US" i="1">
                                <a:solidFill>
                                  <a:schemeClr val="tx1"/>
                                </a:solidFill>
                                <a:latin typeface="Cambria Math" panose="02040503050406030204" pitchFamily="18" charset="0"/>
                              </a:rPr>
                            </m:ctrlPr>
                          </m:radPr>
                          <m:deg/>
                          <m:e>
                            <m:r>
                              <a:rPr lang="en-US" i="1">
                                <a:solidFill>
                                  <a:schemeClr val="tx1"/>
                                </a:solidFill>
                                <a:latin typeface="Cambria Math" panose="02040503050406030204" pitchFamily="18" charset="0"/>
                                <a:ea typeface="Cambria Math" panose="02040503050406030204" pitchFamily="18" charset="0"/>
                              </a:rPr>
                              <m:t>𝜋</m:t>
                            </m:r>
                          </m:e>
                        </m:rad>
                      </m:den>
                    </m:f>
                    <m:nary>
                      <m:naryPr>
                        <m:ctrlPr>
                          <a:rPr lang="en-US" i="1">
                            <a:solidFill>
                              <a:schemeClr val="tx1"/>
                            </a:solidFill>
                            <a:latin typeface="Cambria Math" panose="02040503050406030204" pitchFamily="18" charset="0"/>
                          </a:rPr>
                        </m:ctrlPr>
                      </m:naryPr>
                      <m:sub>
                        <m:r>
                          <m:rPr>
                            <m:brk m:alnAt="23"/>
                          </m:rPr>
                          <a:rPr lang="en-US" i="1">
                            <a:solidFill>
                              <a:schemeClr val="tx1"/>
                            </a:solidFill>
                            <a:latin typeface="Cambria Math" panose="02040503050406030204" pitchFamily="18" charset="0"/>
                          </a:rPr>
                          <m:t>𝑥</m:t>
                        </m:r>
                      </m:sub>
                      <m:sup>
                        <m:r>
                          <a:rPr lang="en-US" i="1">
                            <a:solidFill>
                              <a:schemeClr val="tx1"/>
                            </a:solidFill>
                            <a:latin typeface="Cambria Math" panose="02040503050406030204" pitchFamily="18" charset="0"/>
                            <a:ea typeface="Cambria Math" panose="02040503050406030204" pitchFamily="18" charset="0"/>
                          </a:rPr>
                          <m:t>∞</m:t>
                        </m:r>
                      </m:sup>
                      <m:e>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𝑒</m:t>
                            </m:r>
                          </m:e>
                          <m:sup>
                            <m:r>
                              <a:rPr lang="en-US" i="1">
                                <a:solidFill>
                                  <a:schemeClr val="tx1"/>
                                </a:solidFill>
                                <a:latin typeface="Cambria Math" panose="02040503050406030204" pitchFamily="18" charset="0"/>
                              </a:rPr>
                              <m:t>−</m:t>
                            </m:r>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𝑡</m:t>
                                </m:r>
                              </m:e>
                              <m:sup>
                                <m:r>
                                  <a:rPr lang="en-US" i="1">
                                    <a:solidFill>
                                      <a:schemeClr val="tx1"/>
                                    </a:solidFill>
                                    <a:latin typeface="Cambria Math" panose="02040503050406030204" pitchFamily="18" charset="0"/>
                                  </a:rPr>
                                  <m:t>2</m:t>
                                </m:r>
                              </m:sup>
                            </m:sSup>
                          </m:sup>
                        </m:sSup>
                        <m:r>
                          <a:rPr lang="en-US" i="1">
                            <a:solidFill>
                              <a:schemeClr val="tx1"/>
                            </a:solidFill>
                            <a:latin typeface="Cambria Math" panose="02040503050406030204" pitchFamily="18" charset="0"/>
                          </a:rPr>
                          <m:t>𝑑𝑡</m:t>
                        </m:r>
                      </m:e>
                    </m:nary>
                  </m:oMath>
                </a14:m>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14:m>
                  <m:oMath xmlns:m="http://schemas.openxmlformats.org/officeDocument/2006/math">
                    <m:func>
                      <m:funcPr>
                        <m:ctrlPr>
                          <a:rPr lang="en-US" i="1">
                            <a:solidFill>
                              <a:schemeClr val="tx1"/>
                            </a:solidFill>
                            <a:latin typeface="Cambria Math" panose="02040503050406030204" pitchFamily="18" charset="0"/>
                          </a:rPr>
                        </m:ctrlPr>
                      </m:funcPr>
                      <m:fName>
                        <m:r>
                          <a:rPr lang="en-US" b="0" i="0" smtClean="0">
                            <a:solidFill>
                              <a:schemeClr val="tx1"/>
                            </a:solidFill>
                            <a:latin typeface="Cambria Math" panose="02040503050406030204" pitchFamily="18" charset="0"/>
                          </a:rPr>
                          <m:t>  </m:t>
                        </m:r>
                        <m:r>
                          <m:rPr>
                            <m:sty m:val="p"/>
                          </m:rPr>
                          <a:rPr lang="en-US">
                            <a:solidFill>
                              <a:schemeClr val="tx1"/>
                            </a:solidFill>
                            <a:latin typeface="Cambria Math" panose="02040503050406030204" pitchFamily="18" charset="0"/>
                          </a:rPr>
                          <m:t>erf</m:t>
                        </m:r>
                      </m:fName>
                      <m:e>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𝑥</m:t>
                            </m:r>
                          </m:e>
                        </m:d>
                      </m:e>
                    </m:func>
                    <m:r>
                      <a:rPr lang="en-US" i="1">
                        <a:solidFill>
                          <a:schemeClr val="tx1"/>
                        </a:solidFill>
                        <a:latin typeface="Cambria Math" panose="02040503050406030204" pitchFamily="18" charset="0"/>
                      </a:rPr>
                      <m:t>+</m:t>
                    </m:r>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erfc</m:t>
                        </m:r>
                      </m:fName>
                      <m:e>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𝑥</m:t>
                            </m:r>
                          </m:e>
                        </m:d>
                      </m:e>
                    </m:func>
                    <m:r>
                      <a:rPr lang="en-US" i="1">
                        <a:solidFill>
                          <a:schemeClr val="tx1"/>
                        </a:solidFill>
                        <a:latin typeface="Cambria Math" panose="02040503050406030204" pitchFamily="18" charset="0"/>
                      </a:rPr>
                      <m:t>=1</m:t>
                    </m:r>
                  </m:oMath>
                </a14:m>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14:m>
                  <m:oMath xmlns:m="http://schemas.openxmlformats.org/officeDocument/2006/math">
                    <m:r>
                      <a:rPr lang="en-US" b="0" i="1" smtClean="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𝑥</m:t>
                        </m:r>
                      </m:e>
                    </m:d>
                    <m:r>
                      <a:rPr lang="en-US"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ad>
                          <m:radPr>
                            <m:degHide m:val="on"/>
                            <m:ctrlPr>
                              <a:rPr lang="en-US" i="1">
                                <a:solidFill>
                                  <a:schemeClr val="tx1"/>
                                </a:solidFill>
                                <a:latin typeface="Cambria Math" panose="02040503050406030204" pitchFamily="18" charset="0"/>
                              </a:rPr>
                            </m:ctrlPr>
                          </m:radPr>
                          <m:deg/>
                          <m:e>
                            <m:r>
                              <a:rPr lang="en-US" i="1">
                                <a:solidFill>
                                  <a:schemeClr val="tx1"/>
                                </a:solidFill>
                                <a:latin typeface="Cambria Math" panose="02040503050406030204" pitchFamily="18" charset="0"/>
                              </a:rPr>
                              <m:t>2</m:t>
                            </m:r>
                            <m:r>
                              <a:rPr lang="en-US" i="1">
                                <a:solidFill>
                                  <a:schemeClr val="tx1"/>
                                </a:solidFill>
                                <a:latin typeface="Cambria Math" panose="02040503050406030204" pitchFamily="18" charset="0"/>
                                <a:ea typeface="Cambria Math" panose="02040503050406030204" pitchFamily="18" charset="0"/>
                              </a:rPr>
                              <m:t>𝜋</m:t>
                            </m:r>
                          </m:e>
                        </m:rad>
                      </m:den>
                    </m:f>
                    <m:nary>
                      <m:naryPr>
                        <m:limLoc m:val="undOvr"/>
                        <m:ctrlPr>
                          <a:rPr lang="en-US" i="1">
                            <a:solidFill>
                              <a:schemeClr val="tx1"/>
                            </a:solidFill>
                            <a:latin typeface="Cambria Math" panose="02040503050406030204" pitchFamily="18" charset="0"/>
                          </a:rPr>
                        </m:ctrlPr>
                      </m:naryPr>
                      <m:sub>
                        <m:r>
                          <m:rPr>
                            <m:brk m:alnAt="24"/>
                          </m:rPr>
                          <a:rPr lang="en-US" i="1">
                            <a:solidFill>
                              <a:schemeClr val="tx1"/>
                            </a:solidFill>
                            <a:latin typeface="Cambria Math" panose="02040503050406030204" pitchFamily="18" charset="0"/>
                          </a:rPr>
                          <m:t>𝑥</m:t>
                        </m:r>
                      </m:sub>
                      <m:sup>
                        <m:r>
                          <a:rPr lang="en-US" i="1">
                            <a:solidFill>
                              <a:schemeClr val="tx1"/>
                            </a:solidFill>
                            <a:latin typeface="Cambria Math" panose="02040503050406030204" pitchFamily="18" charset="0"/>
                            <a:ea typeface="Cambria Math" panose="02040503050406030204" pitchFamily="18" charset="0"/>
                          </a:rPr>
                          <m:t>∞</m:t>
                        </m:r>
                      </m:sup>
                      <m:e>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𝑒</m:t>
                            </m:r>
                          </m:e>
                          <m:sup>
                            <m:r>
                              <a:rPr lang="en-US"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𝑡</m:t>
                                    </m:r>
                                  </m:e>
                                  <m:sup>
                                    <m:r>
                                      <a:rPr lang="en-US" i="1">
                                        <a:solidFill>
                                          <a:schemeClr val="tx1"/>
                                        </a:solidFill>
                                        <a:latin typeface="Cambria Math" panose="02040503050406030204" pitchFamily="18" charset="0"/>
                                      </a:rPr>
                                      <m:t>2</m:t>
                                    </m:r>
                                  </m:sup>
                                </m:sSup>
                              </m:num>
                              <m:den>
                                <m:r>
                                  <a:rPr lang="en-US" i="1">
                                    <a:solidFill>
                                      <a:schemeClr val="tx1"/>
                                    </a:solidFill>
                                    <a:latin typeface="Cambria Math" panose="02040503050406030204" pitchFamily="18" charset="0"/>
                                  </a:rPr>
                                  <m:t>2</m:t>
                                </m:r>
                              </m:den>
                            </m:f>
                          </m:sup>
                        </m:sSup>
                        <m:r>
                          <a:rPr lang="en-US" i="1">
                            <a:solidFill>
                              <a:schemeClr val="tx1"/>
                            </a:solidFill>
                            <a:latin typeface="Cambria Math" panose="02040503050406030204" pitchFamily="18" charset="0"/>
                          </a:rPr>
                          <m:t>𝑑𝑡</m:t>
                        </m:r>
                      </m:e>
                    </m:nary>
                  </m:oMath>
                </a14:m>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solidFill>
                      <a:schemeClr val="tx1"/>
                    </a:solidFill>
                    <a:latin typeface="Times New Roman" panose="02020603050405020304" pitchFamily="18" charset="0"/>
                    <a:cs typeface="Times New Roman" panose="02020603050405020304" pitchFamily="18" charset="0"/>
                  </a:rPr>
                  <a:t>  Relationship </a:t>
                </a:r>
                <a:r>
                  <a:rPr lang="en-US" dirty="0">
                    <a:solidFill>
                      <a:schemeClr val="tx1"/>
                    </a:solidFill>
                    <a:latin typeface="Times New Roman" panose="02020603050405020304" pitchFamily="18" charset="0"/>
                    <a:cs typeface="Times New Roman" panose="02020603050405020304" pitchFamily="18" charset="0"/>
                  </a:rPr>
                  <a:t>between error function and Q function</a:t>
                </a:r>
              </a:p>
              <a:p>
                <a:pPr lvl="1">
                  <a:buFont typeface="Wingdings" panose="05000000000000000000" pitchFamily="2" charset="2"/>
                  <a:buChar char="§"/>
                </a:pPr>
                <a:r>
                  <a:rPr lang="en-US" dirty="0" smtClean="0">
                    <a:solidFill>
                      <a:schemeClr val="tx1"/>
                    </a:solidFill>
                  </a:rPr>
                  <a:t>  </a:t>
                </a:r>
                <a14:m>
                  <m:oMath xmlns:m="http://schemas.openxmlformats.org/officeDocument/2006/math">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𝑥</m:t>
                        </m:r>
                      </m:e>
                    </m:d>
                    <m:r>
                      <a:rPr lang="en-US"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2</m:t>
                        </m:r>
                      </m:den>
                    </m:f>
                    <m:r>
                      <m:rPr>
                        <m:sty m:val="p"/>
                      </m:rPr>
                      <a:rPr lang="en-US">
                        <a:solidFill>
                          <a:schemeClr val="tx1"/>
                        </a:solidFill>
                        <a:latin typeface="Cambria Math" panose="02040503050406030204" pitchFamily="18" charset="0"/>
                      </a:rPr>
                      <m:t>erfc</m:t>
                    </m:r>
                    <m:r>
                      <a:rPr lang="en-US"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𝑥</m:t>
                        </m:r>
                      </m:num>
                      <m:den>
                        <m:rad>
                          <m:radPr>
                            <m:degHide m:val="on"/>
                            <m:ctrlPr>
                              <a:rPr lang="en-US" i="1">
                                <a:solidFill>
                                  <a:schemeClr val="tx1"/>
                                </a:solidFill>
                                <a:latin typeface="Cambria Math" panose="02040503050406030204" pitchFamily="18" charset="0"/>
                              </a:rPr>
                            </m:ctrlPr>
                          </m:radPr>
                          <m:deg/>
                          <m:e>
                            <m:r>
                              <a:rPr lang="en-US" i="1">
                                <a:solidFill>
                                  <a:schemeClr val="tx1"/>
                                </a:solidFill>
                                <a:latin typeface="Cambria Math" panose="02040503050406030204" pitchFamily="18" charset="0"/>
                              </a:rPr>
                              <m:t>2</m:t>
                            </m:r>
                          </m:e>
                        </m:rad>
                      </m:den>
                    </m:f>
                    <m:r>
                      <a:rPr lang="en-US" i="1">
                        <a:solidFill>
                          <a:schemeClr val="tx1"/>
                        </a:solidFill>
                        <a:latin typeface="Cambria Math" panose="02040503050406030204" pitchFamily="18" charset="0"/>
                      </a:rPr>
                      <m:t>)</m:t>
                    </m:r>
                  </m:oMath>
                </a14:m>
                <a:endParaRPr lang="en-US" dirty="0">
                  <a:solidFill>
                    <a:schemeClr val="tx1"/>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dirty="0" smtClean="0">
                    <a:solidFill>
                      <a:schemeClr val="tx1"/>
                    </a:solidFill>
                  </a:rPr>
                  <a:t>  </a:t>
                </a:r>
                <a14:m>
                  <m:oMath xmlns:m="http://schemas.openxmlformats.org/officeDocument/2006/math">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erfc</m:t>
                        </m:r>
                      </m:fName>
                      <m:e>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𝑥</m:t>
                            </m:r>
                          </m:e>
                        </m:d>
                      </m:e>
                    </m:func>
                    <m:r>
                      <a:rPr lang="en-US" i="1">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ad>
                          <m:radPr>
                            <m:degHide m:val="on"/>
                            <m:ctrlPr>
                              <a:rPr lang="en-US" i="1">
                                <a:solidFill>
                                  <a:schemeClr val="tx1"/>
                                </a:solidFill>
                                <a:latin typeface="Cambria Math" panose="02040503050406030204" pitchFamily="18" charset="0"/>
                              </a:rPr>
                            </m:ctrlPr>
                          </m:radPr>
                          <m:deg/>
                          <m:e>
                            <m:r>
                              <a:rPr lang="en-US" i="1">
                                <a:solidFill>
                                  <a:schemeClr val="tx1"/>
                                </a:solidFill>
                                <a:latin typeface="Cambria Math" panose="02040503050406030204" pitchFamily="18" charset="0"/>
                              </a:rPr>
                              <m:t>2</m:t>
                            </m:r>
                          </m:e>
                        </m:rad>
                        <m:r>
                          <a:rPr lang="en-US" i="1">
                            <a:solidFill>
                              <a:schemeClr val="tx1"/>
                            </a:solidFill>
                            <a:latin typeface="Cambria Math" panose="02040503050406030204" pitchFamily="18" charset="0"/>
                          </a:rPr>
                          <m:t>𝑥</m:t>
                        </m:r>
                      </m:e>
                    </m:d>
                  </m:oMath>
                </a14:m>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solidFill>
                      <a:schemeClr val="tx1"/>
                    </a:solidFill>
                    <a:latin typeface="Times New Roman" panose="02020603050405020304" pitchFamily="18" charset="0"/>
                    <a:cs typeface="Times New Roman" panose="02020603050405020304" pitchFamily="18" charset="0"/>
                  </a:rPr>
                  <a:t>  Approximation </a:t>
                </a:r>
                <a:r>
                  <a:rPr lang="en-US" dirty="0">
                    <a:solidFill>
                      <a:schemeClr val="tx1"/>
                    </a:solidFill>
                    <a:latin typeface="Times New Roman" panose="02020603050405020304" pitchFamily="18" charset="0"/>
                    <a:cs typeface="Times New Roman" panose="02020603050405020304" pitchFamily="18" charset="0"/>
                  </a:rPr>
                  <a:t>of Q function</a:t>
                </a:r>
              </a:p>
              <a:p>
                <a:pPr lvl="1">
                  <a:buFont typeface="Wingdings" panose="05000000000000000000" pitchFamily="2" charset="2"/>
                  <a:buChar char="§"/>
                </a:pPr>
                <a14:m>
                  <m:oMath xmlns:m="http://schemas.openxmlformats.org/officeDocument/2006/math">
                    <m:r>
                      <a:rPr lang="en-US" b="0" i="1" smtClean="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𝑄</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ad>
                          <m:radPr>
                            <m:degHide m:val="on"/>
                            <m:ctrlPr>
                              <a:rPr lang="en-US" i="1">
                                <a:solidFill>
                                  <a:schemeClr val="tx1"/>
                                </a:solidFill>
                                <a:latin typeface="Cambria Math" panose="02040503050406030204" pitchFamily="18" charset="0"/>
                                <a:ea typeface="Cambria Math" panose="02040503050406030204" pitchFamily="18" charset="0"/>
                              </a:rPr>
                            </m:ctrlPr>
                          </m:radPr>
                          <m:deg/>
                          <m:e>
                            <m:r>
                              <a:rPr lang="en-US" i="1">
                                <a:solidFill>
                                  <a:schemeClr val="tx1"/>
                                </a:solidFill>
                                <a:latin typeface="Cambria Math" panose="02040503050406030204" pitchFamily="18" charset="0"/>
                                <a:ea typeface="Cambria Math" panose="02040503050406030204" pitchFamily="18" charset="0"/>
                              </a:rPr>
                              <m:t>2</m:t>
                            </m:r>
                            <m:r>
                              <a:rPr lang="en-US" i="1">
                                <a:solidFill>
                                  <a:schemeClr val="tx1"/>
                                </a:solidFill>
                                <a:latin typeface="Cambria Math" panose="02040503050406030204" pitchFamily="18" charset="0"/>
                                <a:ea typeface="Cambria Math" panose="02040503050406030204" pitchFamily="18" charset="0"/>
                              </a:rPr>
                              <m:t>𝜋</m:t>
                            </m:r>
                          </m:e>
                        </m:rad>
                        <m:r>
                          <a:rPr lang="en-US" i="1">
                            <a:solidFill>
                              <a:schemeClr val="tx1"/>
                            </a:solidFill>
                            <a:latin typeface="Cambria Math" panose="02040503050406030204" pitchFamily="18" charset="0"/>
                            <a:ea typeface="Cambria Math" panose="02040503050406030204" pitchFamily="18" charset="0"/>
                          </a:rPr>
                          <m:t>𝑥</m:t>
                        </m:r>
                      </m:den>
                    </m:f>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𝑒</m:t>
                        </m:r>
                      </m:e>
                      <m:sup>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𝑥</m:t>
                                </m:r>
                              </m:e>
                              <m:sup>
                                <m:r>
                                  <a:rPr lang="en-US" i="1">
                                    <a:solidFill>
                                      <a:schemeClr val="tx1"/>
                                    </a:solidFill>
                                    <a:latin typeface="Cambria Math" panose="02040503050406030204" pitchFamily="18" charset="0"/>
                                    <a:ea typeface="Cambria Math" panose="02040503050406030204" pitchFamily="18" charset="0"/>
                                  </a:rPr>
                                  <m:t>2</m:t>
                                </m:r>
                              </m:sup>
                            </m:sSup>
                          </m:num>
                          <m:den>
                            <m:r>
                              <a:rPr lang="en-US" i="1">
                                <a:solidFill>
                                  <a:schemeClr val="tx1"/>
                                </a:solidFill>
                                <a:latin typeface="Cambria Math" panose="02040503050406030204" pitchFamily="18" charset="0"/>
                                <a:ea typeface="Cambria Math" panose="02040503050406030204" pitchFamily="18" charset="0"/>
                              </a:rPr>
                              <m:t>2</m:t>
                            </m:r>
                          </m:den>
                        </m:f>
                      </m:sup>
                    </m:sSup>
                  </m:oMath>
                </a14:m>
                <a:r>
                  <a:rPr lang="en-US" dirty="0">
                    <a:solidFill>
                      <a:schemeClr val="tx1"/>
                    </a:solidFill>
                    <a:latin typeface="Times New Roman" panose="02020603050405020304" pitchFamily="18" charset="0"/>
                    <a:cs typeface="Times New Roman" panose="02020603050405020304" pitchFamily="18" charset="0"/>
                  </a:rPr>
                  <a:t> for </a:t>
                </a:r>
                <a14:m>
                  <m:oMath xmlns:m="http://schemas.openxmlformats.org/officeDocument/2006/math">
                    <m:r>
                      <a:rPr lang="en-US" i="1">
                        <a:solidFill>
                          <a:schemeClr val="tx1"/>
                        </a:solidFill>
                        <a:latin typeface="Cambria Math" panose="02040503050406030204" pitchFamily="18" charset="0"/>
                      </a:rPr>
                      <m:t>𝑥</m:t>
                    </m:r>
                    <m:r>
                      <a:rPr lang="en-US" i="1">
                        <a:solidFill>
                          <a:schemeClr val="tx1"/>
                        </a:solidFill>
                        <a:latin typeface="Cambria Math" panose="02040503050406030204" pitchFamily="18" charset="0"/>
                        <a:ea typeface="Cambria Math" panose="02040503050406030204" pitchFamily="18" charset="0"/>
                      </a:rPr>
                      <m:t>≫1</m:t>
                    </m:r>
                  </m:oMath>
                </a14:m>
                <a:endParaRPr lang="en-US" dirty="0">
                  <a:solidFill>
                    <a:schemeClr val="tx1"/>
                  </a:solidFill>
                  <a:latin typeface="Times New Roman" panose="02020603050405020304" pitchFamily="18" charset="0"/>
                  <a:cs typeface="Times New Roman" panose="02020603050405020304" pitchFamily="18" charset="0"/>
                </a:endParaRPr>
              </a:p>
              <a:p>
                <a:endParaRPr lang="en-I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22959" y="1845734"/>
                <a:ext cx="7543801" cy="4402666"/>
              </a:xfrm>
              <a:blipFill rotWithShape="0">
                <a:blip r:embed="rId2" cstate="print"/>
                <a:stretch>
                  <a:fillRect l="-1939"/>
                </a:stretch>
              </a:blipFill>
            </p:spPr>
            <p:txBody>
              <a:bodyPr/>
              <a:lstStyle/>
              <a:p>
                <a:r>
                  <a:rPr lang="en-IN" dirty="0">
                    <a:noFill/>
                  </a:rPr>
                  <a:t> </a:t>
                </a:r>
              </a:p>
            </p:txBody>
          </p:sp>
        </mc:Fallback>
      </mc:AlternateContent>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dirty="0"/>
          </a:p>
        </p:txBody>
      </p:sp>
      <p:sp>
        <p:nvSpPr>
          <p:cNvPr id="6" name="TextBox 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7" name="Round Same Side Corner Rectangle 6">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8" name="Picture 7"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3681567042"/>
      </p:ext>
    </p:extLst>
  </p:cSld>
  <p:clrMapOvr>
    <a:masterClrMapping/>
  </p:clrMapOvr>
  <p:transition>
    <p:pull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chemeClr val="tx1"/>
                </a:solidFill>
                <a:latin typeface="+mn-lt"/>
              </a:rPr>
              <a:t>Properties of </a:t>
            </a:r>
            <a:r>
              <a:rPr lang="en-US" sz="3200" dirty="0">
                <a:solidFill>
                  <a:schemeClr val="tx1"/>
                </a:solidFill>
                <a:latin typeface="+mn-lt"/>
                <a:cs typeface="Times New Roman" panose="02020603050405020304" pitchFamily="18" charset="0"/>
              </a:rPr>
              <a:t>e</a:t>
            </a:r>
            <a:r>
              <a:rPr lang="en-US" sz="3200" dirty="0" smtClean="0">
                <a:solidFill>
                  <a:schemeClr val="tx1"/>
                </a:solidFill>
                <a:latin typeface="+mn-lt"/>
                <a:cs typeface="Times New Roman" panose="02020603050405020304" pitchFamily="18" charset="0"/>
              </a:rPr>
              <a:t>rror </a:t>
            </a:r>
            <a:r>
              <a:rPr lang="en-US" sz="3200" dirty="0">
                <a:solidFill>
                  <a:schemeClr val="tx1"/>
                </a:solidFill>
                <a:latin typeface="+mn-lt"/>
                <a:cs typeface="Times New Roman" panose="02020603050405020304" pitchFamily="18" charset="0"/>
              </a:rPr>
              <a:t>function and Q function</a:t>
            </a:r>
            <a:endParaRPr lang="en-IN" sz="3200" dirty="0">
              <a:solidFill>
                <a:schemeClr val="tx1"/>
              </a:solidFill>
              <a:latin typeface="+mn-lt"/>
            </a:endParaRP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p:txBody>
              <a:bodyPr/>
              <a:lstStyle/>
              <a:p>
                <a:pPr>
                  <a:buFont typeface="Wingdings" panose="05000000000000000000" pitchFamily="2" charset="2"/>
                  <a:buChar char="v"/>
                </a:pPr>
                <a:r>
                  <a:rPr lang="en-US" dirty="0" smtClean="0"/>
                  <a:t> </a:t>
                </a:r>
                <a14:m>
                  <m:oMath xmlns:m="http://schemas.openxmlformats.org/officeDocument/2006/math">
                    <m:r>
                      <a:rPr lang="en-US" b="0" i="0" smtClean="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0</m:t>
                        </m:r>
                      </m:e>
                    </m:d>
                    <m:r>
                      <a:rPr lang="en-US" i="1">
                        <a:solidFill>
                          <a:schemeClr val="tx1"/>
                        </a:solidFill>
                        <a:latin typeface="Cambria Math" panose="02040503050406030204" pitchFamily="18" charset="0"/>
                      </a:rPr>
                      <m:t>=</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2</m:t>
                        </m:r>
                      </m:den>
                    </m:f>
                  </m:oMath>
                </a14:m>
                <a:endParaRPr lang="en-US" b="0" dirty="0" smtClean="0">
                  <a:solidFill>
                    <a:schemeClr val="tx1"/>
                  </a:solidFill>
                </a:endParaRPr>
              </a:p>
              <a:p>
                <a:pPr>
                  <a:buFont typeface="Wingdings" panose="05000000000000000000" pitchFamily="2" charset="2"/>
                  <a:buChar char="v"/>
                </a:pPr>
                <a14:m>
                  <m:oMath xmlns:m="http://schemas.openxmlformats.org/officeDocument/2006/math">
                    <m:r>
                      <a:rPr lang="en-US" b="0" i="1" smtClean="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m:t>
                        </m:r>
                      </m:e>
                    </m:d>
                    <m:r>
                      <a:rPr lang="en-US" i="1">
                        <a:solidFill>
                          <a:schemeClr val="tx1"/>
                        </a:solidFill>
                        <a:latin typeface="Cambria Math" panose="02040503050406030204" pitchFamily="18" charset="0"/>
                      </a:rPr>
                      <m:t>=</m:t>
                    </m:r>
                    <m:r>
                      <a:rPr lang="en-US" b="0" i="0" smtClean="0">
                        <a:solidFill>
                          <a:schemeClr val="tx1"/>
                        </a:solidFill>
                        <a:latin typeface="Cambria Math" panose="02040503050406030204" pitchFamily="18" charset="0"/>
                      </a:rPr>
                      <m:t>1</m:t>
                    </m:r>
                  </m:oMath>
                </a14:m>
                <a:endParaRPr lang="en-US" b="0" dirty="0" smtClean="0">
                  <a:solidFill>
                    <a:schemeClr val="tx1"/>
                  </a:solidFill>
                </a:endParaRPr>
              </a:p>
              <a:p>
                <a:pPr>
                  <a:buFont typeface="Wingdings" panose="05000000000000000000" pitchFamily="2" charset="2"/>
                  <a:buChar char="v"/>
                </a:pPr>
                <a14:m>
                  <m:oMath xmlns:m="http://schemas.openxmlformats.org/officeDocument/2006/math">
                    <m:r>
                      <a:rPr lang="en-US" b="0" i="1" smtClean="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
                          <a:rPr lang="en-US" i="1" smtClean="0">
                            <a:solidFill>
                              <a:schemeClr val="tx1"/>
                            </a:solidFill>
                            <a:latin typeface="Cambria Math" panose="02040503050406030204" pitchFamily="18" charset="0"/>
                            <a:ea typeface="Cambria Math" panose="02040503050406030204" pitchFamily="18" charset="0"/>
                          </a:rPr>
                          <m:t>∞</m:t>
                        </m:r>
                      </m:e>
                    </m:d>
                    <m:r>
                      <a:rPr lang="en-US" i="1">
                        <a:solidFill>
                          <a:schemeClr val="tx1"/>
                        </a:solidFill>
                        <a:latin typeface="Cambria Math" panose="02040503050406030204" pitchFamily="18" charset="0"/>
                      </a:rPr>
                      <m:t>=</m:t>
                    </m:r>
                    <m:r>
                      <a:rPr lang="en-US" b="0" i="0" smtClean="0">
                        <a:solidFill>
                          <a:schemeClr val="tx1"/>
                        </a:solidFill>
                        <a:latin typeface="Cambria Math" panose="02040503050406030204" pitchFamily="18" charset="0"/>
                      </a:rPr>
                      <m:t>0</m:t>
                    </m:r>
                  </m:oMath>
                </a14:m>
                <a:endParaRPr lang="en-IN" dirty="0" smtClean="0"/>
              </a:p>
              <a:p>
                <a:pPr>
                  <a:buFont typeface="Wingdings" panose="05000000000000000000" pitchFamily="2" charset="2"/>
                  <a:buChar char="v"/>
                </a:pPr>
                <a14:m>
                  <m:oMath xmlns:m="http://schemas.openxmlformats.org/officeDocument/2006/math">
                    <m:r>
                      <a:rPr lang="en-US" sz="1800" b="0" i="1" smtClean="0">
                        <a:solidFill>
                          <a:schemeClr val="tx1"/>
                        </a:solidFill>
                        <a:latin typeface="Cambria Math" panose="02040503050406030204" pitchFamily="18" charset="0"/>
                      </a:rPr>
                      <m:t>  </m:t>
                    </m:r>
                    <m:r>
                      <a:rPr lang="en-US" sz="1800" i="1">
                        <a:solidFill>
                          <a:schemeClr val="tx1"/>
                        </a:solidFill>
                        <a:latin typeface="Cambria Math" panose="02040503050406030204" pitchFamily="18" charset="0"/>
                      </a:rPr>
                      <m:t>𝑄</m:t>
                    </m:r>
                    <m:d>
                      <m:dPr>
                        <m:ctrlPr>
                          <a:rPr lang="en-US" sz="1800" i="1">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𝑥</m:t>
                        </m:r>
                        <m:r>
                          <a:rPr lang="en-US" sz="1800" b="0" i="1" smtClean="0">
                            <a:solidFill>
                              <a:schemeClr val="tx1"/>
                            </a:solidFill>
                            <a:latin typeface="Cambria Math" panose="02040503050406030204" pitchFamily="18" charset="0"/>
                          </a:rPr>
                          <m:t>1</m:t>
                        </m:r>
                      </m:e>
                    </m:d>
                    <m:r>
                      <a:rPr lang="en-US" sz="1800" b="0" i="1" smtClean="0">
                        <a:solidFill>
                          <a:schemeClr val="tx1"/>
                        </a:solidFill>
                        <a:latin typeface="Cambria Math" panose="02040503050406030204" pitchFamily="18" charset="0"/>
                      </a:rPr>
                      <m:t>&lt;</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2</m:t>
                        </m:r>
                      </m:e>
                    </m:d>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𝑤h𝑒𝑛</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1&gt;</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2</m:t>
                    </m:r>
                  </m:oMath>
                </a14:m>
                <a:endParaRPr lang="en-IN" sz="2400" dirty="0" smtClean="0"/>
              </a:p>
              <a:p>
                <a:pPr>
                  <a:buFont typeface="Wingdings" panose="05000000000000000000" pitchFamily="2" charset="2"/>
                  <a:buChar char="v"/>
                </a:pPr>
                <a14:m>
                  <m:oMath xmlns:m="http://schemas.openxmlformats.org/officeDocument/2006/math">
                    <m:r>
                      <a:rPr lang="en-US" b="0" i="1" smtClean="0">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𝑥</m:t>
                        </m:r>
                      </m:e>
                    </m:d>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𝑄</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oMath>
                </a14:m>
                <a:endParaRPr lang="en-IN" dirty="0" smtClean="0"/>
              </a:p>
              <a:p>
                <a:pPr>
                  <a:buFont typeface="Wingdings" panose="05000000000000000000" pitchFamily="2" charset="2"/>
                  <a:buChar char="v"/>
                </a:pPr>
                <a14:m>
                  <m:oMath xmlns:m="http://schemas.openxmlformats.org/officeDocument/2006/math">
                    <m:func>
                      <m:funcPr>
                        <m:ctrlPr>
                          <a:rPr lang="en-US" i="1">
                            <a:solidFill>
                              <a:schemeClr val="tx1"/>
                            </a:solidFill>
                            <a:latin typeface="Cambria Math" panose="02040503050406030204" pitchFamily="18" charset="0"/>
                          </a:rPr>
                        </m:ctrlPr>
                      </m:funcPr>
                      <m:fName>
                        <m:r>
                          <a:rPr lang="en-US">
                            <a:solidFill>
                              <a:schemeClr val="tx1"/>
                            </a:solidFill>
                            <a:latin typeface="Cambria Math" panose="02040503050406030204" pitchFamily="18" charset="0"/>
                          </a:rPr>
                          <m:t>  </m:t>
                        </m:r>
                        <m:r>
                          <m:rPr>
                            <m:sty m:val="p"/>
                          </m:rPr>
                          <a:rPr lang="en-US">
                            <a:solidFill>
                              <a:schemeClr val="tx1"/>
                            </a:solidFill>
                            <a:latin typeface="Cambria Math" panose="02040503050406030204" pitchFamily="18" charset="0"/>
                          </a:rPr>
                          <m:t>erf</m:t>
                        </m:r>
                      </m:fName>
                      <m:e>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0</m:t>
                            </m:r>
                          </m:e>
                        </m:d>
                      </m:e>
                    </m:func>
                    <m:r>
                      <a:rPr lang="en-US" i="1">
                        <a:solidFill>
                          <a:schemeClr val="tx1"/>
                        </a:solidFill>
                        <a:latin typeface="Cambria Math" panose="02040503050406030204" pitchFamily="18" charset="0"/>
                      </a:rPr>
                      <m:t>=</m:t>
                    </m:r>
                  </m:oMath>
                </a14:m>
                <a:r>
                  <a:rPr lang="en-IN" dirty="0" smtClean="0"/>
                  <a:t> 0</a:t>
                </a:r>
              </a:p>
              <a:p>
                <a:pPr>
                  <a:buFont typeface="Wingdings" panose="05000000000000000000" pitchFamily="2" charset="2"/>
                  <a:buChar char="v"/>
                </a:pPr>
                <a14:m>
                  <m:oMath xmlns:m="http://schemas.openxmlformats.org/officeDocument/2006/math">
                    <m:func>
                      <m:funcPr>
                        <m:ctrlPr>
                          <a:rPr lang="en-US" i="1">
                            <a:solidFill>
                              <a:schemeClr val="tx1"/>
                            </a:solidFill>
                            <a:latin typeface="Cambria Math" panose="02040503050406030204" pitchFamily="18" charset="0"/>
                          </a:rPr>
                        </m:ctrlPr>
                      </m:funcPr>
                      <m:fName>
                        <m:r>
                          <a:rPr lang="en-US">
                            <a:solidFill>
                              <a:schemeClr val="tx1"/>
                            </a:solidFill>
                            <a:latin typeface="Cambria Math" panose="02040503050406030204" pitchFamily="18" charset="0"/>
                          </a:rPr>
                          <m:t>  </m:t>
                        </m:r>
                        <m:r>
                          <m:rPr>
                            <m:sty m:val="p"/>
                          </m:rPr>
                          <a:rPr lang="en-US">
                            <a:solidFill>
                              <a:schemeClr val="tx1"/>
                            </a:solidFill>
                            <a:latin typeface="Cambria Math" panose="02040503050406030204" pitchFamily="18" charset="0"/>
                          </a:rPr>
                          <m:t>erf</m:t>
                        </m:r>
                      </m:fName>
                      <m:e>
                        <m:d>
                          <m:dPr>
                            <m:ctrlPr>
                              <a:rPr lang="en-US" i="1">
                                <a:solidFill>
                                  <a:schemeClr val="tx1"/>
                                </a:solidFill>
                                <a:latin typeface="Cambria Math" panose="02040503050406030204" pitchFamily="18" charset="0"/>
                              </a:rPr>
                            </m:ctrlPr>
                          </m:dPr>
                          <m:e>
                            <m:r>
                              <a:rPr lang="en-US" i="1" smtClean="0">
                                <a:solidFill>
                                  <a:schemeClr val="tx1"/>
                                </a:solidFill>
                                <a:latin typeface="Cambria Math" panose="02040503050406030204" pitchFamily="18" charset="0"/>
                                <a:ea typeface="Cambria Math" panose="02040503050406030204" pitchFamily="18" charset="0"/>
                              </a:rPr>
                              <m:t>∞</m:t>
                            </m:r>
                          </m:e>
                        </m:d>
                      </m:e>
                    </m:func>
                    <m:r>
                      <a:rPr lang="en-US" i="1">
                        <a:solidFill>
                          <a:schemeClr val="tx1"/>
                        </a:solidFill>
                        <a:latin typeface="Cambria Math" panose="02040503050406030204" pitchFamily="18" charset="0"/>
                      </a:rPr>
                      <m:t>=</m:t>
                    </m:r>
                  </m:oMath>
                </a14:m>
                <a:r>
                  <a:rPr lang="en-IN" dirty="0" smtClean="0"/>
                  <a:t> 1</a:t>
                </a:r>
              </a:p>
              <a:p>
                <a:pPr>
                  <a:buFont typeface="Wingdings" panose="05000000000000000000" pitchFamily="2" charset="2"/>
                  <a:buChar char="v"/>
                </a:pPr>
                <a14:m>
                  <m:oMath xmlns:m="http://schemas.openxmlformats.org/officeDocument/2006/math">
                    <m:func>
                      <m:funcPr>
                        <m:ctrlPr>
                          <a:rPr lang="en-US" i="1">
                            <a:solidFill>
                              <a:schemeClr val="tx1"/>
                            </a:solidFill>
                            <a:latin typeface="Cambria Math" panose="02040503050406030204" pitchFamily="18" charset="0"/>
                          </a:rPr>
                        </m:ctrlPr>
                      </m:funcPr>
                      <m:fName>
                        <m:r>
                          <a:rPr lang="en-US">
                            <a:solidFill>
                              <a:schemeClr val="tx1"/>
                            </a:solidFill>
                            <a:latin typeface="Cambria Math" panose="02040503050406030204" pitchFamily="18" charset="0"/>
                          </a:rPr>
                          <m:t>  </m:t>
                        </m:r>
                        <m:r>
                          <m:rPr>
                            <m:sty m:val="p"/>
                          </m:rPr>
                          <a:rPr lang="en-US">
                            <a:solidFill>
                              <a:schemeClr val="tx1"/>
                            </a:solidFill>
                            <a:latin typeface="Cambria Math" panose="02040503050406030204" pitchFamily="18" charset="0"/>
                          </a:rPr>
                          <m:t>erf</m:t>
                        </m:r>
                      </m:fName>
                      <m:e>
                        <m:d>
                          <m:dPr>
                            <m:ctrlPr>
                              <a:rPr lang="en-US"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𝑥</m:t>
                            </m:r>
                          </m:e>
                        </m:d>
                      </m:e>
                    </m:func>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m:t>
                    </m:r>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erf</m:t>
                        </m:r>
                      </m:fName>
                      <m:e>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𝑥</m:t>
                            </m:r>
                          </m:e>
                        </m:d>
                      </m:e>
                    </m:func>
                  </m:oMath>
                </a14:m>
                <a:endParaRPr lang="en-IN" dirty="0" smtClean="0"/>
              </a:p>
              <a:p>
                <a:pPr>
                  <a:buFont typeface="Wingdings" panose="05000000000000000000" pitchFamily="2" charset="2"/>
                  <a:buChar char="v"/>
                </a:pPr>
                <a:endParaRPr lang="en-IN"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cstate="print"/>
                <a:stretch>
                  <a:fillRect l="-1939"/>
                </a:stretch>
              </a:blipFill>
            </p:spPr>
            <p:txBody>
              <a:bodyPr/>
              <a:lstStyle/>
              <a:p>
                <a:r>
                  <a:rPr lang="en-IN" dirty="0">
                    <a:noFill/>
                  </a:rPr>
                  <a:t> </a:t>
                </a:r>
              </a:p>
            </p:txBody>
          </p:sp>
        </mc:Fallback>
      </mc:AlternateContent>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dirty="0"/>
          </a:p>
        </p:txBody>
      </p:sp>
      <p:sp>
        <p:nvSpPr>
          <p:cNvPr id="6" name="TextBox 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7" name="Round Same Side Corner Rectangle 6">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8" name="Picture 7"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3966148813"/>
      </p:ext>
    </p:extLst>
  </p:cSld>
  <p:clrMapOvr>
    <a:masterClrMapping/>
  </p:clrMapOvr>
  <p:transition>
    <p:pull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chemeClr val="tx1"/>
                </a:solidFill>
                <a:latin typeface="+mn-lt"/>
                <a:cs typeface="Times New Roman" panose="02020603050405020304" pitchFamily="18" charset="0"/>
              </a:rPr>
              <a:t>Detection error of different encoding scheme</a:t>
            </a:r>
            <a:endParaRPr lang="en-IN" sz="4000" dirty="0">
              <a:solidFill>
                <a:schemeClr val="tx1"/>
              </a:solidFill>
              <a:latin typeface="+mn-lt"/>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dirty="0"/>
          </a:p>
        </p:txBody>
      </p:sp>
      <p:sp>
        <p:nvSpPr>
          <p:cNvPr id="6" name="TextBox 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7" name="Round Same Side Corner Rectangle 6">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8" name="Picture 7"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9" name="Content Placeholder 8"/>
          <p:cNvSpPr txBox="1">
            <a:spLocks noGrp="1"/>
          </p:cNvSpPr>
          <p:nvPr>
            <p:ph idx="1"/>
          </p:nvPr>
        </p:nvSpPr>
        <p:spPr>
          <a:xfrm>
            <a:off x="685800" y="1761537"/>
            <a:ext cx="2651761" cy="397032"/>
          </a:xfrm>
          <a:prstGeom prst="rect">
            <a:avLst/>
          </a:prstGeom>
          <a:noFill/>
        </p:spPr>
        <p:txBody>
          <a:bodyPr wrap="square" rtlCol="0">
            <a:spAutoFit/>
          </a:bodyPr>
          <a:lstStyle/>
          <a:p>
            <a:pPr marL="285750" indent="-285750">
              <a:buClr>
                <a:srgbClr val="C00000"/>
              </a:buClr>
              <a:buFont typeface="Wingdings" panose="05000000000000000000" pitchFamily="2" charset="2"/>
              <a:buChar char="§"/>
            </a:pPr>
            <a:r>
              <a:rPr lang="en-US" sz="2200" dirty="0">
                <a:solidFill>
                  <a:schemeClr val="tx1"/>
                </a:solidFill>
                <a:cs typeface="Times New Roman" panose="02020603050405020304" pitchFamily="18" charset="0"/>
              </a:rPr>
              <a:t>Polar Transmission </a:t>
            </a:r>
          </a:p>
        </p:txBody>
      </p:sp>
      <p:sp>
        <p:nvSpPr>
          <p:cNvPr id="10" name="TextBox 9"/>
          <p:cNvSpPr txBox="1"/>
          <p:nvPr/>
        </p:nvSpPr>
        <p:spPr>
          <a:xfrm>
            <a:off x="5029200" y="1828084"/>
            <a:ext cx="3061510" cy="430887"/>
          </a:xfrm>
          <a:prstGeom prst="rect">
            <a:avLst/>
          </a:prstGeom>
          <a:noFill/>
        </p:spPr>
        <p:txBody>
          <a:bodyPr wrap="square" rtlCol="0">
            <a:spAutoFit/>
          </a:bodyPr>
          <a:lstStyle/>
          <a:p>
            <a:pPr marL="285750" indent="-285750">
              <a:buClr>
                <a:srgbClr val="C00000"/>
              </a:buClr>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Unipolar Transmission </a:t>
            </a:r>
          </a:p>
        </p:txBody>
      </p:sp>
      <p:pic>
        <p:nvPicPr>
          <p:cNvPr id="11" name="Picture 10"/>
          <p:cNvPicPr>
            <a:picLocks noChangeAspect="1"/>
          </p:cNvPicPr>
          <p:nvPr/>
        </p:nvPicPr>
        <p:blipFill rotWithShape="1">
          <a:blip r:embed="rId3" cstate="print">
            <a:extLst>
              <a:ext uri="{28A0092B-C50C-407E-A947-70E740481C1C}">
                <a14:useLocalDpi xmlns:a14="http://schemas.microsoft.com/office/drawing/2010/main" xmlns="" val="0"/>
              </a:ext>
            </a:extLst>
          </a:blip>
          <a:srcRect l="-1" r="52697" b="60654"/>
          <a:stretch/>
        </p:blipFill>
        <p:spPr>
          <a:xfrm>
            <a:off x="224007" y="2088603"/>
            <a:ext cx="3738391" cy="1507967"/>
          </a:xfrm>
          <a:prstGeom prst="rect">
            <a:avLst/>
          </a:prstGeom>
        </p:spPr>
      </p:pic>
      <p:sp>
        <p:nvSpPr>
          <p:cNvPr id="12" name="TextBox 11"/>
          <p:cNvSpPr txBox="1"/>
          <p:nvPr/>
        </p:nvSpPr>
        <p:spPr>
          <a:xfrm>
            <a:off x="277280" y="3519545"/>
            <a:ext cx="3631843" cy="338554"/>
          </a:xfrm>
          <a:prstGeom prst="rect">
            <a:avLst/>
          </a:prstGeom>
          <a:noFill/>
        </p:spPr>
        <p:txBody>
          <a:bodyPr wrap="square" rtlCol="0">
            <a:spAutoFit/>
          </a:bodyPr>
          <a:lstStyle/>
          <a:p>
            <a:pPr algn="ctr"/>
            <a:r>
              <a:rPr lang="en-US" sz="1600" b="1" dirty="0">
                <a:cs typeface="Times New Roman" panose="02020603050405020304" pitchFamily="18" charset="0"/>
              </a:rPr>
              <a:t>Fig. </a:t>
            </a:r>
            <a:r>
              <a:rPr lang="en-US" sz="1600" b="1" dirty="0" smtClean="0">
                <a:cs typeface="Times New Roman" panose="02020603050405020304" pitchFamily="18" charset="0"/>
              </a:rPr>
              <a:t>6.  </a:t>
            </a:r>
            <a:r>
              <a:rPr lang="en-US" sz="1600" b="1" dirty="0">
                <a:cs typeface="Times New Roman" panose="02020603050405020304" pitchFamily="18" charset="0"/>
              </a:rPr>
              <a:t>Polar Signal</a:t>
            </a:r>
          </a:p>
        </p:txBody>
      </p:sp>
      <p:pic>
        <p:nvPicPr>
          <p:cNvPr id="13" name="Picture 12"/>
          <p:cNvPicPr>
            <a:picLocks noChangeAspect="1"/>
          </p:cNvPicPr>
          <p:nvPr/>
        </p:nvPicPr>
        <p:blipFill rotWithShape="1">
          <a:blip r:embed="rId4" cstate="print">
            <a:extLst>
              <a:ext uri="{28A0092B-C50C-407E-A947-70E740481C1C}">
                <a14:useLocalDpi xmlns:a14="http://schemas.microsoft.com/office/drawing/2010/main" xmlns="" val="0"/>
              </a:ext>
            </a:extLst>
          </a:blip>
          <a:srcRect t="4470" r="48239" b="74553"/>
          <a:stretch/>
        </p:blipFill>
        <p:spPr>
          <a:xfrm>
            <a:off x="4611791" y="2325368"/>
            <a:ext cx="4245735" cy="1434651"/>
          </a:xfrm>
          <a:prstGeom prst="rect">
            <a:avLst/>
          </a:prstGeom>
        </p:spPr>
      </p:pic>
      <p:sp>
        <p:nvSpPr>
          <p:cNvPr id="14" name="TextBox 13"/>
          <p:cNvSpPr txBox="1"/>
          <p:nvPr/>
        </p:nvSpPr>
        <p:spPr>
          <a:xfrm>
            <a:off x="4918736" y="3596570"/>
            <a:ext cx="3631843" cy="338554"/>
          </a:xfrm>
          <a:prstGeom prst="rect">
            <a:avLst/>
          </a:prstGeom>
          <a:noFill/>
        </p:spPr>
        <p:txBody>
          <a:bodyPr wrap="square" rtlCol="0">
            <a:spAutoFit/>
          </a:bodyPr>
          <a:lstStyle/>
          <a:p>
            <a:pPr algn="ctr"/>
            <a:r>
              <a:rPr lang="en-US" sz="1600" b="1" dirty="0">
                <a:cs typeface="Times New Roman" panose="02020603050405020304" pitchFamily="18" charset="0"/>
              </a:rPr>
              <a:t>Fig. </a:t>
            </a:r>
            <a:r>
              <a:rPr lang="en-US" sz="1600" b="1" dirty="0" smtClean="0">
                <a:cs typeface="Times New Roman" panose="02020603050405020304" pitchFamily="18" charset="0"/>
              </a:rPr>
              <a:t>7.  </a:t>
            </a:r>
            <a:r>
              <a:rPr lang="en-US" sz="1600" b="1" dirty="0">
                <a:cs typeface="Times New Roman" panose="02020603050405020304" pitchFamily="18" charset="0"/>
              </a:rPr>
              <a:t>Unipolar Signal</a:t>
            </a:r>
          </a:p>
        </p:txBody>
      </p:sp>
      <p:sp>
        <p:nvSpPr>
          <p:cNvPr id="15" name="TextBox 14"/>
          <p:cNvSpPr txBox="1"/>
          <p:nvPr/>
        </p:nvSpPr>
        <p:spPr>
          <a:xfrm>
            <a:off x="257213" y="3797072"/>
            <a:ext cx="5014851" cy="646331"/>
          </a:xfrm>
          <a:prstGeom prst="rect">
            <a:avLst/>
          </a:prstGeom>
          <a:noFill/>
        </p:spPr>
        <p:txBody>
          <a:bodyPr wrap="square" rtlCol="0">
            <a:spAutoFit/>
          </a:bodyPr>
          <a:lstStyle/>
          <a:p>
            <a:pPr marL="285750" indent="-285750">
              <a:buClr>
                <a:srgbClr val="C00000"/>
              </a:buClr>
              <a:buFont typeface="Wingdings" panose="05000000000000000000" pitchFamily="2" charset="2"/>
              <a:buChar char="§"/>
            </a:pPr>
            <a:r>
              <a:rPr lang="en-US" dirty="0">
                <a:cs typeface="Times New Roman" panose="02020603050405020304" pitchFamily="18" charset="0"/>
              </a:rPr>
              <a:t>Bipolar/ Alternative Mark Inversion (AMI) Transmission</a:t>
            </a:r>
          </a:p>
        </p:txBody>
      </p:sp>
      <p:pic>
        <p:nvPicPr>
          <p:cNvPr id="16" name="Picture 15"/>
          <p:cNvPicPr>
            <a:picLocks noChangeAspect="1"/>
          </p:cNvPicPr>
          <p:nvPr/>
        </p:nvPicPr>
        <p:blipFill rotWithShape="1">
          <a:blip r:embed="rId5" cstate="print">
            <a:extLst>
              <a:ext uri="{28A0092B-C50C-407E-A947-70E740481C1C}">
                <a14:useLocalDpi xmlns:a14="http://schemas.microsoft.com/office/drawing/2010/main" xmlns="" val="0"/>
              </a:ext>
            </a:extLst>
          </a:blip>
          <a:srcRect l="754" t="2903" r="48734" b="60360"/>
          <a:stretch/>
        </p:blipFill>
        <p:spPr>
          <a:xfrm>
            <a:off x="277280" y="4419467"/>
            <a:ext cx="4115805" cy="1744790"/>
          </a:xfrm>
          <a:prstGeom prst="rect">
            <a:avLst/>
          </a:prstGeom>
        </p:spPr>
      </p:pic>
      <p:sp>
        <p:nvSpPr>
          <p:cNvPr id="17" name="TextBox 16"/>
          <p:cNvSpPr txBox="1"/>
          <p:nvPr/>
        </p:nvSpPr>
        <p:spPr>
          <a:xfrm>
            <a:off x="231813" y="5994980"/>
            <a:ext cx="3631843" cy="338554"/>
          </a:xfrm>
          <a:prstGeom prst="rect">
            <a:avLst/>
          </a:prstGeom>
          <a:noFill/>
        </p:spPr>
        <p:txBody>
          <a:bodyPr wrap="square" rtlCol="0">
            <a:spAutoFit/>
          </a:bodyPr>
          <a:lstStyle/>
          <a:p>
            <a:pPr algn="ctr"/>
            <a:r>
              <a:rPr lang="en-US" sz="1600" b="1" dirty="0">
                <a:cs typeface="Times New Roman" panose="02020603050405020304" pitchFamily="18" charset="0"/>
              </a:rPr>
              <a:t>Fig. </a:t>
            </a:r>
            <a:r>
              <a:rPr lang="en-US" sz="1600" b="1" dirty="0" smtClean="0">
                <a:cs typeface="Times New Roman" panose="02020603050405020304" pitchFamily="18" charset="0"/>
              </a:rPr>
              <a:t>8.  </a:t>
            </a:r>
            <a:r>
              <a:rPr lang="en-US" sz="1600" b="1" dirty="0">
                <a:cs typeface="Times New Roman" panose="02020603050405020304" pitchFamily="18" charset="0"/>
              </a:rPr>
              <a:t>Bipolar Signal</a:t>
            </a:r>
          </a:p>
        </p:txBody>
      </p:sp>
      <mc:AlternateContent xmlns:mc="http://schemas.openxmlformats.org/markup-compatibility/2006">
        <mc:Choice xmlns:a14="http://schemas.microsoft.com/office/drawing/2010/main" xmlns="" Requires="a14">
          <p:graphicFrame>
            <p:nvGraphicFramePr>
              <p:cNvPr id="18" name="Table 17"/>
              <p:cNvGraphicFramePr>
                <a:graphicFrameLocks noGrp="1"/>
              </p:cNvGraphicFramePr>
              <p:nvPr>
                <p:extLst>
                  <p:ext uri="{D42A27DB-BD31-4B8C-83A1-F6EECF244321}">
                    <p14:modId xmlns:p14="http://schemas.microsoft.com/office/powerpoint/2010/main" val="391763080"/>
                  </p:ext>
                </p:extLst>
              </p:nvPr>
            </p:nvGraphicFramePr>
            <p:xfrm>
              <a:off x="4495799" y="3903592"/>
              <a:ext cx="4419600" cy="2500744"/>
            </p:xfrm>
            <a:graphic>
              <a:graphicData uri="http://schemas.openxmlformats.org/drawingml/2006/table">
                <a:tbl>
                  <a:tblPr firstRow="1" bandRow="1">
                    <a:tableStyleId>{3B4B98B0-60AC-42C2-AFA5-B58CD77FA1E5}</a:tableStyleId>
                  </a:tblPr>
                  <a:tblGrid>
                    <a:gridCol w="633863">
                      <a:extLst>
                        <a:ext uri="{9D8B030D-6E8A-4147-A177-3AD203B41FA5}">
                          <a16:colId xmlns:a16="http://schemas.microsoft.com/office/drawing/2014/main" xmlns="" val="20000"/>
                        </a:ext>
                      </a:extLst>
                    </a:gridCol>
                    <a:gridCol w="1831809">
                      <a:extLst>
                        <a:ext uri="{9D8B030D-6E8A-4147-A177-3AD203B41FA5}">
                          <a16:colId xmlns:a16="http://schemas.microsoft.com/office/drawing/2014/main" xmlns="" val="20001"/>
                        </a:ext>
                      </a:extLst>
                    </a:gridCol>
                    <a:gridCol w="1953928">
                      <a:extLst>
                        <a:ext uri="{9D8B030D-6E8A-4147-A177-3AD203B41FA5}">
                          <a16:colId xmlns:a16="http://schemas.microsoft.com/office/drawing/2014/main" xmlns="" val="20002"/>
                        </a:ext>
                      </a:extLst>
                    </a:gridCol>
                  </a:tblGrid>
                  <a:tr h="455536">
                    <a:tc>
                      <a:txBody>
                        <a:bodyPr/>
                        <a:lstStyle/>
                        <a:p>
                          <a:r>
                            <a:rPr lang="en-US" sz="1400" dirty="0">
                              <a:latin typeface="+mn-lt"/>
                              <a:cs typeface="Times New Roman" panose="02020603050405020304" pitchFamily="18" charset="0"/>
                            </a:rPr>
                            <a:t>Sl.No.</a:t>
                          </a:r>
                        </a:p>
                      </a:txBody>
                      <a:tcPr/>
                    </a:tc>
                    <a:tc>
                      <a:txBody>
                        <a:bodyPr/>
                        <a:lstStyle/>
                        <a:p>
                          <a:r>
                            <a:rPr lang="en-US" sz="1400" dirty="0">
                              <a:latin typeface="+mn-lt"/>
                              <a:cs typeface="Times New Roman" panose="02020603050405020304" pitchFamily="18" charset="0"/>
                            </a:rPr>
                            <a:t>Transmission</a:t>
                          </a:r>
                          <a:r>
                            <a:rPr lang="en-US" sz="1400" baseline="0" dirty="0">
                              <a:latin typeface="+mn-lt"/>
                              <a:cs typeface="Times New Roman" panose="02020603050405020304" pitchFamily="18" charset="0"/>
                            </a:rPr>
                            <a:t> Scheme</a:t>
                          </a:r>
                          <a:endParaRPr lang="en-US" sz="1400" dirty="0">
                            <a:latin typeface="+mn-lt"/>
                            <a:cs typeface="Times New Roman" panose="02020603050405020304" pitchFamily="18" charset="0"/>
                          </a:endParaRPr>
                        </a:p>
                      </a:txBody>
                      <a:tcPr/>
                    </a:tc>
                    <a:tc>
                      <a:txBody>
                        <a:bodyPr/>
                        <a:lstStyle/>
                        <a:p>
                          <a:r>
                            <a:rPr lang="en-US" sz="1400" dirty="0">
                              <a:latin typeface="+mn-lt"/>
                              <a:cs typeface="Times New Roman" panose="02020603050405020304" pitchFamily="18" charset="0"/>
                            </a:rPr>
                            <a:t>Probability of Error</a:t>
                          </a:r>
                        </a:p>
                      </a:txBody>
                      <a:tcPr/>
                    </a:tc>
                    <a:extLst>
                      <a:ext uri="{0D108BD9-81ED-4DB2-BD59-A6C34878D82A}">
                        <a16:rowId xmlns:a16="http://schemas.microsoft.com/office/drawing/2014/main" xmlns="" val="10000"/>
                      </a:ext>
                    </a:extLst>
                  </a:tr>
                  <a:tr h="641851">
                    <a:tc>
                      <a:txBody>
                        <a:bodyPr/>
                        <a:lstStyle/>
                        <a:p>
                          <a:r>
                            <a:rPr lang="en-US" sz="1600" dirty="0">
                              <a:latin typeface="Calibri" panose="020F0502020204030204" pitchFamily="34" charset="0"/>
                              <a:cs typeface="Calibri" panose="020F0502020204030204" pitchFamily="34" charset="0"/>
                            </a:rPr>
                            <a:t>01.</a:t>
                          </a:r>
                        </a:p>
                      </a:txBody>
                      <a:tcPr/>
                    </a:tc>
                    <a:tc>
                      <a:txBody>
                        <a:bodyPr/>
                        <a:lstStyle/>
                        <a:p>
                          <a:r>
                            <a:rPr lang="en-US" sz="1600" dirty="0">
                              <a:latin typeface="Calibri" panose="020F0502020204030204" pitchFamily="34" charset="0"/>
                              <a:cs typeface="Calibri" panose="020F0502020204030204" pitchFamily="34" charset="0"/>
                            </a:rPr>
                            <a:t>Polar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Q (</a:t>
                          </a:r>
                          <a14:m>
                            <m:oMath xmlns:m="http://schemas.openxmlformats.org/officeDocument/2006/math">
                              <m:f>
                                <m:fPr>
                                  <m:ctrlPr>
                                    <a:rPr lang="en-US" sz="140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𝐴</m:t>
                                  </m:r>
                                </m:num>
                                <m:den>
                                  <m:r>
                                    <a:rPr lang="en-US" sz="1400" i="1" smtClean="0">
                                      <a:latin typeface="Cambria Math" panose="02040503050406030204" pitchFamily="18" charset="0"/>
                                      <a:ea typeface="Cambria Math" panose="02040503050406030204" pitchFamily="18" charset="0"/>
                                      <a:cs typeface="Times New Roman" panose="02020603050405020304" pitchFamily="18" charset="0"/>
                                    </a:rPr>
                                    <m:t>𝜎</m:t>
                                  </m:r>
                                </m:den>
                              </m:f>
                            </m:oMath>
                          </a14:m>
                          <a:r>
                            <a:rPr lang="en-US" sz="1400" dirty="0">
                              <a:latin typeface="Times New Roman" panose="02020603050405020304" pitchFamily="18" charset="0"/>
                              <a:cs typeface="Times New Roman" panose="02020603050405020304" pitchFamily="18" charset="0"/>
                            </a:rPr>
                            <a:t>) = </a:t>
                          </a:r>
                          <a14:m>
                            <m:oMath xmlns:m="http://schemas.openxmlformats.org/officeDocument/2006/math">
                              <m:f>
                                <m:fPr>
                                  <m:ctrlPr>
                                    <a:rPr lang="en-US" sz="140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1</m:t>
                                  </m:r>
                                </m:num>
                                <m:den>
                                  <m:r>
                                    <a:rPr lang="en-US" sz="1400" b="0" i="1" smtClean="0">
                                      <a:latin typeface="Cambria Math" panose="02040503050406030204" pitchFamily="18" charset="0"/>
                                      <a:cs typeface="Times New Roman" panose="02020603050405020304" pitchFamily="18" charset="0"/>
                                    </a:rPr>
                                    <m:t>2</m:t>
                                  </m:r>
                                </m:den>
                              </m:f>
                              <m:func>
                                <m:funcPr>
                                  <m:ctrlPr>
                                    <a:rPr lang="en-US" sz="1400" b="0" i="1" smtClean="0">
                                      <a:latin typeface="Cambria Math" panose="02040503050406030204" pitchFamily="18" charset="0"/>
                                      <a:cs typeface="Times New Roman" panose="02020603050405020304" pitchFamily="18" charset="0"/>
                                    </a:rPr>
                                  </m:ctrlPr>
                                </m:funcPr>
                                <m:fName>
                                  <m:r>
                                    <m:rPr>
                                      <m:sty m:val="p"/>
                                    </m:rPr>
                                    <a:rPr lang="en-US" sz="1400" b="0" i="0" smtClean="0">
                                      <a:latin typeface="Cambria Math" panose="02040503050406030204" pitchFamily="18" charset="0"/>
                                      <a:cs typeface="Times New Roman" panose="02020603050405020304" pitchFamily="18" charset="0"/>
                                    </a:rPr>
                                    <m:t>erfc</m:t>
                                  </m:r>
                                </m:fName>
                                <m:e>
                                  <m:r>
                                    <a:rPr lang="en-US" sz="1400" b="0" i="1" smtClean="0">
                                      <a:latin typeface="Cambria Math" panose="02040503050406030204" pitchFamily="18" charset="0"/>
                                      <a:cs typeface="Times New Roman" panose="02020603050405020304" pitchFamily="18" charset="0"/>
                                    </a:rPr>
                                    <m:t>(</m:t>
                                  </m:r>
                                  <m:f>
                                    <m:fPr>
                                      <m:ctrlPr>
                                        <a:rPr lang="en-US" sz="1400" b="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𝐴</m:t>
                                      </m:r>
                                    </m:num>
                                    <m:den>
                                      <m:rad>
                                        <m:radPr>
                                          <m:degHide m:val="on"/>
                                          <m:ctrlPr>
                                            <a:rPr lang="en-US" sz="1400" b="0" i="1" smtClean="0">
                                              <a:latin typeface="Cambria Math" panose="02040503050406030204" pitchFamily="18" charset="0"/>
                                              <a:cs typeface="Times New Roman" panose="02020603050405020304" pitchFamily="18" charset="0"/>
                                            </a:rPr>
                                          </m:ctrlPr>
                                        </m:radPr>
                                        <m:deg/>
                                        <m:e>
                                          <m:r>
                                            <a:rPr lang="en-US" sz="1400" b="0" i="1" smtClean="0">
                                              <a:latin typeface="Cambria Math" panose="02040503050406030204" pitchFamily="18" charset="0"/>
                                              <a:cs typeface="Times New Roman" panose="02020603050405020304" pitchFamily="18" charset="0"/>
                                            </a:rPr>
                                            <m:t>2</m:t>
                                          </m:r>
                                        </m:e>
                                      </m:rad>
                                      <m:r>
                                        <a:rPr lang="en-US" sz="1400" b="0" i="1" smtClean="0">
                                          <a:latin typeface="Cambria Math" panose="02040503050406030204" pitchFamily="18" charset="0"/>
                                          <a:ea typeface="Cambria Math" panose="02040503050406030204" pitchFamily="18" charset="0"/>
                                          <a:cs typeface="Times New Roman" panose="02020603050405020304" pitchFamily="18" charset="0"/>
                                        </a:rPr>
                                        <m:t>𝜎</m:t>
                                      </m:r>
                                    </m:den>
                                  </m:f>
                                  <m:r>
                                    <a:rPr lang="en-US" sz="1400" b="0" i="1" smtClean="0">
                                      <a:latin typeface="Cambria Math" panose="02040503050406030204" pitchFamily="18" charset="0"/>
                                      <a:cs typeface="Times New Roman" panose="02020603050405020304" pitchFamily="18" charset="0"/>
                                    </a:rPr>
                                    <m:t>)</m:t>
                                  </m:r>
                                </m:e>
                              </m:func>
                            </m:oMath>
                          </a14:m>
                          <a:endParaRPr lang="en-US" sz="1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1"/>
                      </a:ext>
                    </a:extLst>
                  </a:tr>
                  <a:tr h="641851">
                    <a:tc>
                      <a:txBody>
                        <a:bodyPr/>
                        <a:lstStyle/>
                        <a:p>
                          <a:r>
                            <a:rPr lang="en-US" sz="1600" dirty="0">
                              <a:latin typeface="Calibri" panose="020F0502020204030204" pitchFamily="34" charset="0"/>
                              <a:cs typeface="Calibri" panose="020F0502020204030204" pitchFamily="34" charset="0"/>
                            </a:rPr>
                            <a:t>02.</a:t>
                          </a:r>
                        </a:p>
                      </a:txBody>
                      <a:tcPr/>
                    </a:tc>
                    <a:tc>
                      <a:txBody>
                        <a:bodyPr/>
                        <a:lstStyle/>
                        <a:p>
                          <a:r>
                            <a:rPr lang="en-US" sz="1600" dirty="0">
                              <a:latin typeface="Calibri" panose="020F0502020204030204" pitchFamily="34" charset="0"/>
                              <a:cs typeface="Calibri" panose="020F0502020204030204" pitchFamily="34" charset="0"/>
                            </a:rPr>
                            <a:t>Unipolar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Q( </a:t>
                          </a:r>
                          <a14:m>
                            <m:oMath xmlns:m="http://schemas.openxmlformats.org/officeDocument/2006/math">
                              <m:f>
                                <m:fPr>
                                  <m:ctrlPr>
                                    <a:rPr lang="en-US" sz="140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𝐴</m:t>
                                  </m:r>
                                </m:num>
                                <m:den>
                                  <m:r>
                                    <a:rPr lang="en-US" sz="1400" b="0" i="1" smtClean="0">
                                      <a:latin typeface="Cambria Math" panose="02040503050406030204" pitchFamily="18" charset="0"/>
                                      <a:cs typeface="Times New Roman" panose="02020603050405020304" pitchFamily="18" charset="0"/>
                                    </a:rPr>
                                    <m:t>2</m:t>
                                  </m:r>
                                  <m:r>
                                    <a:rPr lang="en-US" sz="1400" b="0" i="1" smtClean="0">
                                      <a:latin typeface="Cambria Math" panose="02040503050406030204" pitchFamily="18" charset="0"/>
                                      <a:ea typeface="Cambria Math" panose="02040503050406030204" pitchFamily="18" charset="0"/>
                                      <a:cs typeface="Times New Roman" panose="02020603050405020304" pitchFamily="18" charset="0"/>
                                    </a:rPr>
                                    <m:t>𝜎</m:t>
                                  </m:r>
                                </m:den>
                              </m:f>
                            </m:oMath>
                          </a14:m>
                          <a:r>
                            <a:rPr lang="en-US" sz="1400" dirty="0">
                              <a:latin typeface="Times New Roman" panose="02020603050405020304" pitchFamily="18" charset="0"/>
                              <a:cs typeface="Times New Roman" panose="02020603050405020304" pitchFamily="18" charset="0"/>
                            </a:rPr>
                            <a:t>)=</a:t>
                          </a:r>
                          <a:r>
                            <a:rPr lang="en-US" sz="1400" baseline="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sz="140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1</m:t>
                                  </m:r>
                                </m:num>
                                <m:den>
                                  <m:r>
                                    <a:rPr lang="en-US" sz="1400" b="0" i="1" smtClean="0">
                                      <a:latin typeface="Cambria Math" panose="02040503050406030204" pitchFamily="18" charset="0"/>
                                      <a:cs typeface="Times New Roman" panose="02020603050405020304" pitchFamily="18" charset="0"/>
                                    </a:rPr>
                                    <m:t>2</m:t>
                                  </m:r>
                                </m:den>
                              </m:f>
                              <m:func>
                                <m:funcPr>
                                  <m:ctrlPr>
                                    <a:rPr lang="en-US" sz="1400" b="0" i="1" smtClean="0">
                                      <a:latin typeface="Cambria Math" panose="02040503050406030204" pitchFamily="18" charset="0"/>
                                      <a:cs typeface="Times New Roman" panose="02020603050405020304" pitchFamily="18" charset="0"/>
                                    </a:rPr>
                                  </m:ctrlPr>
                                </m:funcPr>
                                <m:fName>
                                  <m:r>
                                    <m:rPr>
                                      <m:sty m:val="p"/>
                                    </m:rPr>
                                    <a:rPr lang="en-US" sz="1400" b="0" i="0" smtClean="0">
                                      <a:latin typeface="Cambria Math" panose="02040503050406030204" pitchFamily="18" charset="0"/>
                                      <a:cs typeface="Times New Roman" panose="02020603050405020304" pitchFamily="18" charset="0"/>
                                    </a:rPr>
                                    <m:t>erfc</m:t>
                                  </m:r>
                                </m:fName>
                                <m:e>
                                  <m:r>
                                    <a:rPr lang="en-US" sz="1400" b="0" i="1" smtClean="0">
                                      <a:latin typeface="Cambria Math" panose="02040503050406030204" pitchFamily="18" charset="0"/>
                                      <a:cs typeface="Times New Roman" panose="02020603050405020304" pitchFamily="18" charset="0"/>
                                    </a:rPr>
                                    <m:t>(</m:t>
                                  </m:r>
                                  <m:f>
                                    <m:fPr>
                                      <m:ctrlPr>
                                        <a:rPr lang="en-US" sz="1400" b="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𝐴</m:t>
                                      </m:r>
                                    </m:num>
                                    <m:den>
                                      <m:r>
                                        <a:rPr lang="en-US" sz="1400" b="0" i="1" smtClean="0">
                                          <a:latin typeface="Cambria Math" panose="02040503050406030204" pitchFamily="18" charset="0"/>
                                          <a:cs typeface="Times New Roman" panose="02020603050405020304" pitchFamily="18" charset="0"/>
                                        </a:rPr>
                                        <m:t>2</m:t>
                                      </m:r>
                                      <m:rad>
                                        <m:radPr>
                                          <m:degHide m:val="on"/>
                                          <m:ctrlPr>
                                            <a:rPr lang="en-US" sz="1400" b="0" i="1" smtClean="0">
                                              <a:latin typeface="Cambria Math" panose="02040503050406030204" pitchFamily="18" charset="0"/>
                                              <a:cs typeface="Times New Roman" panose="02020603050405020304" pitchFamily="18" charset="0"/>
                                            </a:rPr>
                                          </m:ctrlPr>
                                        </m:radPr>
                                        <m:deg/>
                                        <m:e>
                                          <m:r>
                                            <a:rPr lang="en-US" sz="1400" b="0" i="1" smtClean="0">
                                              <a:latin typeface="Cambria Math" panose="02040503050406030204" pitchFamily="18" charset="0"/>
                                              <a:cs typeface="Times New Roman" panose="02020603050405020304" pitchFamily="18" charset="0"/>
                                            </a:rPr>
                                            <m:t>2</m:t>
                                          </m:r>
                                        </m:e>
                                      </m:rad>
                                      <m:r>
                                        <a:rPr lang="en-US" sz="1400" b="0" i="1" smtClean="0">
                                          <a:latin typeface="Cambria Math" panose="02040503050406030204" pitchFamily="18" charset="0"/>
                                          <a:ea typeface="Cambria Math" panose="02040503050406030204" pitchFamily="18" charset="0"/>
                                          <a:cs typeface="Times New Roman" panose="02020603050405020304" pitchFamily="18" charset="0"/>
                                        </a:rPr>
                                        <m:t>𝜎</m:t>
                                      </m:r>
                                    </m:den>
                                  </m:f>
                                  <m:r>
                                    <a:rPr lang="en-US" sz="1400" b="0" i="1" smtClean="0">
                                      <a:latin typeface="Cambria Math" panose="02040503050406030204" pitchFamily="18" charset="0"/>
                                      <a:cs typeface="Times New Roman" panose="02020603050405020304" pitchFamily="18" charset="0"/>
                                    </a:rPr>
                                    <m:t>)</m:t>
                                  </m:r>
                                </m:e>
                              </m:func>
                            </m:oMath>
                          </a14:m>
                          <a:endParaRPr lang="en-US" sz="1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2"/>
                      </a:ext>
                    </a:extLst>
                  </a:tr>
                  <a:tr h="641851">
                    <a:tc>
                      <a:txBody>
                        <a:bodyPr/>
                        <a:lstStyle/>
                        <a:p>
                          <a:r>
                            <a:rPr lang="en-US" sz="1600" dirty="0">
                              <a:latin typeface="Calibri" panose="020F0502020204030204" pitchFamily="34" charset="0"/>
                              <a:cs typeface="Calibri" panose="020F0502020204030204" pitchFamily="34" charset="0"/>
                            </a:rPr>
                            <a:t>03. </a:t>
                          </a:r>
                        </a:p>
                      </a:txBody>
                      <a:tcPr/>
                    </a:tc>
                    <a:tc>
                      <a:txBody>
                        <a:bodyPr/>
                        <a:lstStyle/>
                        <a:p>
                          <a:r>
                            <a:rPr lang="en-US" sz="1600" dirty="0">
                              <a:latin typeface="Calibri" panose="020F0502020204030204" pitchFamily="34" charset="0"/>
                              <a:cs typeface="Calibri" panose="020F0502020204030204" pitchFamily="34" charset="0"/>
                            </a:rPr>
                            <a:t>Bipolar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
                                <m:fPr>
                                  <m:ctrlPr>
                                    <a:rPr lang="en-US" sz="140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3</m:t>
                                  </m:r>
                                </m:num>
                                <m:den>
                                  <m:r>
                                    <a:rPr lang="en-US" sz="1400" b="0" i="1" smtClean="0">
                                      <a:latin typeface="Cambria Math" panose="02040503050406030204" pitchFamily="18" charset="0"/>
                                      <a:cs typeface="Times New Roman" panose="02020603050405020304" pitchFamily="18" charset="0"/>
                                    </a:rPr>
                                    <m:t>2</m:t>
                                  </m:r>
                                </m:den>
                              </m:f>
                            </m:oMath>
                          </a14:m>
                          <a:r>
                            <a:rPr lang="en-US" sz="1400" dirty="0">
                              <a:latin typeface="Times New Roman" panose="02020603050405020304" pitchFamily="18" charset="0"/>
                              <a:cs typeface="Times New Roman" panose="02020603050405020304" pitchFamily="18" charset="0"/>
                            </a:rPr>
                            <a:t> Q (</a:t>
                          </a:r>
                          <a14:m>
                            <m:oMath xmlns:m="http://schemas.openxmlformats.org/officeDocument/2006/math">
                              <m:f>
                                <m:fPr>
                                  <m:ctrlPr>
                                    <a:rPr lang="en-US" sz="140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𝐴</m:t>
                                  </m:r>
                                </m:num>
                                <m:den>
                                  <m:r>
                                    <a:rPr lang="en-US" sz="1400" b="0" i="1" smtClean="0">
                                      <a:latin typeface="Cambria Math" panose="02040503050406030204" pitchFamily="18" charset="0"/>
                                      <a:cs typeface="Times New Roman" panose="02020603050405020304" pitchFamily="18" charset="0"/>
                                    </a:rPr>
                                    <m:t>2</m:t>
                                  </m:r>
                                  <m:r>
                                    <a:rPr lang="en-US" sz="1400" b="0" i="1" smtClean="0">
                                      <a:latin typeface="Cambria Math" panose="02040503050406030204" pitchFamily="18" charset="0"/>
                                      <a:ea typeface="Cambria Math" panose="02040503050406030204" pitchFamily="18" charset="0"/>
                                      <a:cs typeface="Times New Roman" panose="02020603050405020304" pitchFamily="18" charset="0"/>
                                    </a:rPr>
                                    <m:t>𝜎</m:t>
                                  </m:r>
                                </m:den>
                              </m:f>
                              <m:r>
                                <a:rPr lang="en-US" sz="1400" b="0" i="1" smtClean="0">
                                  <a:latin typeface="Cambria Math" panose="02040503050406030204" pitchFamily="18" charset="0"/>
                                  <a:cs typeface="Times New Roman" panose="02020603050405020304" pitchFamily="18" charset="0"/>
                                </a:rPr>
                                <m:t>)</m:t>
                              </m:r>
                            </m:oMath>
                          </a14:m>
                          <a:r>
                            <a:rPr lang="en-US" sz="14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sz="140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3</m:t>
                                  </m:r>
                                </m:num>
                                <m:den>
                                  <m:r>
                                    <a:rPr lang="en-US" sz="1400" b="0" i="1" smtClean="0">
                                      <a:latin typeface="Cambria Math" panose="02040503050406030204" pitchFamily="18" charset="0"/>
                                      <a:cs typeface="Times New Roman" panose="02020603050405020304" pitchFamily="18" charset="0"/>
                                    </a:rPr>
                                    <m:t>4</m:t>
                                  </m:r>
                                </m:den>
                              </m:f>
                              <m:func>
                                <m:funcPr>
                                  <m:ctrlPr>
                                    <a:rPr lang="en-US" sz="1400" b="0" i="1" smtClean="0">
                                      <a:latin typeface="Cambria Math" panose="02040503050406030204" pitchFamily="18" charset="0"/>
                                      <a:cs typeface="Times New Roman" panose="02020603050405020304" pitchFamily="18" charset="0"/>
                                    </a:rPr>
                                  </m:ctrlPr>
                                </m:funcPr>
                                <m:fName>
                                  <m:r>
                                    <m:rPr>
                                      <m:sty m:val="p"/>
                                    </m:rPr>
                                    <a:rPr lang="en-US" sz="1400" b="0" i="0" smtClean="0">
                                      <a:latin typeface="Cambria Math" panose="02040503050406030204" pitchFamily="18" charset="0"/>
                                      <a:cs typeface="Times New Roman" panose="02020603050405020304" pitchFamily="18" charset="0"/>
                                    </a:rPr>
                                    <m:t>erfc</m:t>
                                  </m:r>
                                </m:fName>
                                <m:e>
                                  <m:r>
                                    <a:rPr lang="en-US" sz="1400" b="0" i="1" smtClean="0">
                                      <a:latin typeface="Cambria Math" panose="02040503050406030204" pitchFamily="18" charset="0"/>
                                      <a:cs typeface="Times New Roman" panose="02020603050405020304" pitchFamily="18" charset="0"/>
                                    </a:rPr>
                                    <m:t>(</m:t>
                                  </m:r>
                                  <m:f>
                                    <m:fPr>
                                      <m:ctrlPr>
                                        <a:rPr lang="en-US" sz="1400" b="0" i="1" smtClean="0">
                                          <a:latin typeface="Cambria Math" panose="02040503050406030204" pitchFamily="18" charset="0"/>
                                          <a:cs typeface="Times New Roman" panose="02020603050405020304" pitchFamily="18" charset="0"/>
                                        </a:rPr>
                                      </m:ctrlPr>
                                    </m:fPr>
                                    <m:num>
                                      <m:r>
                                        <a:rPr lang="en-US" sz="1400" b="0" i="1" smtClean="0">
                                          <a:latin typeface="Cambria Math" panose="02040503050406030204" pitchFamily="18" charset="0"/>
                                          <a:cs typeface="Times New Roman" panose="02020603050405020304" pitchFamily="18" charset="0"/>
                                        </a:rPr>
                                        <m:t>𝐴</m:t>
                                      </m:r>
                                    </m:num>
                                    <m:den>
                                      <m:r>
                                        <a:rPr lang="en-US" sz="1400" b="0" i="1" smtClean="0">
                                          <a:latin typeface="Cambria Math" panose="02040503050406030204" pitchFamily="18" charset="0"/>
                                          <a:cs typeface="Times New Roman" panose="02020603050405020304" pitchFamily="18" charset="0"/>
                                        </a:rPr>
                                        <m:t>2</m:t>
                                      </m:r>
                                      <m:rad>
                                        <m:radPr>
                                          <m:degHide m:val="on"/>
                                          <m:ctrlPr>
                                            <a:rPr lang="en-US" sz="1400" b="0" i="1" smtClean="0">
                                              <a:latin typeface="Cambria Math" panose="02040503050406030204" pitchFamily="18" charset="0"/>
                                              <a:cs typeface="Times New Roman" panose="02020603050405020304" pitchFamily="18" charset="0"/>
                                            </a:rPr>
                                          </m:ctrlPr>
                                        </m:radPr>
                                        <m:deg/>
                                        <m:e>
                                          <m:r>
                                            <a:rPr lang="en-US" sz="1400" b="0" i="1" smtClean="0">
                                              <a:latin typeface="Cambria Math" panose="02040503050406030204" pitchFamily="18" charset="0"/>
                                              <a:cs typeface="Times New Roman" panose="02020603050405020304" pitchFamily="18" charset="0"/>
                                            </a:rPr>
                                            <m:t>2</m:t>
                                          </m:r>
                                        </m:e>
                                      </m:rad>
                                      <m:r>
                                        <a:rPr lang="en-US" sz="1400" b="0" i="1" smtClean="0">
                                          <a:latin typeface="Cambria Math" panose="02040503050406030204" pitchFamily="18" charset="0"/>
                                          <a:ea typeface="Cambria Math" panose="02040503050406030204" pitchFamily="18" charset="0"/>
                                          <a:cs typeface="Times New Roman" panose="02020603050405020304" pitchFamily="18" charset="0"/>
                                        </a:rPr>
                                        <m:t>𝜎</m:t>
                                      </m:r>
                                    </m:den>
                                  </m:f>
                                  <m:r>
                                    <a:rPr lang="en-US" sz="1400" b="0" i="1" smtClean="0">
                                      <a:latin typeface="Cambria Math" panose="02040503050406030204" pitchFamily="18" charset="0"/>
                                      <a:cs typeface="Times New Roman" panose="02020603050405020304" pitchFamily="18" charset="0"/>
                                    </a:rPr>
                                    <m:t>)</m:t>
                                  </m:r>
                                </m:e>
                              </m:func>
                            </m:oMath>
                          </a14:m>
                          <a:endParaRPr lang="en-US" sz="14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3"/>
                      </a:ext>
                    </a:extLst>
                  </a:tr>
                </a:tbl>
              </a:graphicData>
            </a:graphic>
          </p:graphicFrame>
        </mc:Choice>
        <mc:Fallback>
          <p:graphicFrame>
            <p:nvGraphicFramePr>
              <p:cNvPr id="18" name="Table 17"/>
              <p:cNvGraphicFramePr>
                <a:graphicFrameLocks noGrp="1"/>
              </p:cNvGraphicFramePr>
              <p:nvPr>
                <p:extLst>
                  <p:ext uri="{D42A27DB-BD31-4B8C-83A1-F6EECF244321}">
                    <p14:modId xmlns:p14="http://schemas.microsoft.com/office/powerpoint/2010/main" xmlns="" xmlns:a14="http://schemas.microsoft.com/office/drawing/2010/main" val="391763080"/>
                  </p:ext>
                </p:extLst>
              </p:nvPr>
            </p:nvGraphicFramePr>
            <p:xfrm>
              <a:off x="4495799" y="3903592"/>
              <a:ext cx="4419600" cy="2500744"/>
            </p:xfrm>
            <a:graphic>
              <a:graphicData uri="http://schemas.openxmlformats.org/drawingml/2006/table">
                <a:tbl>
                  <a:tblPr firstRow="1" bandRow="1">
                    <a:tableStyleId>{3B4B98B0-60AC-42C2-AFA5-B58CD77FA1E5}</a:tableStyleId>
                  </a:tblPr>
                  <a:tblGrid>
                    <a:gridCol w="633863">
                      <a:extLst>
                        <a:ext uri="{9D8B030D-6E8A-4147-A177-3AD203B41FA5}">
                          <a16:colId xmlns="" xmlns:a14="http://schemas.microsoft.com/office/drawing/2010/main" xmlns:a16="http://schemas.microsoft.com/office/drawing/2014/main" val="20000"/>
                        </a:ext>
                      </a:extLst>
                    </a:gridCol>
                    <a:gridCol w="1831809">
                      <a:extLst>
                        <a:ext uri="{9D8B030D-6E8A-4147-A177-3AD203B41FA5}">
                          <a16:colId xmlns="" xmlns:a14="http://schemas.microsoft.com/office/drawing/2010/main" xmlns:a16="http://schemas.microsoft.com/office/drawing/2014/main" val="20001"/>
                        </a:ext>
                      </a:extLst>
                    </a:gridCol>
                    <a:gridCol w="1953928">
                      <a:extLst>
                        <a:ext uri="{9D8B030D-6E8A-4147-A177-3AD203B41FA5}">
                          <a16:colId xmlns="" xmlns:a14="http://schemas.microsoft.com/office/drawing/2010/main" xmlns:a16="http://schemas.microsoft.com/office/drawing/2014/main" val="20002"/>
                        </a:ext>
                      </a:extLst>
                    </a:gridCol>
                  </a:tblGrid>
                  <a:tr h="455536">
                    <a:tc>
                      <a:txBody>
                        <a:bodyPr/>
                        <a:lstStyle/>
                        <a:p>
                          <a:r>
                            <a:rPr lang="en-US" sz="1400" dirty="0">
                              <a:latin typeface="+mn-lt"/>
                              <a:cs typeface="Times New Roman" panose="02020603050405020304" pitchFamily="18" charset="0"/>
                            </a:rPr>
                            <a:t>Sl.No.</a:t>
                          </a:r>
                        </a:p>
                      </a:txBody>
                      <a:tcPr/>
                    </a:tc>
                    <a:tc>
                      <a:txBody>
                        <a:bodyPr/>
                        <a:lstStyle/>
                        <a:p>
                          <a:r>
                            <a:rPr lang="en-US" sz="1400" dirty="0">
                              <a:latin typeface="+mn-lt"/>
                              <a:cs typeface="Times New Roman" panose="02020603050405020304" pitchFamily="18" charset="0"/>
                            </a:rPr>
                            <a:t>Transmission</a:t>
                          </a:r>
                          <a:r>
                            <a:rPr lang="en-US" sz="1400" baseline="0" dirty="0">
                              <a:latin typeface="+mn-lt"/>
                              <a:cs typeface="Times New Roman" panose="02020603050405020304" pitchFamily="18" charset="0"/>
                            </a:rPr>
                            <a:t> Scheme</a:t>
                          </a:r>
                          <a:endParaRPr lang="en-US" sz="1400" dirty="0">
                            <a:latin typeface="+mn-lt"/>
                            <a:cs typeface="Times New Roman" panose="02020603050405020304" pitchFamily="18" charset="0"/>
                          </a:endParaRPr>
                        </a:p>
                      </a:txBody>
                      <a:tcPr/>
                    </a:tc>
                    <a:tc>
                      <a:txBody>
                        <a:bodyPr/>
                        <a:lstStyle/>
                        <a:p>
                          <a:r>
                            <a:rPr lang="en-US" sz="1400" dirty="0">
                              <a:latin typeface="+mn-lt"/>
                              <a:cs typeface="Times New Roman" panose="02020603050405020304" pitchFamily="18" charset="0"/>
                            </a:rPr>
                            <a:t>Probability of Error</a:t>
                          </a:r>
                        </a:p>
                      </a:txBody>
                      <a:tcPr/>
                    </a:tc>
                    <a:extLst>
                      <a:ext uri="{0D108BD9-81ED-4DB2-BD59-A6C34878D82A}">
                        <a16:rowId xmlns="" xmlns:a14="http://schemas.microsoft.com/office/drawing/2010/main" xmlns:a16="http://schemas.microsoft.com/office/drawing/2014/main" val="10000"/>
                      </a:ext>
                    </a:extLst>
                  </a:tr>
                  <a:tr h="681736">
                    <a:tc>
                      <a:txBody>
                        <a:bodyPr/>
                        <a:lstStyle/>
                        <a:p>
                          <a:r>
                            <a:rPr lang="en-US" sz="1600" dirty="0">
                              <a:latin typeface="Calibri" panose="020F0502020204030204" pitchFamily="34" charset="0"/>
                              <a:cs typeface="Calibri" panose="020F0502020204030204" pitchFamily="34" charset="0"/>
                            </a:rPr>
                            <a:t>01.</a:t>
                          </a:r>
                        </a:p>
                      </a:txBody>
                      <a:tcPr/>
                    </a:tc>
                    <a:tc>
                      <a:txBody>
                        <a:bodyPr/>
                        <a:lstStyle/>
                        <a:p>
                          <a:r>
                            <a:rPr lang="en-US" sz="1600" dirty="0">
                              <a:latin typeface="Calibri" panose="020F0502020204030204" pitchFamily="34" charset="0"/>
                              <a:cs typeface="Calibri" panose="020F0502020204030204" pitchFamily="34" charset="0"/>
                            </a:rPr>
                            <a:t>Polar</a:t>
                          </a:r>
                        </a:p>
                      </a:txBody>
                      <a:tcPr/>
                    </a:tc>
                    <a:tc>
                      <a:txBody>
                        <a:bodyPr/>
                        <a:lstStyle/>
                        <a:p>
                          <a:endParaRPr lang="en-US" dirty="0"/>
                        </a:p>
                      </a:txBody>
                      <a:tcPr>
                        <a:blipFill rotWithShape="0">
                          <a:blip r:embed="rId6"/>
                          <a:stretch>
                            <a:fillRect l="-126168" t="-67857" r="-312" b="-200893"/>
                          </a:stretch>
                        </a:blipFill>
                      </a:tcPr>
                    </a:tc>
                    <a:extLst>
                      <a:ext uri="{0D108BD9-81ED-4DB2-BD59-A6C34878D82A}">
                        <a16:rowId xmlns="" xmlns:a14="http://schemas.microsoft.com/office/drawing/2010/main" xmlns:a16="http://schemas.microsoft.com/office/drawing/2014/main" val="10001"/>
                      </a:ext>
                    </a:extLst>
                  </a:tr>
                  <a:tr h="681736">
                    <a:tc>
                      <a:txBody>
                        <a:bodyPr/>
                        <a:lstStyle/>
                        <a:p>
                          <a:r>
                            <a:rPr lang="en-US" sz="1600" dirty="0">
                              <a:latin typeface="Calibri" panose="020F0502020204030204" pitchFamily="34" charset="0"/>
                              <a:cs typeface="Calibri" panose="020F0502020204030204" pitchFamily="34" charset="0"/>
                            </a:rPr>
                            <a:t>02.</a:t>
                          </a:r>
                        </a:p>
                      </a:txBody>
                      <a:tcPr/>
                    </a:tc>
                    <a:tc>
                      <a:txBody>
                        <a:bodyPr/>
                        <a:lstStyle/>
                        <a:p>
                          <a:r>
                            <a:rPr lang="en-US" sz="1600" dirty="0">
                              <a:latin typeface="Calibri" panose="020F0502020204030204" pitchFamily="34" charset="0"/>
                              <a:cs typeface="Calibri" panose="020F0502020204030204" pitchFamily="34" charset="0"/>
                            </a:rPr>
                            <a:t>Unipolar</a:t>
                          </a:r>
                        </a:p>
                      </a:txBody>
                      <a:tcPr/>
                    </a:tc>
                    <a:tc>
                      <a:txBody>
                        <a:bodyPr/>
                        <a:lstStyle/>
                        <a:p>
                          <a:endParaRPr lang="en-US" dirty="0"/>
                        </a:p>
                      </a:txBody>
                      <a:tcPr>
                        <a:blipFill rotWithShape="0">
                          <a:blip r:embed="rId6"/>
                          <a:stretch>
                            <a:fillRect l="-126168" t="-167857" r="-312" b="-100893"/>
                          </a:stretch>
                        </a:blipFill>
                      </a:tcPr>
                    </a:tc>
                    <a:extLst>
                      <a:ext uri="{0D108BD9-81ED-4DB2-BD59-A6C34878D82A}">
                        <a16:rowId xmlns="" xmlns:a14="http://schemas.microsoft.com/office/drawing/2010/main" xmlns:a16="http://schemas.microsoft.com/office/drawing/2014/main" val="10002"/>
                      </a:ext>
                    </a:extLst>
                  </a:tr>
                  <a:tr h="681736">
                    <a:tc>
                      <a:txBody>
                        <a:bodyPr/>
                        <a:lstStyle/>
                        <a:p>
                          <a:r>
                            <a:rPr lang="en-US" sz="1600" dirty="0">
                              <a:latin typeface="Calibri" panose="020F0502020204030204" pitchFamily="34" charset="0"/>
                              <a:cs typeface="Calibri" panose="020F0502020204030204" pitchFamily="34" charset="0"/>
                            </a:rPr>
                            <a:t>03. </a:t>
                          </a:r>
                        </a:p>
                      </a:txBody>
                      <a:tcPr/>
                    </a:tc>
                    <a:tc>
                      <a:txBody>
                        <a:bodyPr/>
                        <a:lstStyle/>
                        <a:p>
                          <a:r>
                            <a:rPr lang="en-US" sz="1600" dirty="0">
                              <a:latin typeface="Calibri" panose="020F0502020204030204" pitchFamily="34" charset="0"/>
                              <a:cs typeface="Calibri" panose="020F0502020204030204" pitchFamily="34" charset="0"/>
                            </a:rPr>
                            <a:t>Bipolar</a:t>
                          </a:r>
                        </a:p>
                      </a:txBody>
                      <a:tcPr/>
                    </a:tc>
                    <a:tc>
                      <a:txBody>
                        <a:bodyPr/>
                        <a:lstStyle/>
                        <a:p>
                          <a:endParaRPr lang="en-US" dirty="0"/>
                        </a:p>
                      </a:txBody>
                      <a:tcPr>
                        <a:blipFill rotWithShape="0">
                          <a:blip r:embed="rId6"/>
                          <a:stretch>
                            <a:fillRect l="-126168" t="-267857" r="-312" b="-893"/>
                          </a:stretch>
                        </a:blipFill>
                      </a:tcPr>
                    </a:tc>
                    <a:extLst>
                      <a:ext uri="{0D108BD9-81ED-4DB2-BD59-A6C34878D82A}">
                        <a16:rowId xmlns="" xmlns:a14="http://schemas.microsoft.com/office/drawing/2010/main" xmlns:a16="http://schemas.microsoft.com/office/drawing/2014/main" val="10003"/>
                      </a:ext>
                    </a:extLst>
                  </a:tr>
                </a:tbl>
              </a:graphicData>
            </a:graphic>
          </p:graphicFrame>
        </mc:Fallback>
      </mc:AlternateContent>
    </p:spTree>
    <p:extLst>
      <p:ext uri="{BB962C8B-B14F-4D97-AF65-F5344CB8AC3E}">
        <p14:creationId xmlns:p14="http://schemas.microsoft.com/office/powerpoint/2010/main" xmlns="" val="408318821"/>
      </p:ext>
    </p:extLst>
  </p:cSld>
  <p:clrMapOvr>
    <a:masterClrMapping/>
  </p:clrMapOvr>
  <p:transition>
    <p:pull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656957"/>
            <a:ext cx="7543800" cy="1450757"/>
          </a:xfrm>
        </p:spPr>
        <p:txBody>
          <a:bodyPr>
            <a:normAutofit fontScale="90000"/>
          </a:bodyPr>
          <a:lstStyle/>
          <a:p>
            <a:r>
              <a:rPr lang="en-US" dirty="0" smtClean="0">
                <a:solidFill>
                  <a:schemeClr val="tx1"/>
                </a:solidFill>
                <a:cs typeface="Times New Roman" panose="02020603050405020304" pitchFamily="18" charset="0"/>
              </a:rPr>
              <a:t/>
            </a:r>
            <a:br>
              <a:rPr lang="en-US" dirty="0" smtClean="0">
                <a:solidFill>
                  <a:schemeClr val="tx1"/>
                </a:solidFill>
                <a:cs typeface="Times New Roman" panose="02020603050405020304" pitchFamily="18" charset="0"/>
              </a:rPr>
            </a:br>
            <a:r>
              <a:rPr lang="en-US" dirty="0">
                <a:solidFill>
                  <a:schemeClr val="tx1"/>
                </a:solidFill>
                <a:cs typeface="Times New Roman" panose="02020603050405020304" pitchFamily="18" charset="0"/>
              </a:rPr>
              <a:t/>
            </a:r>
            <a:br>
              <a:rPr lang="en-US" dirty="0">
                <a:solidFill>
                  <a:schemeClr val="tx1"/>
                </a:solidFill>
                <a:cs typeface="Times New Roman" panose="02020603050405020304" pitchFamily="18" charset="0"/>
              </a:rPr>
            </a:br>
            <a:r>
              <a:rPr lang="en-US" dirty="0" smtClean="0">
                <a:solidFill>
                  <a:schemeClr val="tx1"/>
                </a:solidFill>
                <a:cs typeface="Times New Roman" panose="02020603050405020304" pitchFamily="18" charset="0"/>
              </a:rPr>
              <a:t/>
            </a:r>
            <a:br>
              <a:rPr lang="en-US" dirty="0" smtClean="0">
                <a:solidFill>
                  <a:schemeClr val="tx1"/>
                </a:solidFill>
                <a:cs typeface="Times New Roman" panose="02020603050405020304" pitchFamily="18" charset="0"/>
              </a:rPr>
            </a:br>
            <a:r>
              <a:rPr lang="en-US" dirty="0">
                <a:solidFill>
                  <a:schemeClr val="tx1"/>
                </a:solidFill>
                <a:cs typeface="Times New Roman" panose="02020603050405020304" pitchFamily="18" charset="0"/>
              </a:rPr>
              <a:t/>
            </a:r>
            <a:br>
              <a:rPr lang="en-US" dirty="0">
                <a:solidFill>
                  <a:schemeClr val="tx1"/>
                </a:solidFill>
                <a:cs typeface="Times New Roman" panose="02020603050405020304" pitchFamily="18" charset="0"/>
              </a:rPr>
            </a:br>
            <a:r>
              <a:rPr lang="en-US" dirty="0" smtClean="0">
                <a:solidFill>
                  <a:schemeClr val="tx1"/>
                </a:solidFill>
                <a:cs typeface="Times New Roman" panose="02020603050405020304" pitchFamily="18" charset="0"/>
              </a:rPr>
              <a:t/>
            </a:r>
            <a:br>
              <a:rPr lang="en-US" dirty="0" smtClean="0">
                <a:solidFill>
                  <a:schemeClr val="tx1"/>
                </a:solidFill>
                <a:cs typeface="Times New Roman" panose="02020603050405020304" pitchFamily="18" charset="0"/>
              </a:rPr>
            </a:br>
            <a:r>
              <a:rPr lang="en-US" dirty="0">
                <a:solidFill>
                  <a:schemeClr val="tx1"/>
                </a:solidFill>
                <a:cs typeface="Times New Roman" panose="02020603050405020304" pitchFamily="18" charset="0"/>
              </a:rPr>
              <a:t/>
            </a:r>
            <a:br>
              <a:rPr lang="en-US" dirty="0">
                <a:solidFill>
                  <a:schemeClr val="tx1"/>
                </a:solidFill>
                <a:cs typeface="Times New Roman" panose="02020603050405020304" pitchFamily="18" charset="0"/>
              </a:rPr>
            </a:br>
            <a:r>
              <a:rPr lang="en-US" sz="4400" dirty="0" smtClean="0">
                <a:solidFill>
                  <a:schemeClr val="tx1"/>
                </a:solidFill>
                <a:latin typeface="Calibri" panose="020F0502020204030204" pitchFamily="34" charset="0"/>
                <a:cs typeface="Calibri" panose="020F0502020204030204" pitchFamily="34" charset="0"/>
              </a:rPr>
              <a:t>Matched </a:t>
            </a:r>
            <a:r>
              <a:rPr lang="en-US" sz="4400" dirty="0">
                <a:solidFill>
                  <a:schemeClr val="tx1"/>
                </a:solidFill>
                <a:latin typeface="Calibri" panose="020F0502020204030204" pitchFamily="34" charset="0"/>
                <a:cs typeface="Calibri" panose="020F0502020204030204" pitchFamily="34" charset="0"/>
              </a:rPr>
              <a:t>filter</a:t>
            </a:r>
            <a:r>
              <a:rPr lang="en-US" dirty="0">
                <a:solidFill>
                  <a:schemeClr val="tx1"/>
                </a:solidFill>
                <a:cs typeface="Times New Roman" panose="02020603050405020304" pitchFamily="18" charset="0"/>
              </a:rPr>
              <a:t/>
            </a:r>
            <a:br>
              <a:rPr lang="en-US" dirty="0">
                <a:solidFill>
                  <a:schemeClr val="tx1"/>
                </a:solidFill>
                <a:cs typeface="Times New Roman" panose="02020603050405020304" pitchFamily="18" charset="0"/>
              </a:rPr>
            </a:br>
            <a:endParaRPr lang="en-IN" dirty="0"/>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p:txBody>
              <a:bodyPr/>
              <a:lstStyle/>
              <a:p>
                <a:pPr algn="just">
                  <a:buFont typeface="Wingdings" panose="05000000000000000000" pitchFamily="2" charset="2"/>
                  <a:buChar char="Ø"/>
                </a:pPr>
                <a:r>
                  <a:rPr lang="en-US" dirty="0" smtClean="0">
                    <a:solidFill>
                      <a:schemeClr val="tx1"/>
                    </a:solidFill>
                    <a:latin typeface="Calibri" panose="020F0502020204030204" pitchFamily="34" charset="0"/>
                    <a:cs typeface="Calibri" panose="020F0502020204030204" pitchFamily="34" charset="0"/>
                  </a:rPr>
                  <a:t>The matched filter is the optimal linear filter for maximizing the signal to noise ratio (SNR) in the presence of additive White Gaussian noise.</a:t>
                </a:r>
              </a:p>
              <a:p>
                <a:pPr algn="just">
                  <a:buFont typeface="Wingdings" panose="05000000000000000000" pitchFamily="2" charset="2"/>
                  <a:buChar char="Ø"/>
                </a:pPr>
                <a:r>
                  <a:rPr lang="en-US" dirty="0">
                    <a:solidFill>
                      <a:schemeClr val="tx1"/>
                    </a:solidFill>
                    <a:latin typeface="Calibri" panose="020F0502020204030204" pitchFamily="34" charset="0"/>
                    <a:cs typeface="Calibri" panose="020F0502020204030204" pitchFamily="34" charset="0"/>
                  </a:rPr>
                  <a:t>A matched filter is obtained by correlation of received signal with p(t). Similarity measures the sign of the correlation and decide whether +p(t) or –p(t) was </a:t>
                </a:r>
                <a:r>
                  <a:rPr lang="en-US" dirty="0" smtClean="0">
                    <a:solidFill>
                      <a:schemeClr val="tx1"/>
                    </a:solidFill>
                    <a:latin typeface="Calibri" panose="020F0502020204030204" pitchFamily="34" charset="0"/>
                    <a:cs typeface="Calibri" panose="020F0502020204030204" pitchFamily="34" charset="0"/>
                  </a:rPr>
                  <a:t>transmitted.</a:t>
                </a:r>
                <a:endParaRPr lang="en-US" dirty="0">
                  <a:solidFill>
                    <a:schemeClr val="tx1"/>
                  </a:solidFill>
                  <a:latin typeface="Calibri" panose="020F0502020204030204" pitchFamily="34" charset="0"/>
                  <a:cs typeface="Calibri" panose="020F0502020204030204" pitchFamily="34" charset="0"/>
                </a:endParaRPr>
              </a:p>
              <a:p>
                <a:pPr algn="just">
                  <a:buFont typeface="Wingdings" panose="05000000000000000000" pitchFamily="2" charset="2"/>
                  <a:buChar char="Ø"/>
                </a:pPr>
                <a:r>
                  <a:rPr lang="en-US" dirty="0">
                    <a:solidFill>
                      <a:schemeClr val="tx1"/>
                    </a:solidFill>
                    <a:latin typeface="Calibri" panose="020F0502020204030204" pitchFamily="34" charset="0"/>
                    <a:cs typeface="Calibri" panose="020F0502020204030204" pitchFamily="34" charset="0"/>
                  </a:rPr>
                  <a:t>Impulse response of matched filter </a:t>
                </a:r>
                <a14:m>
                  <m:oMath xmlns:m="http://schemas.openxmlformats.org/officeDocument/2006/math">
                    <m:r>
                      <a:rPr lang="en-US" i="1">
                        <a:solidFill>
                          <a:schemeClr val="tx1"/>
                        </a:solidFill>
                        <a:latin typeface="Cambria Math" panose="02040503050406030204" pitchFamily="18" charset="0"/>
                      </a:rPr>
                      <m:t>h</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𝑡</m:t>
                        </m:r>
                      </m:e>
                    </m:d>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𝑘𝑝</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𝑇</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oMath>
                </a14:m>
                <a:r>
                  <a:rPr lang="en-US" dirty="0">
                    <a:solidFill>
                      <a:schemeClr val="tx1"/>
                    </a:solidFill>
                    <a:latin typeface="Calibri" panose="020F0502020204030204" pitchFamily="34" charset="0"/>
                    <a:cs typeface="Calibri" panose="020F0502020204030204" pitchFamily="34" charset="0"/>
                  </a:rPr>
                  <a:t> where T= pulse duration, k= system gain</a:t>
                </a:r>
              </a:p>
              <a:p>
                <a:endParaRPr lang="en-IN" dirty="0">
                  <a:solidFill>
                    <a:schemeClr val="tx1"/>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cstate="print"/>
                <a:stretch>
                  <a:fillRect l="-1939" t="-1667" r="-2019"/>
                </a:stretch>
              </a:blipFill>
            </p:spPr>
            <p:txBody>
              <a:bodyPr/>
              <a:lstStyle/>
              <a:p>
                <a:r>
                  <a:rPr lang="en-IN" dirty="0">
                    <a:noFill/>
                  </a:rPr>
                  <a:t> </a:t>
                </a:r>
              </a:p>
            </p:txBody>
          </p:sp>
        </mc:Fallback>
      </mc:AlternateContent>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dirty="0"/>
          </a:p>
        </p:txBody>
      </p:sp>
      <p:sp>
        <p:nvSpPr>
          <p:cNvPr id="6" name="TextBox 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8" name="Round Same Side Corner Rectangle 7">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9" name="Picture 8"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pic>
        <p:nvPicPr>
          <p:cNvPr id="10" name="Picture 9">
            <a:extLst>
              <a:ext uri="{FF2B5EF4-FFF2-40B4-BE49-F238E27FC236}">
                <a16:creationId xmlns="" xmlns:a16="http://schemas.microsoft.com/office/drawing/2014/main" id="{34E67EE2-E716-42F1-ADAE-23F294805174}"/>
              </a:ext>
            </a:extLst>
          </p:cNvPr>
          <p:cNvPicPr>
            <a:picLocks noChangeAspect="1"/>
          </p:cNvPicPr>
          <p:nvPr/>
        </p:nvPicPr>
        <p:blipFill>
          <a:blip r:embed="rId4" cstate="print"/>
          <a:stretch>
            <a:fillRect/>
          </a:stretch>
        </p:blipFill>
        <p:spPr>
          <a:xfrm>
            <a:off x="762859" y="4191000"/>
            <a:ext cx="7646504" cy="1527404"/>
          </a:xfrm>
          <a:prstGeom prst="rect">
            <a:avLst/>
          </a:prstGeom>
        </p:spPr>
      </p:pic>
      <p:sp>
        <p:nvSpPr>
          <p:cNvPr id="11" name="TextBox 10">
            <a:extLst>
              <a:ext uri="{FF2B5EF4-FFF2-40B4-BE49-F238E27FC236}">
                <a16:creationId xmlns="" xmlns:a16="http://schemas.microsoft.com/office/drawing/2014/main" id="{8FA5DA22-57D2-4AAE-8EF4-8D62BF853474}"/>
              </a:ext>
            </a:extLst>
          </p:cNvPr>
          <p:cNvSpPr txBox="1"/>
          <p:nvPr/>
        </p:nvSpPr>
        <p:spPr>
          <a:xfrm>
            <a:off x="2756172" y="5638913"/>
            <a:ext cx="4957793"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Fig. </a:t>
            </a:r>
            <a:r>
              <a:rPr lang="en-US" sz="1600" b="1" dirty="0" smtClean="0">
                <a:latin typeface="Calibri" panose="020F0502020204030204" pitchFamily="34" charset="0"/>
                <a:cs typeface="Calibri" panose="020F0502020204030204" pitchFamily="34" charset="0"/>
              </a:rPr>
              <a:t>9.  </a:t>
            </a:r>
            <a:r>
              <a:rPr lang="en-US" sz="1600" b="1" dirty="0">
                <a:latin typeface="Calibri" panose="020F0502020204030204" pitchFamily="34" charset="0"/>
                <a:cs typeface="Calibri" panose="020F0502020204030204" pitchFamily="34" charset="0"/>
              </a:rPr>
              <a:t>Block diagram of matched filter</a:t>
            </a:r>
          </a:p>
        </p:txBody>
      </p:sp>
    </p:spTree>
    <p:extLst>
      <p:ext uri="{BB962C8B-B14F-4D97-AF65-F5344CB8AC3E}">
        <p14:creationId xmlns:p14="http://schemas.microsoft.com/office/powerpoint/2010/main" xmlns="" val="1666555114"/>
      </p:ext>
    </p:extLst>
  </p:cSld>
  <p:clrMapOvr>
    <a:masterClrMapping/>
  </p:clrMapOvr>
  <p:transition>
    <p:pull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solidFill>
                  <a:schemeClr val="tx1"/>
                </a:solidFill>
                <a:latin typeface="Calibri" panose="020F0502020204030204" pitchFamily="34" charset="0"/>
                <a:cs typeface="Calibri" panose="020F0502020204030204" pitchFamily="34" charset="0"/>
              </a:rPr>
              <a:t>Optimum linear detection</a:t>
            </a:r>
            <a:endParaRPr lang="en-IN" sz="4400" dirty="0">
              <a:solidFill>
                <a:schemeClr val="tx1"/>
              </a:solidFill>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822959" y="1845734"/>
                <a:ext cx="8016241" cy="4326466"/>
              </a:xfrm>
            </p:spPr>
            <p:txBody>
              <a:bodyPr>
                <a:noAutofit/>
              </a:bodyPr>
              <a:lstStyle/>
              <a:p>
                <a:pPr algn="just">
                  <a:buFont typeface="Wingdings" panose="05000000000000000000" pitchFamily="2" charset="2"/>
                  <a:buChar char="Ø"/>
                </a:pPr>
                <a:r>
                  <a:rPr lang="en-US" sz="1800" dirty="0">
                    <a:latin typeface="Calibri" panose="020F0502020204030204" pitchFamily="34" charset="0"/>
                    <a:cs typeface="Calibri" panose="020F0502020204030204" pitchFamily="34" charset="0"/>
                  </a:rPr>
                  <a:t>In binary communication the information is transmitted as symbol 0 or 1 in each time </a:t>
                </a:r>
                <a:r>
                  <a:rPr lang="en-US" sz="1800" dirty="0" smtClean="0">
                    <a:latin typeface="Calibri" panose="020F0502020204030204" pitchFamily="34" charset="0"/>
                    <a:cs typeface="Calibri" panose="020F0502020204030204" pitchFamily="34" charset="0"/>
                  </a:rPr>
                  <a:t>  interval</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0</m:t>
                        </m:r>
                      </m:sub>
                    </m:sSub>
                  </m:oMath>
                </a14:m>
                <a:r>
                  <a:rPr lang="en-US" sz="18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1800" dirty="0">
                    <a:latin typeface="Calibri" panose="020F0502020204030204" pitchFamily="34" charset="0"/>
                    <a:cs typeface="Calibri" panose="020F0502020204030204" pitchFamily="34" charset="0"/>
                  </a:rPr>
                  <a:t>Source signal bit 1 and 0 represent by pulse</a:t>
                </a:r>
                <a:r>
                  <a:rPr lang="en-US" sz="1800" dirty="0">
                    <a:latin typeface="Times New Roman" panose="02020603050405020304" pitchFamily="18" charset="0"/>
                    <a:cs typeface="Times New Roman" panose="02020603050405020304" pitchFamily="18" charset="0"/>
                  </a:rPr>
                  <a:t> </a:t>
                </a:r>
                <a14:m>
                  <m:oMath xmlns:m="http://schemas.openxmlformats.org/officeDocument/2006/math">
                    <m:r>
                      <a:rPr lang="en-US" sz="1800" i="1">
                        <a:latin typeface="Cambria Math" panose="02040503050406030204" pitchFamily="18" charset="0"/>
                        <a:ea typeface="Cambria Math" panose="02040503050406030204" pitchFamily="18" charset="0"/>
                      </a:rPr>
                      <m:t>𝑝</m:t>
                    </m:r>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𝑡</m:t>
                        </m:r>
                      </m:e>
                    </m:d>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𝑎𝑛𝑑</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𝑞</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m:t>
                    </m:r>
                  </m:oMath>
                </a14:m>
                <a:r>
                  <a:rPr lang="en-US" sz="1800" dirty="0">
                    <a:latin typeface="Times New Roman" panose="02020603050405020304" pitchFamily="18" charset="0"/>
                    <a:cs typeface="Times New Roman" panose="02020603050405020304" pitchFamily="18" charset="0"/>
                  </a:rPr>
                  <a:t> </a:t>
                </a:r>
                <a:r>
                  <a:rPr lang="en-US" sz="1800" dirty="0" smtClean="0">
                    <a:latin typeface="Calibri" panose="020F0502020204030204" pitchFamily="34" charset="0"/>
                    <a:cs typeface="Calibri" panose="020F0502020204030204" pitchFamily="34" charset="0"/>
                  </a:rPr>
                  <a:t>respectively.</a:t>
                </a:r>
                <a:endParaRPr lang="en-US" sz="1800" dirty="0">
                  <a:latin typeface="Calibri" panose="020F0502020204030204" pitchFamily="34" charset="0"/>
                  <a:cs typeface="Calibri" panose="020F0502020204030204" pitchFamily="34" charset="0"/>
                </a:endParaRPr>
              </a:p>
              <a:p>
                <a:pPr algn="just">
                  <a:buFont typeface="Wingdings" panose="05000000000000000000" pitchFamily="2" charset="2"/>
                  <a:buChar char="Ø"/>
                </a:pPr>
                <a:r>
                  <a:rPr lang="en-US" sz="1800" dirty="0">
                    <a:latin typeface="Calibri" panose="020F0502020204030204" pitchFamily="34" charset="0"/>
                    <a:cs typeface="Calibri" panose="020F0502020204030204" pitchFamily="34" charset="0"/>
                  </a:rPr>
                  <a:t>Due to noisy channel the received signal waveform </a:t>
                </a:r>
              </a:p>
              <a:p>
                <a:pPr lvl="1" algn="just">
                  <a:buFont typeface="Wingdings" panose="05000000000000000000" pitchFamily="2" charset="2"/>
                  <a:buChar char="§"/>
                </a:pPr>
                <a14:m>
                  <m:oMath xmlns:m="http://schemas.openxmlformats.org/officeDocument/2006/math">
                    <m:r>
                      <a:rPr lang="en-US" i="1">
                        <a:latin typeface="Cambria Math" panose="02040503050406030204" pitchFamily="18" charset="0"/>
                      </a:rPr>
                      <m:t>𝑦</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𝑛</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 ,0≤</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𝑇</m:t>
                        </m:r>
                      </m:e>
                      <m:sub>
                        <m:r>
                          <a:rPr lang="en-US" i="1">
                            <a:latin typeface="Cambria Math" panose="02040503050406030204" pitchFamily="18" charset="0"/>
                            <a:ea typeface="Cambria Math" panose="02040503050406030204" pitchFamily="18" charset="0"/>
                          </a:rPr>
                          <m:t>𝑏</m:t>
                        </m:r>
                      </m:sub>
                    </m:sSub>
                  </m:oMath>
                </a14:m>
                <a:r>
                  <a:rPr lang="en-US" dirty="0">
                    <a:latin typeface="Times New Roman" panose="02020603050405020304" pitchFamily="18" charset="0"/>
                    <a:cs typeface="Times New Roman" panose="02020603050405020304" pitchFamily="18" charset="0"/>
                  </a:rPr>
                  <a:t> </a:t>
                </a:r>
                <a:r>
                  <a:rPr lang="en-US" dirty="0">
                    <a:latin typeface="Calibri" panose="020F0502020204030204" pitchFamily="34" charset="0"/>
                    <a:cs typeface="Calibri" panose="020F0502020204030204" pitchFamily="34" charset="0"/>
                  </a:rPr>
                  <a:t>for data symbol 1</a:t>
                </a:r>
              </a:p>
              <a:p>
                <a:pPr lvl="1" algn="just">
                  <a:buFont typeface="Wingdings" panose="05000000000000000000" pitchFamily="2" charset="2"/>
                  <a:buChar char="§"/>
                </a:pPr>
                <a14:m>
                  <m:oMath xmlns:m="http://schemas.openxmlformats.org/officeDocument/2006/math">
                    <m:r>
                      <a:rPr lang="en-US" i="1">
                        <a:latin typeface="Cambria Math" panose="02040503050406030204" pitchFamily="18" charset="0"/>
                      </a:rPr>
                      <m:t>𝑦</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𝑛</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 0</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𝑇</m:t>
                        </m:r>
                      </m:e>
                      <m:sub>
                        <m:r>
                          <a:rPr lang="en-US" i="1">
                            <a:latin typeface="Cambria Math" panose="02040503050406030204" pitchFamily="18" charset="0"/>
                            <a:ea typeface="Cambria Math" panose="02040503050406030204" pitchFamily="18" charset="0"/>
                          </a:rPr>
                          <m:t>𝑏</m:t>
                        </m:r>
                      </m:sub>
                    </m:sSub>
                  </m:oMath>
                </a14:m>
                <a:r>
                  <a:rPr lang="en-US" dirty="0">
                    <a:latin typeface="Times New Roman" panose="02020603050405020304" pitchFamily="18" charset="0"/>
                    <a:cs typeface="Times New Roman" panose="02020603050405020304" pitchFamily="18" charset="0"/>
                  </a:rPr>
                  <a:t> </a:t>
                </a:r>
                <a:r>
                  <a:rPr lang="en-US" dirty="0">
                    <a:latin typeface="Calibri" panose="020F0502020204030204" pitchFamily="34" charset="0"/>
                    <a:cs typeface="Calibri" panose="020F0502020204030204" pitchFamily="34" charset="0"/>
                  </a:rPr>
                  <a:t>for data symbol 0</a:t>
                </a:r>
              </a:p>
              <a:p>
                <a:pPr algn="just">
                  <a:buFont typeface="Wingdings" panose="05000000000000000000" pitchFamily="2" charset="2"/>
                  <a:buChar char="Ø"/>
                </a:pPr>
                <a:r>
                  <a:rPr lang="en-US" sz="1800" dirty="0">
                    <a:latin typeface="Calibri" panose="020F0502020204030204" pitchFamily="34" charset="0"/>
                    <a:cs typeface="Calibri" panose="020F0502020204030204" pitchFamily="34" charset="0"/>
                  </a:rPr>
                  <a:t>Noise power spectral density (PSD)</a:t>
                </a:r>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𝑛</m:t>
                        </m:r>
                      </m:sub>
                    </m:sSub>
                    <m:d>
                      <m:dPr>
                        <m:ctrlPr>
                          <a:rPr lang="en-US" sz="1800" i="1">
                            <a:latin typeface="Cambria Math" panose="02040503050406030204" pitchFamily="18" charset="0"/>
                          </a:rPr>
                        </m:ctrlPr>
                      </m:dPr>
                      <m:e>
                        <m:r>
                          <a:rPr lang="en-US" sz="1800" i="1">
                            <a:latin typeface="Cambria Math" panose="02040503050406030204" pitchFamily="18" charset="0"/>
                          </a:rPr>
                          <m:t>𝑓</m:t>
                        </m:r>
                      </m:e>
                    </m:d>
                    <m:r>
                      <a:rPr lang="en-US" sz="1800" i="1">
                        <a:latin typeface="Cambria Math" panose="02040503050406030204" pitchFamily="18" charset="0"/>
                      </a:rPr>
                      <m:t>=</m:t>
                    </m:r>
                    <m:r>
                      <a:rPr lang="en-US" sz="1800" i="1">
                        <a:latin typeface="Cambria Math" panose="02040503050406030204" pitchFamily="18" charset="0"/>
                      </a:rPr>
                      <m:t>𝑁</m:t>
                    </m:r>
                    <m:r>
                      <a:rPr lang="en-US" sz="1800" i="1">
                        <a:latin typeface="Cambria Math" panose="02040503050406030204" pitchFamily="18" charset="0"/>
                      </a:rPr>
                      <m:t>/2</m:t>
                    </m:r>
                  </m:oMath>
                </a14:m>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Calibri" panose="020F0502020204030204" pitchFamily="34" charset="0"/>
                    <a:cs typeface="Calibri" panose="020F0502020204030204" pitchFamily="34" charset="0"/>
                  </a:rPr>
                  <a:t>Probability of bit error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𝑃</m:t>
                        </m:r>
                      </m:e>
                      <m:sub>
                        <m:r>
                          <a:rPr lang="en-US" sz="1800" i="1">
                            <a:latin typeface="Cambria Math" panose="02040503050406030204" pitchFamily="18" charset="0"/>
                          </a:rPr>
                          <m:t>𝑒</m:t>
                        </m:r>
                      </m:sub>
                    </m:sSub>
                    <m:r>
                      <a:rPr lang="en-US" sz="1800" i="1">
                        <a:latin typeface="Cambria Math" panose="02040503050406030204" pitchFamily="18" charset="0"/>
                      </a:rPr>
                      <m:t>=</m:t>
                    </m:r>
                    <m:r>
                      <a:rPr lang="en-US" sz="1800" i="1">
                        <a:latin typeface="Cambria Math" panose="02040503050406030204" pitchFamily="18" charset="0"/>
                      </a:rPr>
                      <m:t>𝑄</m:t>
                    </m:r>
                    <m:d>
                      <m:dPr>
                        <m:ctrlPr>
                          <a:rPr lang="en-US" sz="1800" i="1">
                            <a:latin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𝜌</m:t>
                        </m:r>
                      </m:e>
                    </m:d>
                  </m:oMath>
                </a14:m>
                <a:endParaRPr lang="en-US" sz="180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lgn="just">
                  <a:buNone/>
                </a:pPr>
                <a:r>
                  <a:rPr lang="en-US" sz="1800" dirty="0" smtClean="0">
                    <a:latin typeface="Times New Roman" panose="02020603050405020304" pitchFamily="18" charset="0"/>
                    <a:cs typeface="Times New Roman" panose="02020603050405020304" pitchFamily="18" charset="0"/>
                  </a:rPr>
                  <a:t>   </a:t>
                </a:r>
                <a:r>
                  <a:rPr lang="en-US" sz="1800" dirty="0" smtClean="0">
                    <a:latin typeface="Calibri" panose="020F0502020204030204" pitchFamily="34" charset="0"/>
                    <a:cs typeface="Calibri" panose="020F0502020204030204" pitchFamily="34" charset="0"/>
                  </a:rPr>
                  <a:t>Where</a:t>
                </a:r>
                <a:r>
                  <a:rPr lang="en-US" sz="1800" dirty="0" smtClean="0">
                    <a:latin typeface="Times New Roman" panose="02020603050405020304" pitchFamily="18" charset="0"/>
                    <a:cs typeface="Times New Roman" panose="02020603050405020304" pitchFamily="18" charset="0"/>
                  </a:rPr>
                  <a:t> </a:t>
                </a:r>
                <a14:m>
                  <m:oMath xmlns:m="http://schemas.openxmlformats.org/officeDocument/2006/math">
                    <m:r>
                      <a:rPr lang="en-US" sz="1800" i="1">
                        <a:latin typeface="Cambria Math" panose="02040503050406030204" pitchFamily="18" charset="0"/>
                        <a:ea typeface="Cambria Math" panose="02040503050406030204" pitchFamily="18" charset="0"/>
                      </a:rPr>
                      <m:t>𝜌</m:t>
                    </m:r>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𝐴</m:t>
                            </m:r>
                          </m:e>
                          <m:sub>
                            <m:r>
                              <a:rPr lang="en-US" sz="1800" i="1">
                                <a:latin typeface="Cambria Math" panose="02040503050406030204" pitchFamily="18" charset="0"/>
                                <a:ea typeface="Cambria Math" panose="02040503050406030204" pitchFamily="18" charset="0"/>
                              </a:rPr>
                              <m:t>𝑝</m:t>
                            </m:r>
                          </m:sub>
                        </m:sSub>
                      </m:num>
                      <m:den>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𝜎</m:t>
                            </m:r>
                          </m:e>
                          <m:sub>
                            <m:r>
                              <a:rPr lang="en-US" sz="1800" i="1">
                                <a:latin typeface="Cambria Math" panose="02040503050406030204" pitchFamily="18" charset="0"/>
                                <a:ea typeface="Cambria Math" panose="02040503050406030204" pitchFamily="18" charset="0"/>
                              </a:rPr>
                              <m:t>𝑛</m:t>
                            </m:r>
                          </m:sub>
                        </m:sSub>
                      </m:den>
                    </m:f>
                  </m:oMath>
                </a14:m>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𝐴</m:t>
                        </m:r>
                      </m:e>
                      <m:sub>
                        <m:r>
                          <a:rPr lang="en-US" sz="1800" i="1">
                            <a:latin typeface="Cambria Math" panose="02040503050406030204" pitchFamily="18" charset="0"/>
                          </a:rPr>
                          <m:t>𝑝</m:t>
                        </m:r>
                      </m:sub>
                    </m:sSub>
                  </m:oMath>
                </a14:m>
                <a:r>
                  <a:rPr lang="en-US" sz="1800" dirty="0">
                    <a:latin typeface="Times New Roman" panose="02020603050405020304" pitchFamily="18" charset="0"/>
                    <a:cs typeface="Times New Roman" panose="02020603050405020304" pitchFamily="18" charset="0"/>
                  </a:rPr>
                  <a:t>= </a:t>
                </a:r>
                <a:r>
                  <a:rPr lang="en-US" sz="1800" dirty="0">
                    <a:latin typeface="Calibri" panose="020F0502020204030204" pitchFamily="34" charset="0"/>
                    <a:cs typeface="Calibri" panose="020F0502020204030204" pitchFamily="34" charset="0"/>
                  </a:rPr>
                  <a:t>pulse amplitude </a:t>
                </a:r>
                <a:r>
                  <a:rPr lang="en-US" sz="1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𝜎</m:t>
                        </m:r>
                      </m:e>
                      <m:sub>
                        <m:r>
                          <a:rPr lang="en-US" sz="1800" i="1">
                            <a:latin typeface="Cambria Math" panose="02040503050406030204" pitchFamily="18" charset="0"/>
                          </a:rPr>
                          <m:t>𝑛</m:t>
                        </m:r>
                      </m:sub>
                    </m:sSub>
                  </m:oMath>
                </a14:m>
                <a:r>
                  <a:rPr lang="en-US" sz="1800" dirty="0">
                    <a:latin typeface="Times New Roman" panose="02020603050405020304" pitchFamily="18" charset="0"/>
                    <a:cs typeface="Times New Roman" panose="02020603050405020304" pitchFamily="18" charset="0"/>
                  </a:rPr>
                  <a:t>= </a:t>
                </a:r>
                <a:r>
                  <a:rPr lang="en-US" sz="1800" dirty="0">
                    <a:latin typeface="Calibri" panose="020F0502020204030204" pitchFamily="34" charset="0"/>
                    <a:cs typeface="Calibri" panose="020F0502020204030204" pitchFamily="34" charset="0"/>
                  </a:rPr>
                  <a:t>noise standard deviation</a:t>
                </a:r>
              </a:p>
              <a:p>
                <a:pPr algn="just">
                  <a:buFont typeface="Wingdings" panose="05000000000000000000" pitchFamily="2" charset="2"/>
                  <a:buChar char="Ø"/>
                </a:pPr>
                <a:r>
                  <a:rPr lang="en-US" sz="1800" dirty="0">
                    <a:latin typeface="Calibri" panose="020F0502020204030204" pitchFamily="34" charset="0"/>
                    <a:cs typeface="Calibri" panose="020F0502020204030204" pitchFamily="34" charset="0"/>
                  </a:rPr>
                  <a:t>To minimize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𝑃</m:t>
                        </m:r>
                      </m:e>
                      <m:sub>
                        <m:r>
                          <a:rPr lang="en-US" sz="1800" i="1">
                            <a:latin typeface="Cambria Math" panose="02040503050406030204" pitchFamily="18" charset="0"/>
                          </a:rPr>
                          <m:t>𝑒</m:t>
                        </m:r>
                      </m:sub>
                    </m:sSub>
                  </m:oMath>
                </a14:m>
                <a:r>
                  <a:rPr lang="en-US" sz="1800" dirty="0">
                    <a:latin typeface="Times New Roman" panose="02020603050405020304" pitchFamily="18" charset="0"/>
                    <a:cs typeface="Times New Roman" panose="02020603050405020304" pitchFamily="18" charset="0"/>
                  </a:rPr>
                  <a:t> </a:t>
                </a:r>
                <a:r>
                  <a:rPr lang="en-US" sz="1800" dirty="0">
                    <a:latin typeface="Calibri" panose="020F0502020204030204" pitchFamily="34" charset="0"/>
                    <a:cs typeface="Calibri" panose="020F0502020204030204" pitchFamily="34" charset="0"/>
                  </a:rPr>
                  <a:t>need to maximize</a:t>
                </a:r>
                <a:r>
                  <a:rPr lang="en-US" sz="1800" dirty="0">
                    <a:latin typeface="Times New Roman" panose="02020603050405020304" pitchFamily="18" charset="0"/>
                    <a:cs typeface="Times New Roman" panose="02020603050405020304" pitchFamily="18" charset="0"/>
                  </a:rPr>
                  <a:t> </a:t>
                </a:r>
                <a14:m>
                  <m:oMath xmlns:m="http://schemas.openxmlformats.org/officeDocument/2006/math">
                    <m:r>
                      <a:rPr lang="en-US" sz="1800" i="1">
                        <a:latin typeface="Cambria Math" panose="02040503050406030204" pitchFamily="18" charset="0"/>
                        <a:ea typeface="Cambria Math" panose="02040503050406030204" pitchFamily="18" charset="0"/>
                      </a:rPr>
                      <m:t>𝜌</m:t>
                    </m:r>
                  </m:oMath>
                </a14:m>
                <a:endParaRPr lang="en-US" sz="1800"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22959" y="1845734"/>
                <a:ext cx="8016241" cy="4326466"/>
              </a:xfrm>
              <a:blipFill rotWithShape="0">
                <a:blip r:embed="rId2" cstate="print"/>
                <a:stretch>
                  <a:fillRect l="-1597" t="-1408" r="-1749"/>
                </a:stretch>
              </a:blipFill>
            </p:spPr>
            <p:txBody>
              <a:bodyPr/>
              <a:lstStyle/>
              <a:p>
                <a:r>
                  <a:rPr lang="en-IN" dirty="0">
                    <a:noFill/>
                  </a:rPr>
                  <a:t> </a:t>
                </a:r>
              </a:p>
            </p:txBody>
          </p:sp>
        </mc:Fallback>
      </mc:AlternateContent>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45</a:t>
            </a:fld>
            <a:endParaRPr lang="en-US" dirty="0"/>
          </a:p>
        </p:txBody>
      </p:sp>
      <p:sp>
        <p:nvSpPr>
          <p:cNvPr id="6" name="TextBox 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7" name="Round Same Side Corner Rectangle 6">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8" name="Picture 7"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3692465179"/>
      </p:ext>
    </p:extLst>
  </p:cSld>
  <p:clrMapOvr>
    <a:masterClrMapping/>
  </p:clrMapOvr>
  <p:transition>
    <p:pull dir="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Calibri" panose="020F0502020204030204" pitchFamily="34" charset="0"/>
                <a:cs typeface="Calibri" panose="020F0502020204030204" pitchFamily="34" charset="0"/>
              </a:rPr>
              <a:t>Optimum linear </a:t>
            </a:r>
            <a:r>
              <a:rPr lang="en-US" dirty="0" smtClean="0">
                <a:solidFill>
                  <a:schemeClr val="tx1"/>
                </a:solidFill>
                <a:latin typeface="Calibri" panose="020F0502020204030204" pitchFamily="34" charset="0"/>
                <a:cs typeface="Calibri" panose="020F0502020204030204" pitchFamily="34" charset="0"/>
              </a:rPr>
              <a:t>detection…</a:t>
            </a:r>
            <a:endParaRPr lang="en-IN" dirty="0"/>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a:xfrm>
                <a:off x="822959" y="3796042"/>
                <a:ext cx="7543801" cy="2429793"/>
              </a:xfrm>
            </p:spPr>
            <p:txBody>
              <a:bodyPr/>
              <a:lstStyle/>
              <a:p>
                <a:pPr>
                  <a:buFont typeface="Wingdings" panose="05000000000000000000" pitchFamily="2" charset="2"/>
                  <a:buChar char="Ø"/>
                </a:pPr>
                <a:r>
                  <a:rPr lang="en-US" dirty="0" smtClean="0">
                    <a:solidFill>
                      <a:schemeClr val="tx1"/>
                    </a:solidFill>
                    <a:latin typeface="Calibri" panose="020F0502020204030204" pitchFamily="34" charset="0"/>
                    <a:cs typeface="Calibri" panose="020F0502020204030204" pitchFamily="34" charset="0"/>
                  </a:rPr>
                  <a:t>Probability of error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𝑃</m:t>
                        </m:r>
                      </m:e>
                      <m:sub>
                        <m:r>
                          <a:rPr lang="en-US" i="1">
                            <a:solidFill>
                              <a:schemeClr val="tx1"/>
                            </a:solidFill>
                            <a:latin typeface="Cambria Math" panose="02040503050406030204" pitchFamily="18" charset="0"/>
                          </a:rPr>
                          <m:t>𝑒</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ad>
                          <m:radPr>
                            <m:degHide m:val="on"/>
                            <m:ctrlPr>
                              <a:rPr lang="en-US" i="1">
                                <a:solidFill>
                                  <a:schemeClr val="tx1"/>
                                </a:solidFill>
                                <a:latin typeface="Cambria Math" panose="02040503050406030204" pitchFamily="18" charset="0"/>
                              </a:rPr>
                            </m:ctrlPr>
                          </m:radPr>
                          <m:deg/>
                          <m:e>
                            <m:f>
                              <m:fPr>
                                <m:ctrlPr>
                                  <a:rPr lang="en-US" i="1">
                                    <a:solidFill>
                                      <a:schemeClr val="tx1"/>
                                    </a:solidFill>
                                    <a:latin typeface="Cambria Math" panose="02040503050406030204" pitchFamily="18" charset="0"/>
                                  </a:rPr>
                                </m:ctrlPr>
                              </m:fPr>
                              <m:num>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𝑝</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𝑞</m:t>
                                    </m:r>
                                  </m:sub>
                                </m:sSub>
                                <m:r>
                                  <a:rPr lang="en-US" i="1">
                                    <a:solidFill>
                                      <a:schemeClr val="tx1"/>
                                    </a:solidFill>
                                    <a:latin typeface="Cambria Math" panose="02040503050406030204" pitchFamily="18" charset="0"/>
                                  </a:rPr>
                                  <m:t>−2</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𝑝𝑞</m:t>
                                    </m:r>
                                  </m:sub>
                                </m:sSub>
                              </m:num>
                              <m:den>
                                <m:r>
                                  <a:rPr lang="en-US" i="1">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𝑁</m:t>
                                </m:r>
                              </m:den>
                            </m:f>
                          </m:e>
                        </m:rad>
                      </m:e>
                    </m:d>
                  </m:oMath>
                </a14:m>
                <a:endParaRPr lang="en-US" dirty="0">
                  <a:solidFill>
                    <a:schemeClr val="tx1"/>
                  </a:solidFill>
                  <a:latin typeface="Times New Roman" panose="02020603050405020304" pitchFamily="18" charset="0"/>
                  <a:cs typeface="Times New Roman" panose="02020603050405020304" pitchFamily="18" charset="0"/>
                </a:endParaRPr>
              </a:p>
              <a:p>
                <a:pPr marL="0" indent="0">
                  <a:buNone/>
                </a:pPr>
                <a:r>
                  <a:rPr lang="en-US" dirty="0">
                    <a:solidFill>
                      <a:schemeClr val="tx1"/>
                    </a:solidFill>
                    <a:latin typeface="Calibri" panose="020F0502020204030204" pitchFamily="34" charset="0"/>
                    <a:cs typeface="Calibri" panose="020F0502020204030204" pitchFamily="34" charset="0"/>
                  </a:rPr>
                  <a:t>Where energy of pulse p(t),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𝑝</m:t>
                        </m:r>
                      </m:sub>
                    </m:sSub>
                    <m:r>
                      <a:rPr lang="en-US" i="1">
                        <a:solidFill>
                          <a:schemeClr val="tx1"/>
                        </a:solidFill>
                        <a:latin typeface="Cambria Math" panose="02040503050406030204" pitchFamily="18" charset="0"/>
                      </a:rPr>
                      <m:t>=</m:t>
                    </m:r>
                    <m:nary>
                      <m:naryPr>
                        <m:ctrlPr>
                          <a:rPr lang="en-US" i="1">
                            <a:solidFill>
                              <a:schemeClr val="tx1"/>
                            </a:solidFill>
                            <a:latin typeface="Cambria Math" panose="02040503050406030204" pitchFamily="18" charset="0"/>
                          </a:rPr>
                        </m:ctrlPr>
                      </m:naryPr>
                      <m:sub>
                        <m:r>
                          <m:rPr>
                            <m:brk m:alnAt="23"/>
                          </m:rPr>
                          <a:rPr lang="en-US" i="1">
                            <a:solidFill>
                              <a:schemeClr val="tx1"/>
                            </a:solidFill>
                            <a:latin typeface="Cambria Math" panose="02040503050406030204" pitchFamily="18" charset="0"/>
                          </a:rPr>
                          <m:t>0</m:t>
                        </m:r>
                      </m:sub>
                      <m: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𝑇</m:t>
                            </m:r>
                          </m:e>
                          <m:sub>
                            <m:r>
                              <a:rPr lang="en-US" i="1">
                                <a:solidFill>
                                  <a:schemeClr val="tx1"/>
                                </a:solidFill>
                                <a:latin typeface="Cambria Math" panose="02040503050406030204" pitchFamily="18" charset="0"/>
                              </a:rPr>
                              <m:t>𝑏</m:t>
                            </m:r>
                          </m:sub>
                        </m:sSub>
                      </m:sup>
                      <m:e>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𝑝</m:t>
                            </m:r>
                          </m:e>
                          <m:sup>
                            <m:r>
                              <a:rPr lang="en-US" i="1">
                                <a:solidFill>
                                  <a:schemeClr val="tx1"/>
                                </a:solidFill>
                                <a:latin typeface="Cambria Math" panose="02040503050406030204" pitchFamily="18" charset="0"/>
                              </a:rPr>
                              <m:t>2</m:t>
                            </m:r>
                          </m:sup>
                        </m:sSup>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e>
                    </m:nary>
                    <m:r>
                      <a:rPr lang="en-US" i="1">
                        <a:solidFill>
                          <a:schemeClr val="tx1"/>
                        </a:solidFill>
                        <a:latin typeface="Cambria Math" panose="02040503050406030204" pitchFamily="18" charset="0"/>
                      </a:rPr>
                      <m:t>𝑑𝑡</m:t>
                    </m:r>
                  </m:oMath>
                </a14:m>
                <a:endParaRPr lang="en-US" dirty="0">
                  <a:solidFill>
                    <a:schemeClr val="tx1"/>
                  </a:solidFill>
                  <a:latin typeface="Times New Roman" panose="02020603050405020304" pitchFamily="18" charset="0"/>
                  <a:cs typeface="Times New Roman" panose="02020603050405020304" pitchFamily="18" charset="0"/>
                </a:endParaRPr>
              </a:p>
              <a:p>
                <a:pPr marL="0" indent="0">
                  <a:buNone/>
                </a:pPr>
                <a:r>
                  <a:rPr lang="en-US" dirty="0">
                    <a:solidFill>
                      <a:schemeClr val="tx1"/>
                    </a:solidFill>
                    <a:latin typeface="Calibri" panose="020F0502020204030204" pitchFamily="34" charset="0"/>
                    <a:cs typeface="Calibri" panose="020F0502020204030204" pitchFamily="34" charset="0"/>
                  </a:rPr>
                  <a:t>Energy of pulse q(t),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𝑞</m:t>
                        </m:r>
                      </m:sub>
                    </m:sSub>
                    <m:r>
                      <a:rPr lang="en-US" i="1">
                        <a:solidFill>
                          <a:schemeClr val="tx1"/>
                        </a:solidFill>
                        <a:latin typeface="Cambria Math" panose="02040503050406030204" pitchFamily="18" charset="0"/>
                      </a:rPr>
                      <m:t>=</m:t>
                    </m:r>
                    <m:nary>
                      <m:naryPr>
                        <m:ctrlPr>
                          <a:rPr lang="en-US" i="1">
                            <a:solidFill>
                              <a:schemeClr val="tx1"/>
                            </a:solidFill>
                            <a:latin typeface="Cambria Math" panose="02040503050406030204" pitchFamily="18" charset="0"/>
                          </a:rPr>
                        </m:ctrlPr>
                      </m:naryPr>
                      <m:sub>
                        <m:r>
                          <m:rPr>
                            <m:brk m:alnAt="23"/>
                          </m:rPr>
                          <a:rPr lang="en-US" i="1">
                            <a:solidFill>
                              <a:schemeClr val="tx1"/>
                            </a:solidFill>
                            <a:latin typeface="Cambria Math" panose="02040503050406030204" pitchFamily="18" charset="0"/>
                          </a:rPr>
                          <m:t>0</m:t>
                        </m:r>
                      </m:sub>
                      <m: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𝑇</m:t>
                            </m:r>
                          </m:e>
                          <m:sub>
                            <m:r>
                              <a:rPr lang="en-US" i="1">
                                <a:solidFill>
                                  <a:schemeClr val="tx1"/>
                                </a:solidFill>
                                <a:latin typeface="Cambria Math" panose="02040503050406030204" pitchFamily="18" charset="0"/>
                              </a:rPr>
                              <m:t>𝑏</m:t>
                            </m:r>
                          </m:sub>
                        </m:sSub>
                      </m:sup>
                      <m:e>
                        <m:sSup>
                          <m:sSupPr>
                            <m:ctrlPr>
                              <a:rPr lang="en-US" i="1">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𝑞</m:t>
                            </m:r>
                          </m:e>
                          <m:sup>
                            <m:r>
                              <a:rPr lang="en-US" i="1">
                                <a:solidFill>
                                  <a:schemeClr val="tx1"/>
                                </a:solidFill>
                                <a:latin typeface="Cambria Math" panose="02040503050406030204" pitchFamily="18" charset="0"/>
                              </a:rPr>
                              <m:t>2</m:t>
                            </m:r>
                          </m:sup>
                        </m:sSup>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e>
                    </m:nary>
                    <m:r>
                      <a:rPr lang="en-US" i="1">
                        <a:solidFill>
                          <a:schemeClr val="tx1"/>
                        </a:solidFill>
                        <a:latin typeface="Cambria Math" panose="02040503050406030204" pitchFamily="18" charset="0"/>
                      </a:rPr>
                      <m:t>𝑑𝑡</m:t>
                    </m:r>
                  </m:oMath>
                </a14:m>
                <a:endParaRPr lang="en-US" dirty="0">
                  <a:solidFill>
                    <a:schemeClr val="tx1"/>
                  </a:solidFill>
                  <a:latin typeface="Times New Roman" panose="02020603050405020304" pitchFamily="18" charset="0"/>
                  <a:cs typeface="Times New Roman" panose="02020603050405020304" pitchFamily="18" charset="0"/>
                </a:endParaRPr>
              </a:p>
              <a:p>
                <a:pPr marL="0" indent="0">
                  <a:buNone/>
                </a:pPr>
                <a:r>
                  <a:rPr lang="en-US" dirty="0">
                    <a:solidFill>
                      <a:schemeClr val="tx1"/>
                    </a:solidFill>
                    <a:latin typeface="Calibri" panose="020F0502020204030204" pitchFamily="34" charset="0"/>
                    <a:cs typeface="Calibri" panose="020F0502020204030204" pitchFamily="34" charset="0"/>
                  </a:rPr>
                  <a:t>Energy of pulse p(t) and q(t),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𝑝𝑞</m:t>
                        </m:r>
                      </m:sub>
                    </m:sSub>
                    <m:r>
                      <a:rPr lang="en-US" i="1">
                        <a:solidFill>
                          <a:schemeClr val="tx1"/>
                        </a:solidFill>
                        <a:latin typeface="Cambria Math" panose="02040503050406030204" pitchFamily="18" charset="0"/>
                      </a:rPr>
                      <m:t>=</m:t>
                    </m:r>
                    <m:nary>
                      <m:naryPr>
                        <m:ctrlPr>
                          <a:rPr lang="en-US" i="1">
                            <a:solidFill>
                              <a:schemeClr val="tx1"/>
                            </a:solidFill>
                            <a:latin typeface="Cambria Math" panose="02040503050406030204" pitchFamily="18" charset="0"/>
                          </a:rPr>
                        </m:ctrlPr>
                      </m:naryPr>
                      <m:sub>
                        <m:r>
                          <m:rPr>
                            <m:brk m:alnAt="23"/>
                          </m:rPr>
                          <a:rPr lang="en-US" i="1">
                            <a:solidFill>
                              <a:schemeClr val="tx1"/>
                            </a:solidFill>
                            <a:latin typeface="Cambria Math" panose="02040503050406030204" pitchFamily="18" charset="0"/>
                          </a:rPr>
                          <m:t>0</m:t>
                        </m:r>
                      </m:sub>
                      <m: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𝑇</m:t>
                            </m:r>
                          </m:e>
                          <m:sub>
                            <m:r>
                              <a:rPr lang="en-US" i="1">
                                <a:solidFill>
                                  <a:schemeClr val="tx1"/>
                                </a:solidFill>
                                <a:latin typeface="Cambria Math" panose="02040503050406030204" pitchFamily="18" charset="0"/>
                              </a:rPr>
                              <m:t>𝑏</m:t>
                            </m:r>
                          </m:sub>
                        </m:sSub>
                      </m:sup>
                      <m:e>
                        <m:r>
                          <a:rPr lang="en-US" i="1">
                            <a:solidFill>
                              <a:schemeClr val="tx1"/>
                            </a:solidFill>
                            <a:latin typeface="Cambria Math" panose="02040503050406030204" pitchFamily="18" charset="0"/>
                          </a:rPr>
                          <m:t>𝑝</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𝑡</m:t>
                            </m:r>
                          </m:e>
                        </m:d>
                        <m:r>
                          <a:rPr lang="en-US" i="1">
                            <a:solidFill>
                              <a:schemeClr val="tx1"/>
                            </a:solidFill>
                            <a:latin typeface="Cambria Math" panose="02040503050406030204" pitchFamily="18" charset="0"/>
                          </a:rPr>
                          <m:t>𝑞</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e>
                    </m:nary>
                    <m:r>
                      <a:rPr lang="en-US" i="1">
                        <a:solidFill>
                          <a:schemeClr val="tx1"/>
                        </a:solidFill>
                        <a:latin typeface="Cambria Math" panose="02040503050406030204" pitchFamily="18" charset="0"/>
                      </a:rPr>
                      <m:t>𝑑𝑡</m:t>
                    </m:r>
                  </m:oMath>
                </a14:m>
                <a:endParaRPr lang="en-US"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22959" y="3796042"/>
                <a:ext cx="7543801" cy="2429793"/>
              </a:xfrm>
              <a:blipFill rotWithShape="0">
                <a:blip r:embed="rId2" cstate="print"/>
                <a:stretch>
                  <a:fillRect l="-2019" b="-503"/>
                </a:stretch>
              </a:blipFill>
            </p:spPr>
            <p:txBody>
              <a:bodyPr/>
              <a:lstStyle/>
              <a:p>
                <a:r>
                  <a:rPr lang="en-IN" dirty="0">
                    <a:noFill/>
                  </a:rPr>
                  <a:t> </a:t>
                </a:r>
              </a:p>
            </p:txBody>
          </p:sp>
        </mc:Fallback>
      </mc:AlternateContent>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46</a:t>
            </a:fld>
            <a:endParaRPr lang="en-US" dirty="0"/>
          </a:p>
        </p:txBody>
      </p:sp>
      <p:grpSp>
        <p:nvGrpSpPr>
          <p:cNvPr id="6" name="Group 5">
            <a:extLst>
              <a:ext uri="{FF2B5EF4-FFF2-40B4-BE49-F238E27FC236}">
                <a16:creationId xmlns="" xmlns:a16="http://schemas.microsoft.com/office/drawing/2014/main" id="{36BD90A9-CD92-449D-A35E-BE5569768BAD}"/>
              </a:ext>
            </a:extLst>
          </p:cNvPr>
          <p:cNvGrpSpPr/>
          <p:nvPr/>
        </p:nvGrpSpPr>
        <p:grpSpPr>
          <a:xfrm>
            <a:off x="457200" y="1828800"/>
            <a:ext cx="8458200" cy="1557424"/>
            <a:chOff x="1075613" y="1107495"/>
            <a:chExt cx="9665174" cy="1726240"/>
          </a:xfrm>
        </p:grpSpPr>
        <p:sp>
          <p:nvSpPr>
            <p:cNvPr id="7" name="Oval 6"/>
            <p:cNvSpPr/>
            <p:nvPr/>
          </p:nvSpPr>
          <p:spPr>
            <a:xfrm>
              <a:off x="2033516" y="1214651"/>
              <a:ext cx="573206" cy="57320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Σ</a:t>
              </a:r>
            </a:p>
          </p:txBody>
        </p:sp>
        <p:cxnSp>
          <p:nvCxnSpPr>
            <p:cNvPr id="8" name="Straight Arrow Connector 7"/>
            <p:cNvCxnSpPr/>
            <p:nvPr/>
          </p:nvCxnSpPr>
          <p:spPr>
            <a:xfrm>
              <a:off x="1296537" y="1514900"/>
              <a:ext cx="7369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flipV="1">
              <a:off x="2320119" y="1774207"/>
              <a:ext cx="0" cy="5732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a:off x="2606722" y="1514900"/>
              <a:ext cx="8052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Rectangle 10"/>
            <p:cNvSpPr/>
            <p:nvPr/>
          </p:nvSpPr>
          <p:spPr>
            <a:xfrm>
              <a:off x="3411940" y="1173707"/>
              <a:ext cx="1241947" cy="7096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Matched</a:t>
              </a:r>
            </a:p>
            <a:p>
              <a:pPr algn="ctr"/>
              <a:r>
                <a:rPr lang="en-US" sz="1600" dirty="0">
                  <a:latin typeface="Times New Roman" panose="02020603050405020304" pitchFamily="18" charset="0"/>
                  <a:cs typeface="Times New Roman" panose="02020603050405020304" pitchFamily="18" charset="0"/>
                </a:rPr>
                <a:t>Filter</a:t>
              </a:r>
            </a:p>
          </p:txBody>
        </p:sp>
        <p:cxnSp>
          <p:nvCxnSpPr>
            <p:cNvPr id="12" name="Straight Arrow Connector 11"/>
            <p:cNvCxnSpPr/>
            <p:nvPr/>
          </p:nvCxnSpPr>
          <p:spPr>
            <a:xfrm>
              <a:off x="4653887" y="1514900"/>
              <a:ext cx="79157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p:nvPr/>
          </p:nvCxnSpPr>
          <p:spPr>
            <a:xfrm>
              <a:off x="5841242" y="1514900"/>
              <a:ext cx="8598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flipH="1" flipV="1">
              <a:off x="5445457" y="1214651"/>
              <a:ext cx="395785" cy="3002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Rectangle 14"/>
            <p:cNvSpPr/>
            <p:nvPr/>
          </p:nvSpPr>
          <p:spPr>
            <a:xfrm>
              <a:off x="6701051" y="1107495"/>
              <a:ext cx="1501253" cy="81886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Decision</a:t>
              </a:r>
            </a:p>
            <a:p>
              <a:pPr algn="ctr"/>
              <a:r>
                <a:rPr lang="en-US" sz="1600" dirty="0">
                  <a:latin typeface="Times New Roman" panose="02020603050405020304" pitchFamily="18" charset="0"/>
                  <a:cs typeface="Times New Roman" panose="02020603050405020304" pitchFamily="18" charset="0"/>
                </a:rPr>
                <a:t>Device</a:t>
              </a:r>
            </a:p>
          </p:txBody>
        </p:sp>
        <p:cxnSp>
          <p:nvCxnSpPr>
            <p:cNvPr id="16" name="Straight Arrow Connector 15"/>
            <p:cNvCxnSpPr/>
            <p:nvPr/>
          </p:nvCxnSpPr>
          <p:spPr>
            <a:xfrm>
              <a:off x="8202304" y="1255595"/>
              <a:ext cx="10372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a:off x="8202304" y="1774207"/>
              <a:ext cx="10372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p:nvPr/>
          </p:nvCxnSpPr>
          <p:spPr>
            <a:xfrm flipV="1">
              <a:off x="7451678" y="1937984"/>
              <a:ext cx="0" cy="5732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1075613" y="1542196"/>
              <a:ext cx="829671" cy="52322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Signal</a:t>
              </a:r>
            </a:p>
            <a:p>
              <a:r>
                <a:rPr lang="en-US" sz="1400" dirty="0">
                  <a:latin typeface="Times New Roman" panose="02020603050405020304" pitchFamily="18" charset="0"/>
                  <a:cs typeface="Times New Roman" panose="02020603050405020304" pitchFamily="18" charset="0"/>
                </a:rPr>
                <a:t>  S(t)</a:t>
              </a:r>
            </a:p>
          </p:txBody>
        </p:sp>
        <p:sp>
          <p:nvSpPr>
            <p:cNvPr id="20" name="TextBox 19"/>
            <p:cNvSpPr txBox="1"/>
            <p:nvPr/>
          </p:nvSpPr>
          <p:spPr>
            <a:xfrm>
              <a:off x="1793543" y="2310515"/>
              <a:ext cx="813179" cy="523220"/>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AWGN</a:t>
              </a:r>
            </a:p>
            <a:p>
              <a:r>
                <a:rPr lang="en-US" sz="1200" dirty="0">
                  <a:latin typeface="Times New Roman" panose="02020603050405020304" pitchFamily="18" charset="0"/>
                  <a:cs typeface="Times New Roman" panose="02020603050405020304" pitchFamily="18" charset="0"/>
                </a:rPr>
                <a:t>  N(t)</a:t>
              </a:r>
            </a:p>
          </p:txBody>
        </p:sp>
        <mc:AlternateContent xmlns:mc="http://schemas.openxmlformats.org/markup-compatibility/2006">
          <mc:Choice xmlns:a14="http://schemas.microsoft.com/office/drawing/2010/main" xmlns="" Requires="a14">
            <p:sp>
              <p:nvSpPr>
                <p:cNvPr id="21" name="TextBox 20"/>
                <p:cNvSpPr txBox="1"/>
                <p:nvPr/>
              </p:nvSpPr>
              <p:spPr>
                <a:xfrm>
                  <a:off x="4899546" y="1646488"/>
                  <a:ext cx="1255594" cy="52322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Sampled at time t=</a:t>
                  </a: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𝑇</m:t>
                          </m:r>
                        </m:e>
                        <m:sub>
                          <m:r>
                            <a:rPr lang="en-US" sz="1400" b="0" i="1" smtClean="0">
                              <a:latin typeface="Cambria Math" panose="02040503050406030204" pitchFamily="18" charset="0"/>
                            </a:rPr>
                            <m:t>𝑏</m:t>
                          </m:r>
                        </m:sub>
                      </m:sSub>
                    </m:oMath>
                  </a14:m>
                  <a:endParaRPr lang="en-US" sz="1400" dirty="0">
                    <a:latin typeface="Times New Roman" panose="02020603050405020304" pitchFamily="18" charset="0"/>
                    <a:cs typeface="Times New Roman" panose="02020603050405020304" pitchFamily="18" charset="0"/>
                  </a:endParaRPr>
                </a:p>
              </p:txBody>
            </p:sp>
          </mc:Choice>
          <mc:Fallback>
            <p:sp>
              <p:nvSpPr>
                <p:cNvPr id="21" name="TextBox 28"/>
                <p:cNvSpPr txBox="1">
                  <a:spLocks noRot="1" noChangeAspect="1" noMove="1" noResize="1" noEditPoints="1" noAdjustHandles="1" noChangeArrowheads="1" noChangeShapeType="1" noTextEdit="1"/>
                </p:cNvSpPr>
                <p:nvPr/>
              </p:nvSpPr>
              <p:spPr>
                <a:xfrm>
                  <a:off x="4899546" y="1646488"/>
                  <a:ext cx="1255594" cy="523220"/>
                </a:xfrm>
                <a:prstGeom prst="rect">
                  <a:avLst/>
                </a:prstGeom>
                <a:blipFill>
                  <a:blip r:embed="rId3" cstate="print"/>
                  <a:stretch>
                    <a:fillRect l="-1456" t="-2247" b="-7865"/>
                  </a:stretch>
                </a:blipFill>
              </p:spPr>
              <p:txBody>
                <a:bodyPr/>
                <a:lstStyle/>
                <a:p>
                  <a:r>
                    <a:rPr lang="en-US" dirty="0">
                      <a:noFill/>
                    </a:rPr>
                    <a:t> </a:t>
                  </a:r>
                </a:p>
              </p:txBody>
            </p:sp>
          </mc:Fallback>
        </mc:AlternateContent>
        <p:sp>
          <p:nvSpPr>
            <p:cNvPr id="22" name="TextBox 21"/>
            <p:cNvSpPr txBox="1"/>
            <p:nvPr/>
          </p:nvSpPr>
          <p:spPr>
            <a:xfrm>
              <a:off x="7451677" y="2118987"/>
              <a:ext cx="1132764" cy="579934"/>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Threshold</a:t>
              </a:r>
            </a:p>
            <a:p>
              <a:r>
                <a:rPr lang="en-US" sz="1400" dirty="0">
                  <a:latin typeface="Times New Roman" panose="02020603050405020304" pitchFamily="18" charset="0"/>
                  <a:cs typeface="Times New Roman" panose="02020603050405020304" pitchFamily="18" charset="0"/>
                </a:rPr>
                <a:t>        </a:t>
              </a:r>
              <a:r>
                <a:rPr lang="el-GR" sz="1400" dirty="0">
                  <a:latin typeface="Times New Roman" panose="02020603050405020304" pitchFamily="18" charset="0"/>
                  <a:cs typeface="Times New Roman" panose="02020603050405020304" pitchFamily="18" charset="0"/>
                </a:rPr>
                <a:t>λ</a:t>
              </a:r>
              <a:endParaRPr lang="en-US" sz="14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6271146" y="1118273"/>
              <a:ext cx="30008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y</a:t>
              </a:r>
            </a:p>
          </p:txBody>
        </p:sp>
        <p:sp>
          <p:nvSpPr>
            <p:cNvPr id="24" name="TextBox 23"/>
            <p:cNvSpPr txBox="1"/>
            <p:nvPr/>
          </p:nvSpPr>
          <p:spPr>
            <a:xfrm>
              <a:off x="9239534" y="1118273"/>
              <a:ext cx="1501253"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m =1 if y&gt;</a:t>
              </a:r>
              <a:r>
                <a:rPr lang="el-GR" sz="1400" dirty="0">
                  <a:latin typeface="Times New Roman" panose="02020603050405020304" pitchFamily="18" charset="0"/>
                  <a:cs typeface="Times New Roman" panose="02020603050405020304" pitchFamily="18" charset="0"/>
                </a:rPr>
                <a:t>λ</a:t>
              </a:r>
              <a:endParaRPr lang="en-US" sz="14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9239533" y="1646488"/>
              <a:ext cx="1296539"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m =1 if y&lt;</a:t>
              </a:r>
              <a:r>
                <a:rPr lang="el-GR" sz="1400" dirty="0">
                  <a:latin typeface="Times New Roman" panose="02020603050405020304" pitchFamily="18" charset="0"/>
                  <a:cs typeface="Times New Roman" panose="02020603050405020304" pitchFamily="18" charset="0"/>
                </a:rPr>
                <a:t>λ</a:t>
              </a:r>
              <a:endParaRPr lang="en-US" sz="1400" dirty="0">
                <a:latin typeface="Times New Roman" panose="02020603050405020304" pitchFamily="18" charset="0"/>
                <a:cs typeface="Times New Roman" panose="02020603050405020304" pitchFamily="18" charset="0"/>
              </a:endParaRPr>
            </a:p>
          </p:txBody>
        </p:sp>
      </p:grpSp>
      <p:sp>
        <p:nvSpPr>
          <p:cNvPr id="26" name="TextBox 25"/>
          <p:cNvSpPr txBox="1"/>
          <p:nvPr/>
        </p:nvSpPr>
        <p:spPr>
          <a:xfrm>
            <a:off x="2590800" y="3312654"/>
            <a:ext cx="7328847" cy="338554"/>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Fig . </a:t>
            </a:r>
            <a:r>
              <a:rPr lang="en-US" sz="1600" b="1" dirty="0" smtClean="0">
                <a:latin typeface="Calibri" panose="020F0502020204030204" pitchFamily="34" charset="0"/>
                <a:cs typeface="Calibri" panose="020F0502020204030204" pitchFamily="34" charset="0"/>
              </a:rPr>
              <a:t>10.  </a:t>
            </a:r>
            <a:r>
              <a:rPr lang="en-US" sz="1600" b="1" dirty="0">
                <a:latin typeface="Calibri" panose="020F0502020204030204" pitchFamily="34" charset="0"/>
                <a:cs typeface="Calibri" panose="020F0502020204030204" pitchFamily="34" charset="0"/>
              </a:rPr>
              <a:t>Block diagram of optimum receiver</a:t>
            </a:r>
          </a:p>
        </p:txBody>
      </p:sp>
      <p:sp>
        <p:nvSpPr>
          <p:cNvPr id="27" name="TextBox 26">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28" name="Round Same Side Corner Rectangle 27">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29" name="Picture 28" descr="C:\Users\Subhasis\Desktop\logo nit.png">
            <a:extLst>
              <a:ext uri="{FF2B5EF4-FFF2-40B4-BE49-F238E27FC236}">
                <a16:creationId xmlns="" xmlns:a16="http://schemas.microsoft.com/office/drawing/2014/main" id="{000A8C8E-439E-48F1-A8AC-86130FA2896E}"/>
              </a:ext>
            </a:extLst>
          </p:cNvPr>
          <p:cNvPicPr/>
          <p:nvPr/>
        </p:nvPicPr>
        <p:blipFill>
          <a:blip r:embed="rId4"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2865974374"/>
      </p:ext>
    </p:extLst>
  </p:cSld>
  <p:clrMapOvr>
    <a:masterClrMapping/>
  </p:clrMapOvr>
  <p:transition>
    <p:pull di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tx1"/>
                </a:solidFill>
                <a:latin typeface="Times New Roman" panose="02020603050405020304" pitchFamily="18" charset="0"/>
                <a:cs typeface="Times New Roman" panose="02020603050405020304" pitchFamily="18" charset="0"/>
              </a:rPr>
              <a:t>Digital Modulation Techniques</a:t>
            </a:r>
            <a:endParaRPr lang="en-IN" sz="3600" dirty="0">
              <a:solidFill>
                <a:schemeClr val="tx1"/>
              </a:solidFill>
            </a:endParaRPr>
          </a:p>
        </p:txBody>
      </p:sp>
      <p:sp>
        <p:nvSpPr>
          <p:cNvPr id="3" name="Content Placeholder 2"/>
          <p:cNvSpPr>
            <a:spLocks noGrp="1"/>
          </p:cNvSpPr>
          <p:nvPr>
            <p:ph idx="1"/>
          </p:nvPr>
        </p:nvSpPr>
        <p:spPr>
          <a:xfrm>
            <a:off x="822959" y="1845734"/>
            <a:ext cx="8016241" cy="4402666"/>
          </a:xfrm>
        </p:spPr>
        <p:txBody>
          <a:bodyPr>
            <a:normAutofit lnSpcReduction="10000"/>
          </a:bodyPr>
          <a:lstStyle/>
          <a:p>
            <a:pPr marL="0" indent="0">
              <a:buClr>
                <a:srgbClr val="C00000"/>
              </a:buClr>
              <a:buNone/>
            </a:pPr>
            <a:r>
              <a:rPr lang="en-US" b="1" dirty="0" smtClean="0">
                <a:latin typeface="Times New Roman" panose="02020603050405020304" pitchFamily="18" charset="0"/>
                <a:cs typeface="Times New Roman" panose="02020603050405020304" pitchFamily="18" charset="0"/>
              </a:rPr>
              <a:t> Generation:</a:t>
            </a:r>
          </a:p>
          <a:p>
            <a:pPr marL="0" indent="0">
              <a:buClr>
                <a:srgbClr val="C00000"/>
              </a:buClr>
              <a:buNone/>
            </a:pPr>
            <a:endParaRPr lang="en-US" b="1" dirty="0">
              <a:latin typeface="Times New Roman" panose="02020603050405020304" pitchFamily="18" charset="0"/>
              <a:cs typeface="Times New Roman" panose="02020603050405020304" pitchFamily="18" charset="0"/>
            </a:endParaRPr>
          </a:p>
          <a:p>
            <a:pPr marL="0" indent="0">
              <a:buClr>
                <a:srgbClr val="C00000"/>
              </a:buClr>
              <a:buNone/>
            </a:pPr>
            <a:endParaRPr lang="en-US" b="1" dirty="0" smtClean="0">
              <a:latin typeface="Times New Roman" panose="02020603050405020304" pitchFamily="18" charset="0"/>
              <a:cs typeface="Times New Roman" panose="02020603050405020304" pitchFamily="18" charset="0"/>
            </a:endParaRPr>
          </a:p>
          <a:p>
            <a:pPr marL="0" indent="0">
              <a:buClr>
                <a:srgbClr val="C00000"/>
              </a:buClr>
              <a:buNone/>
            </a:pPr>
            <a:endParaRPr lang="en-US" b="1" dirty="0">
              <a:latin typeface="Times New Roman" panose="02020603050405020304" pitchFamily="18" charset="0"/>
              <a:cs typeface="Times New Roman" panose="02020603050405020304" pitchFamily="18" charset="0"/>
            </a:endParaRPr>
          </a:p>
          <a:p>
            <a:pPr marL="0" indent="0">
              <a:buClr>
                <a:srgbClr val="C00000"/>
              </a:buClr>
              <a:buNone/>
            </a:pPr>
            <a:r>
              <a:rPr lang="en-US" b="1" dirty="0" smtClean="0">
                <a:latin typeface="Times New Roman" panose="02020603050405020304" pitchFamily="18" charset="0"/>
                <a:cs typeface="Times New Roman" panose="02020603050405020304" pitchFamily="18" charset="0"/>
              </a:rPr>
              <a:t>                       ASK                                                      FSK</a:t>
            </a:r>
          </a:p>
          <a:p>
            <a:pPr marL="0" indent="0">
              <a:buClr>
                <a:srgbClr val="C00000"/>
              </a:buClr>
              <a:buNone/>
            </a:pPr>
            <a:endParaRPr lang="en-US" b="1" dirty="0">
              <a:latin typeface="Times New Roman" panose="02020603050405020304" pitchFamily="18" charset="0"/>
              <a:cs typeface="Times New Roman" panose="02020603050405020304" pitchFamily="18" charset="0"/>
            </a:endParaRPr>
          </a:p>
          <a:p>
            <a:pPr marL="0" indent="0">
              <a:buClr>
                <a:srgbClr val="C00000"/>
              </a:buClr>
              <a:buNone/>
            </a:pPr>
            <a:endParaRPr lang="en-US" b="1" dirty="0" smtClean="0">
              <a:latin typeface="Times New Roman" panose="02020603050405020304" pitchFamily="18" charset="0"/>
              <a:cs typeface="Times New Roman" panose="02020603050405020304" pitchFamily="18" charset="0"/>
            </a:endParaRPr>
          </a:p>
          <a:p>
            <a:pPr marL="0" indent="0">
              <a:buClr>
                <a:srgbClr val="C00000"/>
              </a:buClr>
              <a:buNone/>
            </a:pPr>
            <a:endParaRPr lang="en-US" b="1" dirty="0">
              <a:latin typeface="Times New Roman" panose="02020603050405020304" pitchFamily="18" charset="0"/>
              <a:cs typeface="Times New Roman" panose="02020603050405020304" pitchFamily="18" charset="0"/>
            </a:endParaRPr>
          </a:p>
          <a:p>
            <a:pPr marL="0" indent="0">
              <a:buClr>
                <a:srgbClr val="C00000"/>
              </a:buClr>
              <a:buNone/>
            </a:pPr>
            <a:endParaRPr lang="en-US" b="1" dirty="0">
              <a:latin typeface="Times New Roman" panose="02020603050405020304" pitchFamily="18" charset="0"/>
              <a:cs typeface="Times New Roman" panose="02020603050405020304" pitchFamily="18" charset="0"/>
            </a:endParaRPr>
          </a:p>
          <a:p>
            <a:pPr marL="0" indent="0">
              <a:buClr>
                <a:srgbClr val="C00000"/>
              </a:buClr>
              <a:buNone/>
            </a:pPr>
            <a:r>
              <a:rPr lang="en-US" b="1" dirty="0" smtClean="0">
                <a:latin typeface="Times New Roman" panose="02020603050405020304" pitchFamily="18" charset="0"/>
                <a:cs typeface="Times New Roman" panose="02020603050405020304" pitchFamily="18" charset="0"/>
              </a:rPr>
              <a:t>                                                          BPSK</a:t>
            </a:r>
          </a:p>
          <a:p>
            <a:pPr marL="0" indent="0">
              <a:buClr>
                <a:srgbClr val="C00000"/>
              </a:buClr>
              <a:buNone/>
            </a:pPr>
            <a:endParaRPr lang="en-US"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47</a:t>
            </a:fld>
            <a:endParaRPr lang="en-US" dirty="0"/>
          </a:p>
        </p:txBody>
      </p:sp>
      <p:pic>
        <p:nvPicPr>
          <p:cNvPr id="6" name="Picture 5">
            <a:extLst>
              <a:ext uri="{FF2B5EF4-FFF2-40B4-BE49-F238E27FC236}">
                <a16:creationId xmlns:a16="http://schemas.microsoft.com/office/drawing/2014/main" xmlns="" id="{D3B17004-7A5A-4760-A30D-1A3F7FF48FF0}"/>
              </a:ext>
            </a:extLst>
          </p:cNvPr>
          <p:cNvPicPr>
            <a:picLocks noChangeAspect="1"/>
          </p:cNvPicPr>
          <p:nvPr/>
        </p:nvPicPr>
        <p:blipFill rotWithShape="1">
          <a:blip r:embed="rId2" cstate="print">
            <a:extLst>
              <a:ext uri="{28A0092B-C50C-407E-A947-70E740481C1C}">
                <a14:useLocalDpi xmlns:a14="http://schemas.microsoft.com/office/drawing/2010/main" xmlns="" val="0"/>
              </a:ext>
            </a:extLst>
          </a:blip>
          <a:srcRect r="63426" b="59478"/>
          <a:stretch/>
        </p:blipFill>
        <p:spPr>
          <a:xfrm>
            <a:off x="609600" y="2133601"/>
            <a:ext cx="3330216" cy="1371600"/>
          </a:xfrm>
          <a:prstGeom prst="rect">
            <a:avLst/>
          </a:prstGeom>
        </p:spPr>
      </p:pic>
      <p:pic>
        <p:nvPicPr>
          <p:cNvPr id="7" name="Picture 6">
            <a:extLst>
              <a:ext uri="{FF2B5EF4-FFF2-40B4-BE49-F238E27FC236}">
                <a16:creationId xmlns:a16="http://schemas.microsoft.com/office/drawing/2014/main" xmlns="" id="{74B8FEBD-E5C7-437B-B429-AD72E9EB2B6D}"/>
              </a:ext>
            </a:extLst>
          </p:cNvPr>
          <p:cNvPicPr>
            <a:picLocks noChangeAspect="1"/>
          </p:cNvPicPr>
          <p:nvPr/>
        </p:nvPicPr>
        <p:blipFill rotWithShape="1">
          <a:blip r:embed="rId3" cstate="print">
            <a:extLst>
              <a:ext uri="{28A0092B-C50C-407E-A947-70E740481C1C}">
                <a14:useLocalDpi xmlns:a14="http://schemas.microsoft.com/office/drawing/2010/main" xmlns="" val="0"/>
              </a:ext>
            </a:extLst>
          </a:blip>
          <a:srcRect l="1084" t="1819" r="15060" b="32733"/>
          <a:stretch/>
        </p:blipFill>
        <p:spPr>
          <a:xfrm>
            <a:off x="4207278" y="1974148"/>
            <a:ext cx="4355908" cy="1531054"/>
          </a:xfrm>
          <a:prstGeom prst="rect">
            <a:avLst/>
          </a:prstGeom>
        </p:spPr>
      </p:pic>
      <p:pic>
        <p:nvPicPr>
          <p:cNvPr id="8" name="Picture 7">
            <a:extLst>
              <a:ext uri="{FF2B5EF4-FFF2-40B4-BE49-F238E27FC236}">
                <a16:creationId xmlns:a16="http://schemas.microsoft.com/office/drawing/2014/main" xmlns="" id="{F7D15B54-1D29-434E-B62B-D3D7D3D7B027}"/>
              </a:ext>
            </a:extLst>
          </p:cNvPr>
          <p:cNvPicPr>
            <a:picLocks noChangeAspect="1"/>
          </p:cNvPicPr>
          <p:nvPr/>
        </p:nvPicPr>
        <p:blipFill rotWithShape="1">
          <a:blip r:embed="rId4" cstate="print">
            <a:extLst>
              <a:ext uri="{28A0092B-C50C-407E-A947-70E740481C1C}">
                <a14:useLocalDpi xmlns:a14="http://schemas.microsoft.com/office/drawing/2010/main" xmlns="" val="0"/>
              </a:ext>
            </a:extLst>
          </a:blip>
          <a:srcRect l="1249" r="62270" b="59772"/>
          <a:stretch/>
        </p:blipFill>
        <p:spPr>
          <a:xfrm>
            <a:off x="2854838" y="4047067"/>
            <a:ext cx="3480041" cy="1508761"/>
          </a:xfrm>
          <a:prstGeom prst="rect">
            <a:avLst/>
          </a:prstGeom>
        </p:spPr>
      </p:pic>
      <p:sp>
        <p:nvSpPr>
          <p:cNvPr id="9" name="TextBox 8">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10" name="Round Same Side Corner Rectangle 9">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11" name="Picture 10" descr="C:\Users\Subhasis\Desktop\logo nit.png">
            <a:extLst>
              <a:ext uri="{FF2B5EF4-FFF2-40B4-BE49-F238E27FC236}">
                <a16:creationId xmlns="" xmlns:a16="http://schemas.microsoft.com/office/drawing/2014/main" id="{000A8C8E-439E-48F1-A8AC-86130FA2896E}"/>
              </a:ext>
            </a:extLst>
          </p:cNvPr>
          <p:cNvPicPr/>
          <p:nvPr/>
        </p:nvPicPr>
        <p:blipFill>
          <a:blip r:embed="rId5" cstate="print"/>
          <a:srcRect/>
          <a:stretch>
            <a:fillRect/>
          </a:stretch>
        </p:blipFill>
        <p:spPr bwMode="auto">
          <a:xfrm>
            <a:off x="8153400" y="15357"/>
            <a:ext cx="990600" cy="852779"/>
          </a:xfrm>
          <a:prstGeom prst="rect">
            <a:avLst/>
          </a:prstGeom>
          <a:noFill/>
          <a:ln w="9525">
            <a:noFill/>
            <a:miter lim="800000"/>
            <a:headEnd/>
            <a:tailEnd/>
          </a:ln>
        </p:spPr>
      </p:pic>
      <mc:AlternateContent xmlns:mc="http://schemas.openxmlformats.org/markup-compatibility/2006">
        <mc:Choice xmlns:a14="http://schemas.microsoft.com/office/drawing/2010/main" xmlns="" Requires="a14">
          <p:sp>
            <p:nvSpPr>
              <p:cNvPr id="12" name="TextBox 11">
                <a:extLst>
                  <a:ext uri="{FF2B5EF4-FFF2-40B4-BE49-F238E27FC236}">
                    <a16:creationId xmlns="" xmlns:a16="http://schemas.microsoft.com/office/drawing/2014/main" id="{5B515A95-828F-40DF-BB6C-662156D64C25}"/>
                  </a:ext>
                </a:extLst>
              </p:cNvPr>
              <p:cNvSpPr txBox="1"/>
              <p:nvPr/>
            </p:nvSpPr>
            <p:spPr>
              <a:xfrm>
                <a:off x="2857101" y="2676484"/>
                <a:ext cx="2019699" cy="5043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200" b="1" i="1" smtClean="0">
                              <a:latin typeface="Cambria Math" panose="02040503050406030204" pitchFamily="18" charset="0"/>
                              <a:ea typeface="Cambria Math" panose="02040503050406030204" pitchFamily="18" charset="0"/>
                            </a:rPr>
                          </m:ctrlPr>
                        </m:sSubPr>
                        <m:e>
                          <m:r>
                            <a:rPr lang="en-IN" sz="1200" b="1" i="0" smtClean="0">
                              <a:latin typeface="Cambria Math" panose="02040503050406030204" pitchFamily="18" charset="0"/>
                              <a:ea typeface="Cambria Math" panose="02040503050406030204" pitchFamily="18" charset="0"/>
                            </a:rPr>
                            <m:t>𝛙</m:t>
                          </m:r>
                        </m:e>
                        <m:sub>
                          <m:r>
                            <a:rPr lang="en-IN" sz="1200" b="1" i="0" smtClean="0">
                              <a:latin typeface="Cambria Math" panose="02040503050406030204" pitchFamily="18" charset="0"/>
                              <a:ea typeface="Cambria Math" panose="02040503050406030204" pitchFamily="18" charset="0"/>
                            </a:rPr>
                            <m:t>𝐀𝐒𝐊</m:t>
                          </m:r>
                        </m:sub>
                      </m:sSub>
                      <m:r>
                        <a:rPr lang="en-IN" sz="1200" b="1" i="0" smtClean="0">
                          <a:latin typeface="Cambria Math" panose="02040503050406030204" pitchFamily="18" charset="0"/>
                          <a:ea typeface="Cambria Math" panose="02040503050406030204" pitchFamily="18" charset="0"/>
                        </a:rPr>
                        <m:t>=</m:t>
                      </m:r>
                      <m:d>
                        <m:dPr>
                          <m:begChr m:val="{"/>
                          <m:endChr m:val=""/>
                          <m:ctrlPr>
                            <a:rPr lang="en-IN" sz="1200" b="1" i="1" smtClean="0">
                              <a:latin typeface="Cambria Math" panose="02040503050406030204" pitchFamily="18" charset="0"/>
                              <a:ea typeface="Cambria Math" panose="02040503050406030204" pitchFamily="18" charset="0"/>
                            </a:rPr>
                          </m:ctrlPr>
                        </m:dPr>
                        <m:e>
                          <m:eqArr>
                            <m:eqArrPr>
                              <m:ctrlPr>
                                <a:rPr lang="en-IN" sz="1200" b="1" i="1" smtClean="0">
                                  <a:latin typeface="Cambria Math" panose="02040503050406030204" pitchFamily="18" charset="0"/>
                                  <a:ea typeface="Cambria Math" panose="02040503050406030204" pitchFamily="18" charset="0"/>
                                </a:rPr>
                              </m:ctrlPr>
                            </m:eqArrPr>
                            <m:e>
                              <m:r>
                                <a:rPr lang="en-IN" sz="1200" b="1" i="0" smtClean="0">
                                  <a:latin typeface="Cambria Math" panose="02040503050406030204" pitchFamily="18" charset="0"/>
                                  <a:ea typeface="Cambria Math" panose="02040503050406030204" pitchFamily="18" charset="0"/>
                                </a:rPr>
                                <m:t>𝐀𝐜𝐨𝐬</m:t>
                              </m:r>
                              <m:sSub>
                                <m:sSubPr>
                                  <m:ctrlPr>
                                    <a:rPr lang="en-IN" sz="1200" b="1" i="1" smtClean="0">
                                      <a:latin typeface="Cambria Math" panose="02040503050406030204" pitchFamily="18" charset="0"/>
                                      <a:ea typeface="Cambria Math" panose="02040503050406030204" pitchFamily="18" charset="0"/>
                                    </a:rPr>
                                  </m:ctrlPr>
                                </m:sSubPr>
                                <m:e>
                                  <m:r>
                                    <a:rPr lang="en-IN" sz="1200" b="1" i="0" smtClean="0">
                                      <a:latin typeface="Cambria Math" panose="02040503050406030204" pitchFamily="18" charset="0"/>
                                      <a:ea typeface="Cambria Math" panose="02040503050406030204" pitchFamily="18" charset="0"/>
                                    </a:rPr>
                                    <m:t>𝛚</m:t>
                                  </m:r>
                                </m:e>
                                <m:sub>
                                  <m:r>
                                    <a:rPr lang="en-IN" sz="1200" b="1" i="0" smtClean="0">
                                      <a:latin typeface="Cambria Math" panose="02040503050406030204" pitchFamily="18" charset="0"/>
                                      <a:ea typeface="Cambria Math" panose="02040503050406030204" pitchFamily="18" charset="0"/>
                                    </a:rPr>
                                    <m:t>𝐜</m:t>
                                  </m:r>
                                </m:sub>
                              </m:sSub>
                              <m:r>
                                <a:rPr lang="en-IN" sz="1200" b="1" i="0" smtClean="0">
                                  <a:latin typeface="Cambria Math" panose="02040503050406030204" pitchFamily="18" charset="0"/>
                                  <a:ea typeface="Cambria Math" panose="02040503050406030204" pitchFamily="18" charset="0"/>
                                </a:rPr>
                                <m:t>𝐭</m:t>
                              </m:r>
                              <m:r>
                                <a:rPr lang="en-IN" sz="1200" b="1" i="0" smtClean="0">
                                  <a:latin typeface="Cambria Math" panose="02040503050406030204" pitchFamily="18" charset="0"/>
                                  <a:ea typeface="Cambria Math" panose="02040503050406030204" pitchFamily="18" charset="0"/>
                                </a:rPr>
                                <m:t>  ;</m:t>
                              </m:r>
                              <m:r>
                                <a:rPr lang="en-IN" sz="1200" b="1" i="0" smtClean="0">
                                  <a:latin typeface="Cambria Math" panose="02040503050406030204" pitchFamily="18" charset="0"/>
                                  <a:ea typeface="Cambria Math" panose="02040503050406030204" pitchFamily="18" charset="0"/>
                                </a:rPr>
                                <m:t>𝐟𝐨𝐫</m:t>
                              </m:r>
                              <m:r>
                                <a:rPr lang="en-IN" sz="1200" b="1" i="0" smtClean="0">
                                  <a:latin typeface="Cambria Math" panose="02040503050406030204" pitchFamily="18" charset="0"/>
                                  <a:ea typeface="Cambria Math" panose="02040503050406030204" pitchFamily="18" charset="0"/>
                                </a:rPr>
                                <m:t> ′</m:t>
                              </m:r>
                              <m:r>
                                <a:rPr lang="en-IN" sz="1200" b="1" i="0" smtClean="0">
                                  <a:latin typeface="Cambria Math" panose="02040503050406030204" pitchFamily="18" charset="0"/>
                                  <a:ea typeface="Cambria Math" panose="02040503050406030204" pitchFamily="18" charset="0"/>
                                </a:rPr>
                                <m:t>𝟏</m:t>
                              </m:r>
                              <m:r>
                                <a:rPr lang="en-IN" sz="1200" b="1" i="0" smtClean="0">
                                  <a:latin typeface="Cambria Math" panose="02040503050406030204" pitchFamily="18" charset="0"/>
                                  <a:ea typeface="Cambria Math" panose="02040503050406030204" pitchFamily="18" charset="0"/>
                                </a:rPr>
                                <m:t>′</m:t>
                              </m:r>
                            </m:e>
                            <m:e>
                              <m:r>
                                <a:rPr lang="en-IN" sz="1200" b="1" i="1" smtClean="0">
                                  <a:latin typeface="Cambria Math" panose="02040503050406030204" pitchFamily="18" charset="0"/>
                                  <a:ea typeface="Cambria Math" panose="02040503050406030204" pitchFamily="18" charset="0"/>
                                </a:rPr>
                                <m:t>𝟎</m:t>
                              </m:r>
                              <m:r>
                                <a:rPr lang="en-IN" sz="1200" b="1" i="1" smtClean="0">
                                  <a:latin typeface="Cambria Math" panose="02040503050406030204" pitchFamily="18" charset="0"/>
                                  <a:ea typeface="Cambria Math" panose="02040503050406030204" pitchFamily="18" charset="0"/>
                                </a:rPr>
                                <m:t>  </m:t>
                              </m:r>
                              <m:r>
                                <a:rPr lang="en-IN" sz="1200" b="1" i="0" smtClean="0">
                                  <a:latin typeface="Cambria Math" panose="02040503050406030204" pitchFamily="18" charset="0"/>
                                  <a:ea typeface="Cambria Math" panose="02040503050406030204" pitchFamily="18" charset="0"/>
                                </a:rPr>
                                <m:t>;</m:t>
                              </m:r>
                              <m:r>
                                <a:rPr lang="en-IN" sz="1200" b="1" i="0" smtClean="0">
                                  <a:latin typeface="Cambria Math" panose="02040503050406030204" pitchFamily="18" charset="0"/>
                                  <a:ea typeface="Cambria Math" panose="02040503050406030204" pitchFamily="18" charset="0"/>
                                </a:rPr>
                                <m:t>𝐟𝐨</m:t>
                              </m:r>
                              <m:sSup>
                                <m:sSupPr>
                                  <m:ctrlPr>
                                    <a:rPr lang="en-IN" sz="1200" b="1" i="1" smtClean="0">
                                      <a:latin typeface="Cambria Math" panose="02040503050406030204" pitchFamily="18" charset="0"/>
                                      <a:ea typeface="Cambria Math" panose="02040503050406030204" pitchFamily="18" charset="0"/>
                                    </a:rPr>
                                  </m:ctrlPr>
                                </m:sSupPr>
                                <m:e>
                                  <m:r>
                                    <a:rPr lang="en-IN" sz="1200" b="1" i="0" smtClean="0">
                                      <a:latin typeface="Cambria Math" panose="02040503050406030204" pitchFamily="18" charset="0"/>
                                      <a:ea typeface="Cambria Math" panose="02040503050406030204" pitchFamily="18" charset="0"/>
                                    </a:rPr>
                                    <m:t>𝐫</m:t>
                                  </m:r>
                                </m:e>
                                <m:sup>
                                  <m:r>
                                    <a:rPr lang="en-IN" sz="1200" b="1" i="0" smtClean="0">
                                      <a:latin typeface="Cambria Math" panose="02040503050406030204" pitchFamily="18" charset="0"/>
                                      <a:ea typeface="Cambria Math" panose="02040503050406030204" pitchFamily="18" charset="0"/>
                                    </a:rPr>
                                    <m:t>′</m:t>
                                  </m:r>
                                </m:sup>
                              </m:sSup>
                              <m:r>
                                <a:rPr lang="en-IN" sz="1200" b="1" i="0" smtClean="0">
                                  <a:latin typeface="Cambria Math" panose="02040503050406030204" pitchFamily="18" charset="0"/>
                                  <a:ea typeface="Cambria Math" panose="02040503050406030204" pitchFamily="18" charset="0"/>
                                </a:rPr>
                                <m:t>𝟎</m:t>
                              </m:r>
                              <m:r>
                                <a:rPr lang="en-IN" sz="1200" b="1" i="0" smtClean="0">
                                  <a:latin typeface="Cambria Math" panose="02040503050406030204" pitchFamily="18" charset="0"/>
                                  <a:ea typeface="Cambria Math" panose="02040503050406030204" pitchFamily="18" charset="0"/>
                                </a:rPr>
                                <m:t>′</m:t>
                              </m:r>
                            </m:e>
                          </m:eqArr>
                        </m:e>
                      </m:d>
                    </m:oMath>
                  </m:oMathPara>
                </a14:m>
                <a:endParaRPr lang="en-IN" sz="1200" b="1" dirty="0"/>
              </a:p>
            </p:txBody>
          </p:sp>
        </mc:Choice>
        <mc:Fallback>
          <p:sp>
            <p:nvSpPr>
              <p:cNvPr id="12" name="TextBox 11">
                <a:extLst>
                  <a:ext uri="{FF2B5EF4-FFF2-40B4-BE49-F238E27FC236}">
                    <a16:creationId xmlns="" xmlns:a14="http://schemas.microsoft.com/office/drawing/2010/main" xmlns:a16="http://schemas.microsoft.com/office/drawing/2014/main" id="{5B515A95-828F-40DF-BB6C-662156D64C25}"/>
                  </a:ext>
                </a:extLst>
              </p:cNvPr>
              <p:cNvSpPr txBox="1">
                <a:spLocks noRot="1" noChangeAspect="1" noMove="1" noResize="1" noEditPoints="1" noAdjustHandles="1" noChangeArrowheads="1" noChangeShapeType="1" noTextEdit="1"/>
              </p:cNvSpPr>
              <p:nvPr/>
            </p:nvSpPr>
            <p:spPr>
              <a:xfrm>
                <a:off x="2857101" y="2676484"/>
                <a:ext cx="2019699" cy="504305"/>
              </a:xfrm>
              <a:prstGeom prst="rect">
                <a:avLst/>
              </a:prstGeom>
              <a:blipFill rotWithShape="0">
                <a:blip r:embed="rId6" cstate="print"/>
                <a:stretch>
                  <a:fillRect l="-4834" t="-175904" b="-256627"/>
                </a:stretch>
              </a:blipFill>
            </p:spPr>
            <p:txBody>
              <a:bodyPr/>
              <a:lstStyle/>
              <a:p>
                <a:r>
                  <a:rPr lang="en-IN" dirty="0">
                    <a:noFill/>
                  </a:rPr>
                  <a:t> </a:t>
                </a:r>
              </a:p>
            </p:txBody>
          </p:sp>
        </mc:Fallback>
      </mc:AlternateContent>
      <mc:AlternateContent xmlns:mc="http://schemas.openxmlformats.org/markup-compatibility/2006">
        <mc:Choice xmlns:a14="http://schemas.microsoft.com/office/drawing/2010/main" xmlns="" Requires="a14">
          <p:sp>
            <p:nvSpPr>
              <p:cNvPr id="13" name="TextBox 12">
                <a:extLst>
                  <a:ext uri="{FF2B5EF4-FFF2-40B4-BE49-F238E27FC236}">
                    <a16:creationId xmlns="" xmlns:a16="http://schemas.microsoft.com/office/drawing/2014/main" id="{94D22313-02A1-4A8D-BE7A-100CE51268A1}"/>
                  </a:ext>
                </a:extLst>
              </p:cNvPr>
              <p:cNvSpPr txBox="1"/>
              <p:nvPr/>
            </p:nvSpPr>
            <p:spPr>
              <a:xfrm>
                <a:off x="6946483" y="2915212"/>
                <a:ext cx="2502318" cy="5043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200" b="1" i="1" smtClean="0">
                              <a:latin typeface="Cambria Math" panose="02040503050406030204" pitchFamily="18" charset="0"/>
                              <a:ea typeface="Cambria Math" panose="02040503050406030204" pitchFamily="18" charset="0"/>
                            </a:rPr>
                          </m:ctrlPr>
                        </m:sSubPr>
                        <m:e>
                          <m:r>
                            <a:rPr lang="en-IN" sz="1200" b="1" i="0" smtClean="0">
                              <a:latin typeface="Cambria Math" panose="02040503050406030204" pitchFamily="18" charset="0"/>
                              <a:ea typeface="Cambria Math" panose="02040503050406030204" pitchFamily="18" charset="0"/>
                            </a:rPr>
                            <m:t>𝛙</m:t>
                          </m:r>
                        </m:e>
                        <m:sub>
                          <m:r>
                            <a:rPr lang="en-IN" sz="1200" b="1" i="0" smtClean="0">
                              <a:latin typeface="Cambria Math" panose="02040503050406030204" pitchFamily="18" charset="0"/>
                              <a:ea typeface="Cambria Math" panose="02040503050406030204" pitchFamily="18" charset="0"/>
                            </a:rPr>
                            <m:t>𝐅𝐒𝐊</m:t>
                          </m:r>
                        </m:sub>
                      </m:sSub>
                      <m:r>
                        <a:rPr lang="en-IN" sz="1200" b="1" i="0" smtClean="0">
                          <a:latin typeface="Cambria Math" panose="02040503050406030204" pitchFamily="18" charset="0"/>
                          <a:ea typeface="Cambria Math" panose="02040503050406030204" pitchFamily="18" charset="0"/>
                        </a:rPr>
                        <m:t>=</m:t>
                      </m:r>
                      <m:d>
                        <m:dPr>
                          <m:begChr m:val="{"/>
                          <m:endChr m:val=""/>
                          <m:ctrlPr>
                            <a:rPr lang="en-IN" sz="1200" b="1" i="1" smtClean="0">
                              <a:latin typeface="Cambria Math" panose="02040503050406030204" pitchFamily="18" charset="0"/>
                              <a:ea typeface="Cambria Math" panose="02040503050406030204" pitchFamily="18" charset="0"/>
                            </a:rPr>
                          </m:ctrlPr>
                        </m:dPr>
                        <m:e>
                          <m:eqArr>
                            <m:eqArrPr>
                              <m:ctrlPr>
                                <a:rPr lang="en-IN" sz="1200" b="1" i="1" smtClean="0">
                                  <a:latin typeface="Cambria Math" panose="02040503050406030204" pitchFamily="18" charset="0"/>
                                  <a:ea typeface="Cambria Math" panose="02040503050406030204" pitchFamily="18" charset="0"/>
                                </a:rPr>
                              </m:ctrlPr>
                            </m:eqArrPr>
                            <m:e>
                              <m:r>
                                <a:rPr lang="en-IN" sz="1200" b="1" i="0" smtClean="0">
                                  <a:latin typeface="Cambria Math" panose="02040503050406030204" pitchFamily="18" charset="0"/>
                                  <a:ea typeface="Cambria Math" panose="02040503050406030204" pitchFamily="18" charset="0"/>
                                </a:rPr>
                                <m:t>𝐀𝐜𝐨𝐬</m:t>
                              </m:r>
                              <m:sSub>
                                <m:sSubPr>
                                  <m:ctrlPr>
                                    <a:rPr lang="en-IN" sz="1200" b="1" i="1" smtClean="0">
                                      <a:latin typeface="Cambria Math" panose="02040503050406030204" pitchFamily="18" charset="0"/>
                                      <a:ea typeface="Cambria Math" panose="02040503050406030204" pitchFamily="18" charset="0"/>
                                    </a:rPr>
                                  </m:ctrlPr>
                                </m:sSubPr>
                                <m:e>
                                  <m:r>
                                    <a:rPr lang="en-IN" sz="1200" b="1" i="0" smtClean="0">
                                      <a:latin typeface="Cambria Math" panose="02040503050406030204" pitchFamily="18" charset="0"/>
                                      <a:ea typeface="Cambria Math" panose="02040503050406030204" pitchFamily="18" charset="0"/>
                                    </a:rPr>
                                    <m:t>𝛚</m:t>
                                  </m:r>
                                </m:e>
                                <m:sub>
                                  <m:r>
                                    <a:rPr lang="en-IN" sz="1200" b="1" i="0" smtClean="0">
                                      <a:latin typeface="Cambria Math" panose="02040503050406030204" pitchFamily="18" charset="0"/>
                                      <a:ea typeface="Cambria Math" panose="02040503050406030204" pitchFamily="18" charset="0"/>
                                    </a:rPr>
                                    <m:t>𝟏</m:t>
                                  </m:r>
                                </m:sub>
                              </m:sSub>
                              <m:r>
                                <a:rPr lang="en-IN" sz="1200" b="1" i="0" smtClean="0">
                                  <a:latin typeface="Cambria Math" panose="02040503050406030204" pitchFamily="18" charset="0"/>
                                  <a:ea typeface="Cambria Math" panose="02040503050406030204" pitchFamily="18" charset="0"/>
                                </a:rPr>
                                <m:t>𝐭</m:t>
                              </m:r>
                              <m:r>
                                <a:rPr lang="en-IN" sz="1200" b="1" i="0" smtClean="0">
                                  <a:latin typeface="Cambria Math" panose="02040503050406030204" pitchFamily="18" charset="0"/>
                                  <a:ea typeface="Cambria Math" panose="02040503050406030204" pitchFamily="18" charset="0"/>
                                </a:rPr>
                                <m:t>  ;</m:t>
                              </m:r>
                              <m:r>
                                <a:rPr lang="en-IN" sz="1200" b="1" i="0" smtClean="0">
                                  <a:latin typeface="Cambria Math" panose="02040503050406030204" pitchFamily="18" charset="0"/>
                                  <a:ea typeface="Cambria Math" panose="02040503050406030204" pitchFamily="18" charset="0"/>
                                </a:rPr>
                                <m:t>𝐟𝐨𝐫</m:t>
                              </m:r>
                              <m:r>
                                <a:rPr lang="en-IN" sz="1200" b="1" i="0" smtClean="0">
                                  <a:latin typeface="Cambria Math" panose="02040503050406030204" pitchFamily="18" charset="0"/>
                                  <a:ea typeface="Cambria Math" panose="02040503050406030204" pitchFamily="18" charset="0"/>
                                </a:rPr>
                                <m:t> ′</m:t>
                              </m:r>
                              <m:r>
                                <a:rPr lang="en-IN" sz="1200" b="1" i="0" smtClean="0">
                                  <a:latin typeface="Cambria Math" panose="02040503050406030204" pitchFamily="18" charset="0"/>
                                  <a:ea typeface="Cambria Math" panose="02040503050406030204" pitchFamily="18" charset="0"/>
                                </a:rPr>
                                <m:t>𝟏</m:t>
                              </m:r>
                              <m:r>
                                <a:rPr lang="en-IN" sz="1200" b="1" i="0" smtClean="0">
                                  <a:latin typeface="Cambria Math" panose="02040503050406030204" pitchFamily="18" charset="0"/>
                                  <a:ea typeface="Cambria Math" panose="02040503050406030204" pitchFamily="18" charset="0"/>
                                </a:rPr>
                                <m:t>′</m:t>
                              </m:r>
                            </m:e>
                            <m:e>
                              <m:r>
                                <a:rPr lang="en-IN" sz="1200" b="1" i="0">
                                  <a:latin typeface="Cambria Math" panose="02040503050406030204" pitchFamily="18" charset="0"/>
                                  <a:ea typeface="Cambria Math" panose="02040503050406030204" pitchFamily="18" charset="0"/>
                                </a:rPr>
                                <m:t>𝐀𝐜𝐨𝐬</m:t>
                              </m:r>
                              <m:sSub>
                                <m:sSubPr>
                                  <m:ctrlPr>
                                    <a:rPr lang="en-IN" sz="1200" b="1" i="1">
                                      <a:latin typeface="Cambria Math" panose="02040503050406030204" pitchFamily="18" charset="0"/>
                                      <a:ea typeface="Cambria Math" panose="02040503050406030204" pitchFamily="18" charset="0"/>
                                    </a:rPr>
                                  </m:ctrlPr>
                                </m:sSubPr>
                                <m:e>
                                  <m:r>
                                    <a:rPr lang="en-IN" sz="1200" b="1" i="0">
                                      <a:latin typeface="Cambria Math" panose="02040503050406030204" pitchFamily="18" charset="0"/>
                                      <a:ea typeface="Cambria Math" panose="02040503050406030204" pitchFamily="18" charset="0"/>
                                    </a:rPr>
                                    <m:t>𝛚</m:t>
                                  </m:r>
                                </m:e>
                                <m:sub>
                                  <m:r>
                                    <a:rPr lang="en-IN" sz="1200" b="1" i="0" smtClean="0">
                                      <a:latin typeface="Cambria Math" panose="02040503050406030204" pitchFamily="18" charset="0"/>
                                      <a:ea typeface="Cambria Math" panose="02040503050406030204" pitchFamily="18" charset="0"/>
                                    </a:rPr>
                                    <m:t>𝟐</m:t>
                                  </m:r>
                                </m:sub>
                              </m:sSub>
                              <m:r>
                                <a:rPr lang="en-IN" sz="1200" b="1" i="0">
                                  <a:latin typeface="Cambria Math" panose="02040503050406030204" pitchFamily="18" charset="0"/>
                                  <a:ea typeface="Cambria Math" panose="02040503050406030204" pitchFamily="18" charset="0"/>
                                </a:rPr>
                                <m:t>𝐭</m:t>
                              </m:r>
                              <m:r>
                                <a:rPr lang="en-IN" sz="1200" b="1" i="0" smtClean="0">
                                  <a:latin typeface="Cambria Math" panose="02040503050406030204" pitchFamily="18" charset="0"/>
                                  <a:ea typeface="Cambria Math" panose="02040503050406030204" pitchFamily="18" charset="0"/>
                                </a:rPr>
                                <m:t>  ;</m:t>
                              </m:r>
                              <m:r>
                                <a:rPr lang="en-IN" sz="1200" b="1" i="0" smtClean="0">
                                  <a:latin typeface="Cambria Math" panose="02040503050406030204" pitchFamily="18" charset="0"/>
                                  <a:ea typeface="Cambria Math" panose="02040503050406030204" pitchFamily="18" charset="0"/>
                                </a:rPr>
                                <m:t>𝐟𝐨</m:t>
                              </m:r>
                              <m:sSup>
                                <m:sSupPr>
                                  <m:ctrlPr>
                                    <a:rPr lang="en-IN" sz="1200" b="1" i="1" smtClean="0">
                                      <a:latin typeface="Cambria Math" panose="02040503050406030204" pitchFamily="18" charset="0"/>
                                      <a:ea typeface="Cambria Math" panose="02040503050406030204" pitchFamily="18" charset="0"/>
                                    </a:rPr>
                                  </m:ctrlPr>
                                </m:sSupPr>
                                <m:e>
                                  <m:r>
                                    <a:rPr lang="en-IN" sz="1200" b="1" i="0" smtClean="0">
                                      <a:latin typeface="Cambria Math" panose="02040503050406030204" pitchFamily="18" charset="0"/>
                                      <a:ea typeface="Cambria Math" panose="02040503050406030204" pitchFamily="18" charset="0"/>
                                    </a:rPr>
                                    <m:t>𝐫</m:t>
                                  </m:r>
                                </m:e>
                                <m:sup>
                                  <m:r>
                                    <a:rPr lang="en-IN" sz="1200" b="1" i="0" smtClean="0">
                                      <a:latin typeface="Cambria Math" panose="02040503050406030204" pitchFamily="18" charset="0"/>
                                      <a:ea typeface="Cambria Math" panose="02040503050406030204" pitchFamily="18" charset="0"/>
                                    </a:rPr>
                                    <m:t>′</m:t>
                                  </m:r>
                                </m:sup>
                              </m:sSup>
                              <m:r>
                                <a:rPr lang="en-IN" sz="1200" b="1" i="0" smtClean="0">
                                  <a:latin typeface="Cambria Math" panose="02040503050406030204" pitchFamily="18" charset="0"/>
                                  <a:ea typeface="Cambria Math" panose="02040503050406030204" pitchFamily="18" charset="0"/>
                                </a:rPr>
                                <m:t>𝟎</m:t>
                              </m:r>
                              <m:r>
                                <a:rPr lang="en-IN" sz="1200" b="1" i="0" smtClean="0">
                                  <a:latin typeface="Cambria Math" panose="02040503050406030204" pitchFamily="18" charset="0"/>
                                  <a:ea typeface="Cambria Math" panose="02040503050406030204" pitchFamily="18" charset="0"/>
                                </a:rPr>
                                <m:t>′</m:t>
                              </m:r>
                            </m:e>
                          </m:eqArr>
                        </m:e>
                      </m:d>
                    </m:oMath>
                  </m:oMathPara>
                </a14:m>
                <a:endParaRPr lang="en-IN" sz="1200" b="1" dirty="0"/>
              </a:p>
            </p:txBody>
          </p:sp>
        </mc:Choice>
        <mc:Fallback>
          <p:sp>
            <p:nvSpPr>
              <p:cNvPr id="13" name="TextBox 12">
                <a:extLst>
                  <a:ext uri="{FF2B5EF4-FFF2-40B4-BE49-F238E27FC236}">
                    <a16:creationId xmlns="" xmlns:a14="http://schemas.microsoft.com/office/drawing/2010/main" xmlns:a16="http://schemas.microsoft.com/office/drawing/2014/main" id="{94D22313-02A1-4A8D-BE7A-100CE51268A1}"/>
                  </a:ext>
                </a:extLst>
              </p:cNvPr>
              <p:cNvSpPr txBox="1">
                <a:spLocks noRot="1" noChangeAspect="1" noMove="1" noResize="1" noEditPoints="1" noAdjustHandles="1" noChangeArrowheads="1" noChangeShapeType="1" noTextEdit="1"/>
              </p:cNvSpPr>
              <p:nvPr/>
            </p:nvSpPr>
            <p:spPr>
              <a:xfrm>
                <a:off x="6946483" y="2915212"/>
                <a:ext cx="2502318" cy="504305"/>
              </a:xfrm>
              <a:prstGeom prst="rect">
                <a:avLst/>
              </a:prstGeom>
              <a:blipFill rotWithShape="0">
                <a:blip r:embed="rId7" cstate="print"/>
                <a:stretch>
                  <a:fillRect t="-175904" b="-256627"/>
                </a:stretch>
              </a:blipFill>
            </p:spPr>
            <p:txBody>
              <a:bodyPr/>
              <a:lstStyle/>
              <a:p>
                <a:r>
                  <a:rPr lang="en-IN" dirty="0">
                    <a:noFill/>
                  </a:rPr>
                  <a:t> </a:t>
                </a:r>
              </a:p>
            </p:txBody>
          </p:sp>
        </mc:Fallback>
      </mc:AlternateContent>
      <mc:AlternateContent xmlns:mc="http://schemas.openxmlformats.org/markup-compatibility/2006">
        <mc:Choice xmlns:a14="http://schemas.microsoft.com/office/drawing/2010/main" xmlns="" Requires="a14">
          <p:sp>
            <p:nvSpPr>
              <p:cNvPr id="14" name="TextBox 13">
                <a:extLst>
                  <a:ext uri="{FF2B5EF4-FFF2-40B4-BE49-F238E27FC236}">
                    <a16:creationId xmlns="" xmlns:a16="http://schemas.microsoft.com/office/drawing/2014/main" id="{EB259B3A-2D6F-4578-9D9A-26E712EA77F0}"/>
                  </a:ext>
                </a:extLst>
              </p:cNvPr>
              <p:cNvSpPr txBox="1"/>
              <p:nvPr/>
            </p:nvSpPr>
            <p:spPr>
              <a:xfrm>
                <a:off x="5080119" y="4617860"/>
                <a:ext cx="3039414" cy="5043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200" b="1" i="1" smtClean="0">
                              <a:latin typeface="Cambria Math" panose="02040503050406030204" pitchFamily="18" charset="0"/>
                              <a:ea typeface="Cambria Math" panose="02040503050406030204" pitchFamily="18" charset="0"/>
                            </a:rPr>
                          </m:ctrlPr>
                        </m:sSubPr>
                        <m:e>
                          <m:r>
                            <a:rPr lang="en-IN" sz="1200" b="1" i="0" smtClean="0">
                              <a:latin typeface="Cambria Math" panose="02040503050406030204" pitchFamily="18" charset="0"/>
                              <a:ea typeface="Cambria Math" panose="02040503050406030204" pitchFamily="18" charset="0"/>
                            </a:rPr>
                            <m:t>𝛙</m:t>
                          </m:r>
                        </m:e>
                        <m:sub>
                          <m:r>
                            <a:rPr lang="en-IN" sz="1200" b="1" i="0" smtClean="0">
                              <a:latin typeface="Cambria Math" panose="02040503050406030204" pitchFamily="18" charset="0"/>
                              <a:ea typeface="Cambria Math" panose="02040503050406030204" pitchFamily="18" charset="0"/>
                            </a:rPr>
                            <m:t>𝐏𝐒𝐊</m:t>
                          </m:r>
                        </m:sub>
                      </m:sSub>
                      <m:r>
                        <a:rPr lang="en-IN" sz="1200" b="1" i="0" smtClean="0">
                          <a:latin typeface="Cambria Math" panose="02040503050406030204" pitchFamily="18" charset="0"/>
                          <a:ea typeface="Cambria Math" panose="02040503050406030204" pitchFamily="18" charset="0"/>
                        </a:rPr>
                        <m:t>=</m:t>
                      </m:r>
                      <m:d>
                        <m:dPr>
                          <m:begChr m:val="{"/>
                          <m:endChr m:val=""/>
                          <m:ctrlPr>
                            <a:rPr lang="en-IN" sz="1200" b="1" i="1" smtClean="0">
                              <a:latin typeface="Cambria Math" panose="02040503050406030204" pitchFamily="18" charset="0"/>
                              <a:ea typeface="Cambria Math" panose="02040503050406030204" pitchFamily="18" charset="0"/>
                            </a:rPr>
                          </m:ctrlPr>
                        </m:dPr>
                        <m:e>
                          <m:eqArr>
                            <m:eqArrPr>
                              <m:ctrlPr>
                                <a:rPr lang="en-IN" sz="1200" b="1" i="1" smtClean="0">
                                  <a:latin typeface="Cambria Math" panose="02040503050406030204" pitchFamily="18" charset="0"/>
                                  <a:ea typeface="Cambria Math" panose="02040503050406030204" pitchFamily="18" charset="0"/>
                                </a:rPr>
                              </m:ctrlPr>
                            </m:eqArrPr>
                            <m:e>
                              <m:r>
                                <a:rPr lang="en-IN" sz="1200" b="1" i="0" smtClean="0">
                                  <a:latin typeface="Cambria Math" panose="02040503050406030204" pitchFamily="18" charset="0"/>
                                  <a:ea typeface="Cambria Math" panose="02040503050406030204" pitchFamily="18" charset="0"/>
                                </a:rPr>
                                <m:t>𝐀𝐜𝐨𝐬</m:t>
                              </m:r>
                              <m:sSub>
                                <m:sSubPr>
                                  <m:ctrlPr>
                                    <a:rPr lang="en-IN" sz="1200" b="1" i="1" smtClean="0">
                                      <a:latin typeface="Cambria Math" panose="02040503050406030204" pitchFamily="18" charset="0"/>
                                      <a:ea typeface="Cambria Math" panose="02040503050406030204" pitchFamily="18" charset="0"/>
                                    </a:rPr>
                                  </m:ctrlPr>
                                </m:sSubPr>
                                <m:e>
                                  <m:r>
                                    <a:rPr lang="en-IN" sz="1200" b="1" i="0" smtClean="0">
                                      <a:latin typeface="Cambria Math" panose="02040503050406030204" pitchFamily="18" charset="0"/>
                                      <a:ea typeface="Cambria Math" panose="02040503050406030204" pitchFamily="18" charset="0"/>
                                    </a:rPr>
                                    <m:t>𝛚</m:t>
                                  </m:r>
                                </m:e>
                                <m:sub>
                                  <m:r>
                                    <a:rPr lang="en-IN" sz="1200" b="1" i="0" smtClean="0">
                                      <a:latin typeface="Cambria Math" panose="02040503050406030204" pitchFamily="18" charset="0"/>
                                      <a:ea typeface="Cambria Math" panose="02040503050406030204" pitchFamily="18" charset="0"/>
                                    </a:rPr>
                                    <m:t>𝐜</m:t>
                                  </m:r>
                                </m:sub>
                              </m:sSub>
                              <m:r>
                                <a:rPr lang="en-IN" sz="1200" b="1" i="0" smtClean="0">
                                  <a:latin typeface="Cambria Math" panose="02040503050406030204" pitchFamily="18" charset="0"/>
                                  <a:ea typeface="Cambria Math" panose="02040503050406030204" pitchFamily="18" charset="0"/>
                                </a:rPr>
                                <m:t>𝐭</m:t>
                              </m:r>
                              <m:r>
                                <a:rPr lang="en-IN" sz="1200" b="1" i="0" smtClean="0">
                                  <a:latin typeface="Cambria Math" panose="02040503050406030204" pitchFamily="18" charset="0"/>
                                  <a:ea typeface="Cambria Math" panose="02040503050406030204" pitchFamily="18" charset="0"/>
                                </a:rPr>
                                <m:t>  ;</m:t>
                              </m:r>
                              <m:r>
                                <a:rPr lang="en-IN" sz="1200" b="1" i="0" smtClean="0">
                                  <a:latin typeface="Cambria Math" panose="02040503050406030204" pitchFamily="18" charset="0"/>
                                  <a:ea typeface="Cambria Math" panose="02040503050406030204" pitchFamily="18" charset="0"/>
                                </a:rPr>
                                <m:t>𝐟𝐨𝐫</m:t>
                              </m:r>
                              <m:r>
                                <a:rPr lang="en-IN" sz="1200" b="1" i="0" smtClean="0">
                                  <a:latin typeface="Cambria Math" panose="02040503050406030204" pitchFamily="18" charset="0"/>
                                  <a:ea typeface="Cambria Math" panose="02040503050406030204" pitchFamily="18" charset="0"/>
                                </a:rPr>
                                <m:t> ′</m:t>
                              </m:r>
                              <m:r>
                                <a:rPr lang="en-IN" sz="1200" b="1" i="0" smtClean="0">
                                  <a:latin typeface="Cambria Math" panose="02040503050406030204" pitchFamily="18" charset="0"/>
                                  <a:ea typeface="Cambria Math" panose="02040503050406030204" pitchFamily="18" charset="0"/>
                                </a:rPr>
                                <m:t>𝟏</m:t>
                              </m:r>
                              <m:r>
                                <a:rPr lang="en-IN" sz="1200" b="1" i="0" smtClean="0">
                                  <a:latin typeface="Cambria Math" panose="02040503050406030204" pitchFamily="18" charset="0"/>
                                  <a:ea typeface="Cambria Math" panose="02040503050406030204" pitchFamily="18" charset="0"/>
                                </a:rPr>
                                <m:t>′</m:t>
                              </m:r>
                            </m:e>
                            <m:e>
                              <m:r>
                                <a:rPr lang="en-IN" sz="1200" b="1" i="0" smtClean="0">
                                  <a:latin typeface="Cambria Math" panose="02040503050406030204" pitchFamily="18" charset="0"/>
                                  <a:ea typeface="Cambria Math" panose="02040503050406030204" pitchFamily="18" charset="0"/>
                                </a:rPr>
                                <m:t>−</m:t>
                              </m:r>
                              <m:r>
                                <a:rPr lang="en-IN" sz="1200" b="1" i="0">
                                  <a:latin typeface="Cambria Math" panose="02040503050406030204" pitchFamily="18" charset="0"/>
                                  <a:ea typeface="Cambria Math" panose="02040503050406030204" pitchFamily="18" charset="0"/>
                                </a:rPr>
                                <m:t>𝐀𝐜𝐨𝐬</m:t>
                              </m:r>
                              <m:sSub>
                                <m:sSubPr>
                                  <m:ctrlPr>
                                    <a:rPr lang="en-IN" sz="1200" b="1" i="1">
                                      <a:latin typeface="Cambria Math" panose="02040503050406030204" pitchFamily="18" charset="0"/>
                                      <a:ea typeface="Cambria Math" panose="02040503050406030204" pitchFamily="18" charset="0"/>
                                    </a:rPr>
                                  </m:ctrlPr>
                                </m:sSubPr>
                                <m:e>
                                  <m:r>
                                    <a:rPr lang="en-IN" sz="1200" b="1" i="0">
                                      <a:latin typeface="Cambria Math" panose="02040503050406030204" pitchFamily="18" charset="0"/>
                                      <a:ea typeface="Cambria Math" panose="02040503050406030204" pitchFamily="18" charset="0"/>
                                    </a:rPr>
                                    <m:t>𝛚</m:t>
                                  </m:r>
                                </m:e>
                                <m:sub>
                                  <m:r>
                                    <a:rPr lang="en-IN" sz="1200" b="1" i="0">
                                      <a:latin typeface="Cambria Math" panose="02040503050406030204" pitchFamily="18" charset="0"/>
                                      <a:ea typeface="Cambria Math" panose="02040503050406030204" pitchFamily="18" charset="0"/>
                                    </a:rPr>
                                    <m:t>𝐜</m:t>
                                  </m:r>
                                </m:sub>
                              </m:sSub>
                              <m:r>
                                <a:rPr lang="en-IN" sz="1200" b="1" i="0">
                                  <a:latin typeface="Cambria Math" panose="02040503050406030204" pitchFamily="18" charset="0"/>
                                  <a:ea typeface="Cambria Math" panose="02040503050406030204" pitchFamily="18" charset="0"/>
                                </a:rPr>
                                <m:t>𝐭</m:t>
                              </m:r>
                              <m:r>
                                <a:rPr lang="en-IN" sz="1200" b="1" i="0" smtClean="0">
                                  <a:latin typeface="Cambria Math" panose="02040503050406030204" pitchFamily="18" charset="0"/>
                                  <a:ea typeface="Cambria Math" panose="02040503050406030204" pitchFamily="18" charset="0"/>
                                </a:rPr>
                                <m:t>  ;</m:t>
                              </m:r>
                              <m:r>
                                <a:rPr lang="en-IN" sz="1200" b="1" i="0" smtClean="0">
                                  <a:latin typeface="Cambria Math" panose="02040503050406030204" pitchFamily="18" charset="0"/>
                                  <a:ea typeface="Cambria Math" panose="02040503050406030204" pitchFamily="18" charset="0"/>
                                </a:rPr>
                                <m:t>𝐟𝐨</m:t>
                              </m:r>
                              <m:sSup>
                                <m:sSupPr>
                                  <m:ctrlPr>
                                    <a:rPr lang="en-IN" sz="1200" b="1" i="1" smtClean="0">
                                      <a:latin typeface="Cambria Math" panose="02040503050406030204" pitchFamily="18" charset="0"/>
                                      <a:ea typeface="Cambria Math" panose="02040503050406030204" pitchFamily="18" charset="0"/>
                                    </a:rPr>
                                  </m:ctrlPr>
                                </m:sSupPr>
                                <m:e>
                                  <m:r>
                                    <a:rPr lang="en-IN" sz="1200" b="1" i="0" smtClean="0">
                                      <a:latin typeface="Cambria Math" panose="02040503050406030204" pitchFamily="18" charset="0"/>
                                      <a:ea typeface="Cambria Math" panose="02040503050406030204" pitchFamily="18" charset="0"/>
                                    </a:rPr>
                                    <m:t>𝐫</m:t>
                                  </m:r>
                                </m:e>
                                <m:sup>
                                  <m:r>
                                    <a:rPr lang="en-IN" sz="1200" b="1" i="0" smtClean="0">
                                      <a:latin typeface="Cambria Math" panose="02040503050406030204" pitchFamily="18" charset="0"/>
                                      <a:ea typeface="Cambria Math" panose="02040503050406030204" pitchFamily="18" charset="0"/>
                                    </a:rPr>
                                    <m:t>′</m:t>
                                  </m:r>
                                </m:sup>
                              </m:sSup>
                              <m:r>
                                <a:rPr lang="en-IN" sz="1200" b="1" i="0" smtClean="0">
                                  <a:latin typeface="Cambria Math" panose="02040503050406030204" pitchFamily="18" charset="0"/>
                                  <a:ea typeface="Cambria Math" panose="02040503050406030204" pitchFamily="18" charset="0"/>
                                </a:rPr>
                                <m:t>𝟎</m:t>
                              </m:r>
                              <m:r>
                                <a:rPr lang="en-IN" sz="1200" b="1" i="0" smtClean="0">
                                  <a:latin typeface="Cambria Math" panose="02040503050406030204" pitchFamily="18" charset="0"/>
                                  <a:ea typeface="Cambria Math" panose="02040503050406030204" pitchFamily="18" charset="0"/>
                                </a:rPr>
                                <m:t>′</m:t>
                              </m:r>
                            </m:e>
                          </m:eqArr>
                        </m:e>
                      </m:d>
                    </m:oMath>
                  </m:oMathPara>
                </a14:m>
                <a:endParaRPr lang="en-IN" sz="1200" b="1" dirty="0"/>
              </a:p>
            </p:txBody>
          </p:sp>
        </mc:Choice>
        <mc:Fallback>
          <p:sp>
            <p:nvSpPr>
              <p:cNvPr id="14" name="TextBox 13">
                <a:extLst>
                  <a:ext uri="{FF2B5EF4-FFF2-40B4-BE49-F238E27FC236}">
                    <a16:creationId xmlns="" xmlns:a14="http://schemas.microsoft.com/office/drawing/2010/main" xmlns:a16="http://schemas.microsoft.com/office/drawing/2014/main" id="{EB259B3A-2D6F-4578-9D9A-26E712EA77F0}"/>
                  </a:ext>
                </a:extLst>
              </p:cNvPr>
              <p:cNvSpPr txBox="1">
                <a:spLocks noRot="1" noChangeAspect="1" noMove="1" noResize="1" noEditPoints="1" noAdjustHandles="1" noChangeArrowheads="1" noChangeShapeType="1" noTextEdit="1"/>
              </p:cNvSpPr>
              <p:nvPr/>
            </p:nvSpPr>
            <p:spPr>
              <a:xfrm>
                <a:off x="5080119" y="4617860"/>
                <a:ext cx="3039414" cy="504305"/>
              </a:xfrm>
              <a:prstGeom prst="rect">
                <a:avLst/>
              </a:prstGeom>
              <a:blipFill rotWithShape="0">
                <a:blip r:embed="rId8" cstate="print"/>
                <a:stretch>
                  <a:fillRect t="-178049" b="-260976"/>
                </a:stretch>
              </a:blipFill>
            </p:spPr>
            <p:txBody>
              <a:bodyPr/>
              <a:lstStyle/>
              <a:p>
                <a:r>
                  <a:rPr lang="en-IN" dirty="0">
                    <a:noFill/>
                  </a:rPr>
                  <a:t> </a:t>
                </a:r>
              </a:p>
            </p:txBody>
          </p:sp>
        </mc:Fallback>
      </mc:AlternateContent>
    </p:spTree>
    <p:extLst>
      <p:ext uri="{BB962C8B-B14F-4D97-AF65-F5344CB8AC3E}">
        <p14:creationId xmlns:p14="http://schemas.microsoft.com/office/powerpoint/2010/main" xmlns="" val="507091552"/>
      </p:ext>
    </p:extLst>
  </p:cSld>
  <p:clrMapOvr>
    <a:masterClrMapping/>
  </p:clrMapOvr>
  <p:transition>
    <p:pull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48</a:t>
            </a:fld>
            <a:endParaRPr lang="en-US" dirty="0"/>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xmlns="" val="0"/>
              </a:ext>
            </a:extLst>
          </a:blip>
          <a:srcRect r="16381" b="51837"/>
          <a:stretch/>
        </p:blipFill>
        <p:spPr>
          <a:xfrm>
            <a:off x="152400" y="990600"/>
            <a:ext cx="4343400" cy="2209800"/>
          </a:xfrm>
          <a:prstGeom prst="rect">
            <a:avLst/>
          </a:prstGeom>
        </p:spPr>
      </p:pic>
      <p:sp>
        <p:nvSpPr>
          <p:cNvPr id="5" name="Rectangle 4"/>
          <p:cNvSpPr/>
          <p:nvPr/>
        </p:nvSpPr>
        <p:spPr>
          <a:xfrm>
            <a:off x="381000" y="359658"/>
            <a:ext cx="1981200" cy="523220"/>
          </a:xfrm>
          <a:prstGeom prst="rect">
            <a:avLst/>
          </a:prstGeom>
        </p:spPr>
        <p:txBody>
          <a:bodyPr wrap="square">
            <a:spAutoFit/>
          </a:bodyPr>
          <a:lstStyle/>
          <a:p>
            <a:r>
              <a:rPr lang="en-US" sz="2800" b="1" dirty="0">
                <a:cs typeface="Times New Roman" panose="02020603050405020304" pitchFamily="18" charset="0"/>
              </a:rPr>
              <a:t>Detection:</a:t>
            </a:r>
            <a:endParaRPr lang="en-IN" sz="2800" dirty="0"/>
          </a:p>
        </p:txBody>
      </p:sp>
      <p:sp>
        <p:nvSpPr>
          <p:cNvPr id="6" name="Rectangle 5"/>
          <p:cNvSpPr/>
          <p:nvPr/>
        </p:nvSpPr>
        <p:spPr>
          <a:xfrm>
            <a:off x="381000" y="800282"/>
            <a:ext cx="2971800" cy="369332"/>
          </a:xfrm>
          <a:prstGeom prst="rect">
            <a:avLst/>
          </a:prstGeom>
        </p:spPr>
        <p:txBody>
          <a:bodyPr wrap="square">
            <a:spAutoFit/>
          </a:bodyPr>
          <a:lstStyle/>
          <a:p>
            <a:r>
              <a:rPr lang="en-US" dirty="0">
                <a:cs typeface="Times New Roman" panose="02020603050405020304" pitchFamily="18" charset="0"/>
              </a:rPr>
              <a:t>ASK Detection (Coherent): </a:t>
            </a:r>
            <a:endParaRPr lang="en-IN" dirty="0"/>
          </a:p>
        </p:txBody>
      </p:sp>
      <p:pic>
        <p:nvPicPr>
          <p:cNvPr id="7" name="Picture 6"/>
          <p:cNvPicPr>
            <a:picLocks noChangeAspect="1"/>
          </p:cNvPicPr>
          <p:nvPr/>
        </p:nvPicPr>
        <p:blipFill rotWithShape="1">
          <a:blip r:embed="rId3" cstate="print">
            <a:extLst>
              <a:ext uri="{28A0092B-C50C-407E-A947-70E740481C1C}">
                <a14:useLocalDpi xmlns:a14="http://schemas.microsoft.com/office/drawing/2010/main" xmlns="" val="0"/>
              </a:ext>
            </a:extLst>
          </a:blip>
          <a:srcRect l="1744" t="1433" r="5981" b="20978"/>
          <a:stretch/>
        </p:blipFill>
        <p:spPr>
          <a:xfrm>
            <a:off x="4607057" y="990600"/>
            <a:ext cx="4191000" cy="2209800"/>
          </a:xfrm>
          <a:prstGeom prst="rect">
            <a:avLst/>
          </a:prstGeom>
        </p:spPr>
      </p:pic>
      <p:sp>
        <p:nvSpPr>
          <p:cNvPr id="8" name="Rectangle 7"/>
          <p:cNvSpPr/>
          <p:nvPr/>
        </p:nvSpPr>
        <p:spPr>
          <a:xfrm>
            <a:off x="5181600" y="698212"/>
            <a:ext cx="3385099" cy="369332"/>
          </a:xfrm>
          <a:prstGeom prst="rect">
            <a:avLst/>
          </a:prstGeom>
        </p:spPr>
        <p:txBody>
          <a:bodyPr wrap="square">
            <a:spAutoFit/>
          </a:bodyPr>
          <a:lstStyle/>
          <a:p>
            <a:pPr>
              <a:buClr>
                <a:schemeClr val="tx1"/>
              </a:buClr>
            </a:pPr>
            <a:r>
              <a:rPr lang="en-US" dirty="0" smtClean="0">
                <a:cs typeface="Times New Roman" panose="02020603050405020304" pitchFamily="18" charset="0"/>
              </a:rPr>
              <a:t>FSK </a:t>
            </a:r>
            <a:r>
              <a:rPr lang="en-US" dirty="0">
                <a:cs typeface="Times New Roman" panose="02020603050405020304" pitchFamily="18" charset="0"/>
              </a:rPr>
              <a:t>Detection (Coherent)</a:t>
            </a:r>
          </a:p>
        </p:txBody>
      </p:sp>
      <p:pic>
        <p:nvPicPr>
          <p:cNvPr id="9" name="Picture 8"/>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489978" y="3569732"/>
            <a:ext cx="8011643" cy="2315945"/>
          </a:xfrm>
          <a:prstGeom prst="rect">
            <a:avLst/>
          </a:prstGeom>
        </p:spPr>
      </p:pic>
      <p:sp>
        <p:nvSpPr>
          <p:cNvPr id="10" name="Rectangle 9"/>
          <p:cNvSpPr/>
          <p:nvPr/>
        </p:nvSpPr>
        <p:spPr>
          <a:xfrm>
            <a:off x="381000" y="3146048"/>
            <a:ext cx="2971800" cy="369332"/>
          </a:xfrm>
          <a:prstGeom prst="rect">
            <a:avLst/>
          </a:prstGeom>
        </p:spPr>
        <p:txBody>
          <a:bodyPr wrap="square">
            <a:spAutoFit/>
          </a:bodyPr>
          <a:lstStyle/>
          <a:p>
            <a:r>
              <a:rPr lang="en-US" dirty="0" smtClean="0">
                <a:cs typeface="Times New Roman" panose="02020603050405020304" pitchFamily="18" charset="0"/>
              </a:rPr>
              <a:t>BPSK </a:t>
            </a:r>
            <a:r>
              <a:rPr lang="en-US" dirty="0">
                <a:cs typeface="Times New Roman" panose="02020603050405020304" pitchFamily="18" charset="0"/>
              </a:rPr>
              <a:t>Detection (Coherent): </a:t>
            </a:r>
            <a:endParaRPr lang="en-IN" dirty="0"/>
          </a:p>
        </p:txBody>
      </p:sp>
      <p:sp>
        <p:nvSpPr>
          <p:cNvPr id="11" name="TextBox 10"/>
          <p:cNvSpPr txBox="1"/>
          <p:nvPr/>
        </p:nvSpPr>
        <p:spPr>
          <a:xfrm>
            <a:off x="6392172" y="4191000"/>
            <a:ext cx="1608828" cy="369332"/>
          </a:xfrm>
          <a:prstGeom prst="rect">
            <a:avLst/>
          </a:prstGeom>
          <a:solidFill>
            <a:schemeClr val="bg1"/>
          </a:solidFill>
        </p:spPr>
        <p:txBody>
          <a:bodyPr wrap="square" rtlCol="0">
            <a:spAutoFit/>
          </a:bodyPr>
          <a:lstStyle/>
          <a:p>
            <a:endParaRPr lang="en-IN" dirty="0"/>
          </a:p>
        </p:txBody>
      </p:sp>
      <p:sp>
        <p:nvSpPr>
          <p:cNvPr id="12" name="Round Same Side Corner Rectangle 11">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sp>
        <p:nvSpPr>
          <p:cNvPr id="13" name="TextBox 12">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pic>
        <p:nvPicPr>
          <p:cNvPr id="14" name="Picture 13" descr="C:\Users\Subhasis\Desktop\logo nit.png">
            <a:extLst>
              <a:ext uri="{FF2B5EF4-FFF2-40B4-BE49-F238E27FC236}">
                <a16:creationId xmlns="" xmlns:a16="http://schemas.microsoft.com/office/drawing/2014/main" id="{000A8C8E-439E-48F1-A8AC-86130FA2896E}"/>
              </a:ext>
            </a:extLst>
          </p:cNvPr>
          <p:cNvPicPr/>
          <p:nvPr/>
        </p:nvPicPr>
        <p:blipFill>
          <a:blip r:embed="rId5"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2254783954"/>
      </p:ext>
    </p:extLst>
  </p:cSld>
  <p:clrMapOvr>
    <a:masterClrMapping/>
  </p:clrMapOvr>
  <p:transition>
    <p:pull di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tx1"/>
                </a:solidFill>
                <a:latin typeface="+mn-lt"/>
                <a:cs typeface="Times New Roman" panose="02020603050405020304" pitchFamily="18" charset="0"/>
              </a:rPr>
              <a:t>Probability of error for different modulation scheme</a:t>
            </a:r>
            <a:endParaRPr lang="en-IN" sz="3600" dirty="0">
              <a:latin typeface="+mn-lt"/>
            </a:endParaRPr>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US" dirty="0" smtClean="0">
                    <a:solidFill>
                      <a:schemeClr val="tx1"/>
                    </a:solidFill>
                    <a:cs typeface="Times New Roman" panose="02020603050405020304" pitchFamily="18" charset="0"/>
                  </a:rPr>
                  <a:t>Let pulse energy</a:t>
                </a:r>
                <a:r>
                  <a:rPr lang="en-US"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𝑝</m:t>
                        </m:r>
                      </m:sub>
                    </m:sSub>
                  </m:oMath>
                </a14:m>
                <a:r>
                  <a:rPr lang="en-US"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cs typeface="Times New Roman" panose="02020603050405020304" pitchFamily="18" charset="0"/>
                  </a:rPr>
                  <a:t>average bit energy</a:t>
                </a:r>
                <a:r>
                  <a:rPr lang="en-US"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𝑏</m:t>
                        </m:r>
                      </m:sub>
                    </m:sSub>
                  </m:oMath>
                </a14:m>
                <a:r>
                  <a:rPr lang="en-US"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cs typeface="Times New Roman" panose="02020603050405020304" pitchFamily="18" charset="0"/>
                  </a:rPr>
                  <a:t>and noise PSD=N</a:t>
                </a:r>
              </a:p>
              <a:p>
                <a:pPr>
                  <a:buFont typeface="Wingdings" panose="05000000000000000000" pitchFamily="2" charset="2"/>
                  <a:buChar char="Ø"/>
                </a:pPr>
                <a:r>
                  <a:rPr lang="en-US" dirty="0">
                    <a:solidFill>
                      <a:schemeClr val="tx1"/>
                    </a:solidFill>
                    <a:cs typeface="Times New Roman" panose="02020603050405020304" pitchFamily="18" charset="0"/>
                  </a:rPr>
                  <a:t>Probability of error for BPSK modulation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𝑃</m:t>
                        </m:r>
                      </m:e>
                      <m:sub>
                        <m:r>
                          <a:rPr lang="en-US" i="1">
                            <a:solidFill>
                              <a:schemeClr val="tx1"/>
                            </a:solidFill>
                            <a:latin typeface="Cambria Math" panose="02040503050406030204" pitchFamily="18" charset="0"/>
                          </a:rPr>
                          <m:t>𝑒</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ad>
                          <m:radPr>
                            <m:degHide m:val="on"/>
                            <m:ctrlPr>
                              <a:rPr lang="en-US" i="1">
                                <a:solidFill>
                                  <a:schemeClr val="tx1"/>
                                </a:solidFill>
                                <a:latin typeface="Cambria Math" panose="02040503050406030204" pitchFamily="18" charset="0"/>
                              </a:rPr>
                            </m:ctrlPr>
                          </m:radPr>
                          <m:deg/>
                          <m:e>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2</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𝑏</m:t>
                                    </m:r>
                                  </m:sub>
                                </m:sSub>
                              </m:num>
                              <m:den>
                                <m:r>
                                  <a:rPr lang="en-US" i="1">
                                    <a:solidFill>
                                      <a:schemeClr val="tx1"/>
                                    </a:solidFill>
                                    <a:latin typeface="Cambria Math" panose="02040503050406030204" pitchFamily="18" charset="0"/>
                                  </a:rPr>
                                  <m:t>𝑁</m:t>
                                </m:r>
                              </m:den>
                            </m:f>
                          </m:e>
                        </m:rad>
                      </m:e>
                    </m:d>
                  </m:oMath>
                </a14:m>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solidFill>
                      <a:schemeClr val="tx1"/>
                    </a:solidFill>
                    <a:cs typeface="Times New Roman" panose="02020603050405020304" pitchFamily="18" charset="0"/>
                  </a:rPr>
                  <a:t>Probability of error for ASK modulation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𝑃</m:t>
                        </m:r>
                      </m:e>
                      <m:sub>
                        <m:r>
                          <a:rPr lang="en-US" i="1">
                            <a:solidFill>
                              <a:schemeClr val="tx1"/>
                            </a:solidFill>
                            <a:latin typeface="Cambria Math" panose="02040503050406030204" pitchFamily="18" charset="0"/>
                          </a:rPr>
                          <m:t>𝑒</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ad>
                          <m:radPr>
                            <m:degHide m:val="on"/>
                            <m:ctrlPr>
                              <a:rPr lang="en-US" i="1">
                                <a:solidFill>
                                  <a:schemeClr val="tx1"/>
                                </a:solidFill>
                                <a:latin typeface="Cambria Math" panose="02040503050406030204" pitchFamily="18" charset="0"/>
                              </a:rPr>
                            </m:ctrlPr>
                          </m:radPr>
                          <m:deg/>
                          <m:e>
                            <m:f>
                              <m:fPr>
                                <m:ctrlPr>
                                  <a:rPr lang="en-US" i="1">
                                    <a:solidFill>
                                      <a:schemeClr val="tx1"/>
                                    </a:solidFill>
                                    <a:latin typeface="Cambria Math" panose="02040503050406030204" pitchFamily="18" charset="0"/>
                                  </a:rPr>
                                </m:ctrlPr>
                              </m:fPr>
                              <m:num>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𝑏</m:t>
                                    </m:r>
                                  </m:sub>
                                </m:sSub>
                              </m:num>
                              <m:den>
                                <m:r>
                                  <a:rPr lang="en-US" i="1">
                                    <a:solidFill>
                                      <a:schemeClr val="tx1"/>
                                    </a:solidFill>
                                    <a:latin typeface="Cambria Math" panose="02040503050406030204" pitchFamily="18" charset="0"/>
                                  </a:rPr>
                                  <m:t>𝑁</m:t>
                                </m:r>
                              </m:den>
                            </m:f>
                          </m:e>
                        </m:rad>
                      </m:e>
                    </m:d>
                  </m:oMath>
                </a14:m>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solidFill>
                      <a:schemeClr val="tx1"/>
                    </a:solidFill>
                    <a:cs typeface="Times New Roman" panose="02020603050405020304" pitchFamily="18" charset="0"/>
                  </a:rPr>
                  <a:t>Probability of error for FSK modulation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𝑃</m:t>
                        </m:r>
                      </m:e>
                      <m:sub>
                        <m:r>
                          <a:rPr lang="en-US" i="1">
                            <a:solidFill>
                              <a:schemeClr val="tx1"/>
                            </a:solidFill>
                            <a:latin typeface="Cambria Math" panose="02040503050406030204" pitchFamily="18" charset="0"/>
                          </a:rPr>
                          <m:t>𝑒</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ad>
                          <m:radPr>
                            <m:degHide m:val="on"/>
                            <m:ctrlPr>
                              <a:rPr lang="en-US" i="1">
                                <a:solidFill>
                                  <a:schemeClr val="tx1"/>
                                </a:solidFill>
                                <a:latin typeface="Cambria Math" panose="02040503050406030204" pitchFamily="18" charset="0"/>
                              </a:rPr>
                            </m:ctrlPr>
                          </m:radPr>
                          <m:deg/>
                          <m:e>
                            <m:f>
                              <m:fPr>
                                <m:ctrlPr>
                                  <a:rPr lang="en-US" i="1">
                                    <a:solidFill>
                                      <a:schemeClr val="tx1"/>
                                    </a:solidFill>
                                    <a:latin typeface="Cambria Math" panose="02040503050406030204" pitchFamily="18" charset="0"/>
                                  </a:rPr>
                                </m:ctrlPr>
                              </m:fPr>
                              <m:num>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1.217</m:t>
                                    </m:r>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𝑏</m:t>
                                    </m:r>
                                  </m:sub>
                                </m:sSub>
                              </m:num>
                              <m:den>
                                <m:r>
                                  <a:rPr lang="en-US" i="1">
                                    <a:solidFill>
                                      <a:schemeClr val="tx1"/>
                                    </a:solidFill>
                                    <a:latin typeface="Cambria Math" panose="02040503050406030204" pitchFamily="18" charset="0"/>
                                  </a:rPr>
                                  <m:t>𝑁</m:t>
                                </m:r>
                              </m:den>
                            </m:f>
                          </m:e>
                        </m:rad>
                      </m:e>
                    </m:d>
                  </m:oMath>
                </a14:m>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solidFill>
                      <a:schemeClr val="tx1"/>
                    </a:solidFill>
                    <a:cs typeface="Times New Roman" panose="02020603050405020304" pitchFamily="18" charset="0"/>
                  </a:rPr>
                  <a:t>Probability of error for </a:t>
                </a:r>
                <a:r>
                  <a:rPr lang="en-US" dirty="0" smtClean="0">
                    <a:solidFill>
                      <a:schemeClr val="tx1"/>
                    </a:solidFill>
                    <a:cs typeface="Times New Roman" panose="02020603050405020304" pitchFamily="18" charset="0"/>
                  </a:rPr>
                  <a:t>M-</a:t>
                </a:r>
                <a:r>
                  <a:rPr lang="en-US" dirty="0" err="1" smtClean="0">
                    <a:solidFill>
                      <a:schemeClr val="tx1"/>
                    </a:solidFill>
                    <a:cs typeface="Times New Roman" panose="02020603050405020304" pitchFamily="18" charset="0"/>
                  </a:rPr>
                  <a:t>ary</a:t>
                </a:r>
                <a:r>
                  <a:rPr lang="en-US" dirty="0" smtClean="0">
                    <a:solidFill>
                      <a:schemeClr val="tx1"/>
                    </a:solidFill>
                    <a:cs typeface="Times New Roman" panose="02020603050405020304" pitchFamily="18" charset="0"/>
                  </a:rPr>
                  <a:t> </a:t>
                </a:r>
                <a:r>
                  <a:rPr lang="en-US" dirty="0">
                    <a:solidFill>
                      <a:schemeClr val="tx1"/>
                    </a:solidFill>
                    <a:cs typeface="Times New Roman" panose="02020603050405020304" pitchFamily="18" charset="0"/>
                  </a:rPr>
                  <a:t>modulation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𝑃</m:t>
                        </m:r>
                      </m:e>
                      <m:sub>
                        <m:r>
                          <a:rPr lang="en-US" i="1">
                            <a:solidFill>
                              <a:schemeClr val="tx1"/>
                            </a:solidFill>
                            <a:latin typeface="Cambria Math" panose="02040503050406030204" pitchFamily="18" charset="0"/>
                          </a:rPr>
                          <m:t>𝑒</m:t>
                        </m:r>
                      </m:sub>
                    </m:sSub>
                    <m:r>
                      <a:rPr lang="en-US" i="1">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2(</m:t>
                        </m:r>
                        <m:r>
                          <a:rPr lang="en-US" i="1">
                            <a:solidFill>
                              <a:schemeClr val="tx1"/>
                            </a:solidFill>
                            <a:latin typeface="Cambria Math" panose="02040503050406030204" pitchFamily="18" charset="0"/>
                          </a:rPr>
                          <m:t>𝑀</m:t>
                        </m:r>
                        <m:r>
                          <a:rPr lang="en-US" i="1">
                            <a:solidFill>
                              <a:schemeClr val="tx1"/>
                            </a:solidFill>
                            <a:latin typeface="Cambria Math" panose="02040503050406030204" pitchFamily="18" charset="0"/>
                          </a:rPr>
                          <m:t>−1)</m:t>
                        </m:r>
                      </m:num>
                      <m:den>
                        <m:r>
                          <a:rPr lang="en-US" i="1">
                            <a:solidFill>
                              <a:schemeClr val="tx1"/>
                            </a:solidFill>
                            <a:latin typeface="Cambria Math" panose="02040503050406030204" pitchFamily="18" charset="0"/>
                          </a:rPr>
                          <m:t>𝑀</m:t>
                        </m:r>
                      </m:den>
                    </m:f>
                    <m:r>
                      <a:rPr lang="en-US" i="1">
                        <a:solidFill>
                          <a:schemeClr val="tx1"/>
                        </a:solidFill>
                        <a:latin typeface="Cambria Math" panose="02040503050406030204" pitchFamily="18" charset="0"/>
                      </a:rPr>
                      <m:t>𝑄</m:t>
                    </m:r>
                    <m:d>
                      <m:dPr>
                        <m:ctrlPr>
                          <a:rPr lang="en-US" i="1">
                            <a:solidFill>
                              <a:schemeClr val="tx1"/>
                            </a:solidFill>
                            <a:latin typeface="Cambria Math" panose="02040503050406030204" pitchFamily="18" charset="0"/>
                          </a:rPr>
                        </m:ctrlPr>
                      </m:dPr>
                      <m:e>
                        <m:rad>
                          <m:radPr>
                            <m:degHide m:val="on"/>
                            <m:ctrlPr>
                              <a:rPr lang="en-US" i="1">
                                <a:solidFill>
                                  <a:schemeClr val="tx1"/>
                                </a:solidFill>
                                <a:latin typeface="Cambria Math" panose="02040503050406030204" pitchFamily="18" charset="0"/>
                              </a:rPr>
                            </m:ctrlPr>
                          </m:radPr>
                          <m:deg/>
                          <m:e>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2</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𝐸</m:t>
                                    </m:r>
                                  </m:e>
                                  <m:sub>
                                    <m:r>
                                      <a:rPr lang="en-US" i="1">
                                        <a:solidFill>
                                          <a:schemeClr val="tx1"/>
                                        </a:solidFill>
                                        <a:latin typeface="Cambria Math" panose="02040503050406030204" pitchFamily="18" charset="0"/>
                                      </a:rPr>
                                      <m:t>𝑏</m:t>
                                    </m:r>
                                  </m:sub>
                                </m:sSub>
                              </m:num>
                              <m:den>
                                <m:r>
                                  <a:rPr lang="en-US" i="1">
                                    <a:solidFill>
                                      <a:schemeClr val="tx1"/>
                                    </a:solidFill>
                                    <a:latin typeface="Cambria Math" panose="02040503050406030204" pitchFamily="18" charset="0"/>
                                  </a:rPr>
                                  <m:t>𝑁</m:t>
                                </m:r>
                              </m:den>
                            </m:f>
                          </m:e>
                        </m:rad>
                      </m:e>
                    </m:d>
                  </m:oMath>
                </a14:m>
                <a:endParaRPr lang="en-US" dirty="0">
                  <a:solidFill>
                    <a:schemeClr val="tx1"/>
                  </a:solidFill>
                  <a:latin typeface="Times New Roman" panose="02020603050405020304" pitchFamily="18" charset="0"/>
                  <a:cs typeface="Times New Roman" panose="02020603050405020304" pitchFamily="18" charset="0"/>
                </a:endParaRPr>
              </a:p>
              <a:p>
                <a:pPr marL="457200" lvl="1" indent="0">
                  <a:buNone/>
                </a:pPr>
                <a:r>
                  <a:rPr lang="en-US" sz="2000" dirty="0">
                    <a:solidFill>
                      <a:schemeClr val="tx1"/>
                    </a:solidFill>
                    <a:cs typeface="Times New Roman" panose="02020603050405020304" pitchFamily="18" charset="0"/>
                  </a:rPr>
                  <a:t>where</a:t>
                </a:r>
                <a:r>
                  <a:rPr lang="en-US" sz="20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𝐸</m:t>
                        </m:r>
                      </m:e>
                      <m:sub>
                        <m:r>
                          <a:rPr lang="en-US" sz="2000" i="1">
                            <a:solidFill>
                              <a:schemeClr val="tx1"/>
                            </a:solidFill>
                            <a:latin typeface="Cambria Math" panose="02040503050406030204" pitchFamily="18" charset="0"/>
                          </a:rPr>
                          <m:t>𝑏</m:t>
                        </m:r>
                      </m:sub>
                    </m:sSub>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d>
                          <m:dPr>
                            <m:ctrlPr>
                              <a:rPr lang="en-US" sz="2000" i="1">
                                <a:solidFill>
                                  <a:schemeClr val="tx1"/>
                                </a:solidFill>
                                <a:latin typeface="Cambria Math" panose="02040503050406030204" pitchFamily="18" charset="0"/>
                              </a:rPr>
                            </m:ctrlPr>
                          </m:dPr>
                          <m:e>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𝑀</m:t>
                                </m:r>
                              </m:e>
                              <m:sup>
                                <m:r>
                                  <a:rPr lang="en-US" sz="2000" i="1">
                                    <a:solidFill>
                                      <a:schemeClr val="tx1"/>
                                    </a:solidFill>
                                    <a:latin typeface="Cambria Math" panose="02040503050406030204" pitchFamily="18" charset="0"/>
                                  </a:rPr>
                                  <m:t>2</m:t>
                                </m:r>
                              </m:sup>
                            </m:sSup>
                            <m:r>
                              <a:rPr lang="en-US" sz="2000" i="1">
                                <a:solidFill>
                                  <a:schemeClr val="tx1"/>
                                </a:solidFill>
                                <a:latin typeface="Cambria Math" panose="02040503050406030204" pitchFamily="18" charset="0"/>
                              </a:rPr>
                              <m:t>−1</m:t>
                            </m:r>
                          </m:e>
                        </m:d>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𝐸</m:t>
                            </m:r>
                          </m:e>
                          <m:sub>
                            <m:r>
                              <a:rPr lang="en-US" sz="2000" i="1">
                                <a:solidFill>
                                  <a:schemeClr val="tx1"/>
                                </a:solidFill>
                                <a:latin typeface="Cambria Math" panose="02040503050406030204" pitchFamily="18" charset="0"/>
                              </a:rPr>
                              <m:t>𝑝</m:t>
                            </m:r>
                          </m:sub>
                        </m:sSub>
                      </m:num>
                      <m:den>
                        <m:r>
                          <a:rPr lang="en-US" sz="2000" i="1">
                            <a:solidFill>
                              <a:schemeClr val="tx1"/>
                            </a:solidFill>
                            <a:latin typeface="Cambria Math" panose="02040503050406030204" pitchFamily="18" charset="0"/>
                          </a:rPr>
                          <m:t>3</m:t>
                        </m:r>
                        <m:func>
                          <m:funcPr>
                            <m:ctrlPr>
                              <a:rPr lang="en-US" sz="2000" i="1">
                                <a:solidFill>
                                  <a:schemeClr val="tx1"/>
                                </a:solidFill>
                                <a:latin typeface="Cambria Math" panose="02040503050406030204" pitchFamily="18" charset="0"/>
                              </a:rPr>
                            </m:ctrlPr>
                          </m:funcPr>
                          <m:fName>
                            <m:sSub>
                              <m:sSubPr>
                                <m:ctrlPr>
                                  <a:rPr lang="en-US" sz="2000" i="1">
                                    <a:solidFill>
                                      <a:schemeClr val="tx1"/>
                                    </a:solidFill>
                                    <a:latin typeface="Cambria Math" panose="02040503050406030204" pitchFamily="18" charset="0"/>
                                  </a:rPr>
                                </m:ctrlPr>
                              </m:sSubPr>
                              <m:e>
                                <m:r>
                                  <m:rPr>
                                    <m:sty m:val="p"/>
                                  </m:rPr>
                                  <a:rPr lang="en-US" sz="2000">
                                    <a:solidFill>
                                      <a:schemeClr val="tx1"/>
                                    </a:solidFill>
                                    <a:latin typeface="Cambria Math" panose="02040503050406030204" pitchFamily="18" charset="0"/>
                                  </a:rPr>
                                  <m:t>log</m:t>
                                </m:r>
                              </m:e>
                              <m:sub>
                                <m:r>
                                  <a:rPr lang="en-US" sz="2000" i="1">
                                    <a:solidFill>
                                      <a:schemeClr val="tx1"/>
                                    </a:solidFill>
                                    <a:latin typeface="Cambria Math" panose="02040503050406030204" pitchFamily="18" charset="0"/>
                                  </a:rPr>
                                  <m:t>2</m:t>
                                </m:r>
                              </m:sub>
                            </m:sSub>
                          </m:fName>
                          <m:e>
                            <m:r>
                              <a:rPr lang="en-US" sz="2000" i="1">
                                <a:solidFill>
                                  <a:schemeClr val="tx1"/>
                                </a:solidFill>
                                <a:latin typeface="Cambria Math" panose="02040503050406030204" pitchFamily="18" charset="0"/>
                              </a:rPr>
                              <m:t>𝑀</m:t>
                            </m:r>
                          </m:e>
                        </m:func>
                      </m:den>
                    </m:f>
                  </m:oMath>
                </a14:m>
                <a:endParaRPr lang="en-IN"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cstate="print"/>
                <a:stretch>
                  <a:fillRect l="-1939" t="-2121"/>
                </a:stretch>
              </a:blipFill>
            </p:spPr>
            <p:txBody>
              <a:bodyPr/>
              <a:lstStyle/>
              <a:p>
                <a:r>
                  <a:rPr lang="en-IN" dirty="0">
                    <a:noFill/>
                  </a:rPr>
                  <a:t> </a:t>
                </a:r>
              </a:p>
            </p:txBody>
          </p:sp>
        </mc:Fallback>
      </mc:AlternateContent>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49</a:t>
            </a:fld>
            <a:endParaRPr lang="en-US" dirty="0"/>
          </a:p>
        </p:txBody>
      </p:sp>
      <p:sp>
        <p:nvSpPr>
          <p:cNvPr id="6" name="TextBox 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7" name="Round Same Side Corner Rectangle 6">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8" name="Picture 7"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1359313374"/>
      </p:ext>
    </p:extLst>
  </p:cSld>
  <p:clrMapOvr>
    <a:masterClrMapping/>
  </p:clrMapOvr>
  <p:transition>
    <p:pull dir="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cs typeface="Times New Roman" panose="02020603050405020304" pitchFamily="18" charset="0"/>
              </a:rPr>
              <a:t>Non coherent detection</a:t>
            </a:r>
            <a:endParaRPr lang="en-IN" dirty="0"/>
          </a:p>
        </p:txBody>
      </p:sp>
      <mc:AlternateContent xmlns:mc="http://schemas.openxmlformats.org/markup-compatibility/2006">
        <mc:Choice xmlns:a14="http://schemas.microsoft.com/office/drawing/2010/main" xmlns="" Requires="a14">
          <p:sp>
            <p:nvSpPr>
              <p:cNvPr id="3" name="Content Placeholder 2"/>
              <p:cNvSpPr>
                <a:spLocks noGrp="1"/>
              </p:cNvSpPr>
              <p:nvPr>
                <p:ph idx="1"/>
              </p:nvPr>
            </p:nvSpPr>
            <p:spPr/>
            <p:txBody>
              <a:bodyPr/>
              <a:lstStyle/>
              <a:p>
                <a:pPr algn="just">
                  <a:buFont typeface="Wingdings" panose="05000000000000000000" pitchFamily="2" charset="2"/>
                  <a:buChar char="Ø"/>
                </a:pPr>
                <a:r>
                  <a:rPr lang="en-US" dirty="0" smtClean="0">
                    <a:solidFill>
                      <a:schemeClr val="tx1"/>
                    </a:solidFill>
                    <a:cs typeface="Times New Roman" panose="02020603050405020304" pitchFamily="18" charset="0"/>
                  </a:rPr>
                  <a:t>If the phase </a:t>
                </a:r>
                <a:r>
                  <a:rPr lang="el-GR" dirty="0">
                    <a:solidFill>
                      <a:schemeClr val="tx1"/>
                    </a:solidFill>
                    <a:cs typeface="Times New Roman" panose="02020603050405020304" pitchFamily="18" charset="0"/>
                  </a:rPr>
                  <a:t>θ</a:t>
                </a:r>
                <a:r>
                  <a:rPr lang="en-US" dirty="0">
                    <a:solidFill>
                      <a:schemeClr val="tx1"/>
                    </a:solidFill>
                    <a:cs typeface="Times New Roman" panose="02020603050405020304" pitchFamily="18" charset="0"/>
                  </a:rPr>
                  <a:t> in the received RF pulse </a:t>
                </a:r>
                <a14:m>
                  <m:oMath xmlns:m="http://schemas.openxmlformats.org/officeDocument/2006/math">
                    <m:rad>
                      <m:radPr>
                        <m:degHide m:val="on"/>
                        <m:ctrlPr>
                          <a:rPr lang="en-US" i="1">
                            <a:solidFill>
                              <a:schemeClr val="tx1"/>
                            </a:solidFill>
                            <a:latin typeface="Cambria Math" panose="02040503050406030204" pitchFamily="18" charset="0"/>
                          </a:rPr>
                        </m:ctrlPr>
                      </m:radPr>
                      <m:deg/>
                      <m:e>
                        <m:r>
                          <a:rPr lang="en-US" i="1">
                            <a:solidFill>
                              <a:schemeClr val="tx1"/>
                            </a:solidFill>
                            <a:latin typeface="Cambria Math" panose="02040503050406030204" pitchFamily="18" charset="0"/>
                          </a:rPr>
                          <m:t>2</m:t>
                        </m:r>
                      </m:e>
                    </m:rad>
                    <m:r>
                      <a:rPr lang="en-US" i="1">
                        <a:solidFill>
                          <a:schemeClr val="tx1"/>
                        </a:solidFill>
                        <a:latin typeface="Cambria Math" panose="02040503050406030204" pitchFamily="18" charset="0"/>
                      </a:rPr>
                      <m:t>𝑝</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𝑡</m:t>
                        </m:r>
                      </m:e>
                    </m:d>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cos</m:t>
                        </m:r>
                      </m:fName>
                      <m:e>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𝜔</m:t>
                                </m:r>
                              </m:e>
                              <m:sub>
                                <m:r>
                                  <a:rPr lang="en-US" i="1">
                                    <a:solidFill>
                                      <a:schemeClr val="tx1"/>
                                    </a:solidFill>
                                    <a:latin typeface="Cambria Math" panose="02040503050406030204" pitchFamily="18" charset="0"/>
                                  </a:rPr>
                                  <m:t>𝑐</m:t>
                                </m:r>
                              </m:sub>
                            </m:s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𝜃</m:t>
                            </m:r>
                          </m:e>
                        </m:d>
                      </m:e>
                    </m:func>
                  </m:oMath>
                </a14:m>
                <a:r>
                  <a:rPr lang="en-US" dirty="0" smtClean="0">
                    <a:solidFill>
                      <a:schemeClr val="tx1"/>
                    </a:solidFill>
                    <a:cs typeface="Times New Roman" panose="02020603050405020304" pitchFamily="18" charset="0"/>
                  </a:rPr>
                  <a:t>is </a:t>
                </a:r>
                <a:r>
                  <a:rPr lang="en-US" dirty="0">
                    <a:solidFill>
                      <a:schemeClr val="tx1"/>
                    </a:solidFill>
                    <a:cs typeface="Times New Roman" panose="02020603050405020304" pitchFamily="18" charset="0"/>
                  </a:rPr>
                  <a:t>unknown then coherent detection cannot be </a:t>
                </a:r>
                <a:r>
                  <a:rPr lang="en-US" dirty="0" smtClean="0">
                    <a:solidFill>
                      <a:schemeClr val="tx1"/>
                    </a:solidFill>
                    <a:cs typeface="Times New Roman" panose="02020603050405020304" pitchFamily="18" charset="0"/>
                  </a:rPr>
                  <a:t>used.</a:t>
                </a:r>
                <a:endParaRPr lang="en-US" dirty="0">
                  <a:solidFill>
                    <a:schemeClr val="tx1"/>
                  </a:solidFill>
                  <a:cs typeface="Times New Roman" panose="02020603050405020304" pitchFamily="18" charset="0"/>
                </a:endParaRPr>
              </a:p>
              <a:p>
                <a:pPr algn="just">
                  <a:buFont typeface="Wingdings" panose="05000000000000000000" pitchFamily="2" charset="2"/>
                  <a:buChar char="Ø"/>
                </a:pPr>
                <a:r>
                  <a:rPr lang="en-US" dirty="0">
                    <a:solidFill>
                      <a:schemeClr val="tx1"/>
                    </a:solidFill>
                    <a:cs typeface="Times New Roman" panose="02020603050405020304" pitchFamily="18" charset="0"/>
                  </a:rPr>
                  <a:t>We must </a:t>
                </a:r>
                <a:r>
                  <a:rPr lang="en-US" dirty="0" smtClean="0">
                    <a:solidFill>
                      <a:schemeClr val="tx1"/>
                    </a:solidFill>
                    <a:cs typeface="Times New Roman" panose="02020603050405020304" pitchFamily="18" charset="0"/>
                  </a:rPr>
                  <a:t>rely </a:t>
                </a:r>
                <a:r>
                  <a:rPr lang="en-US" dirty="0">
                    <a:solidFill>
                      <a:schemeClr val="tx1"/>
                    </a:solidFill>
                    <a:cs typeface="Times New Roman" panose="02020603050405020304" pitchFamily="18" charset="0"/>
                  </a:rPr>
                  <a:t>on non coherent detection technique such as envelope </a:t>
                </a:r>
                <a:r>
                  <a:rPr lang="en-US" dirty="0" smtClean="0">
                    <a:solidFill>
                      <a:schemeClr val="tx1"/>
                    </a:solidFill>
                    <a:cs typeface="Times New Roman" panose="02020603050405020304" pitchFamily="18" charset="0"/>
                  </a:rPr>
                  <a:t>detection.</a:t>
                </a:r>
                <a:endParaRPr lang="en-US" dirty="0">
                  <a:solidFill>
                    <a:schemeClr val="tx1"/>
                  </a:solidFill>
                  <a:cs typeface="Times New Roman" panose="02020603050405020304" pitchFamily="18" charset="0"/>
                </a:endParaRPr>
              </a:p>
              <a:p>
                <a:pPr algn="just">
                  <a:buFont typeface="Wingdings" panose="05000000000000000000" pitchFamily="2" charset="2"/>
                  <a:buChar char="Ø"/>
                </a:pPr>
                <a:r>
                  <a:rPr lang="en-US" dirty="0">
                    <a:solidFill>
                      <a:schemeClr val="tx1"/>
                    </a:solidFill>
                    <a:cs typeface="Times New Roman" panose="02020603050405020304" pitchFamily="18" charset="0"/>
                  </a:rPr>
                  <a:t>The phase </a:t>
                </a:r>
                <a:r>
                  <a:rPr lang="el-GR" dirty="0">
                    <a:solidFill>
                      <a:schemeClr val="tx1"/>
                    </a:solidFill>
                    <a:cs typeface="Times New Roman" panose="02020603050405020304" pitchFamily="18" charset="0"/>
                  </a:rPr>
                  <a:t>θ</a:t>
                </a:r>
                <a:r>
                  <a:rPr lang="en-US" dirty="0">
                    <a:solidFill>
                      <a:schemeClr val="tx1"/>
                    </a:solidFill>
                    <a:cs typeface="Times New Roman" panose="02020603050405020304" pitchFamily="18" charset="0"/>
                  </a:rPr>
                  <a:t> of the received pulse is random and uniformly distributed over (0, 2</a:t>
                </a:r>
                <a:r>
                  <a:rPr lang="el-GR" dirty="0">
                    <a:solidFill>
                      <a:schemeClr val="tx1"/>
                    </a:solidFill>
                    <a:cs typeface="Times New Roman" panose="02020603050405020304" pitchFamily="18" charset="0"/>
                  </a:rPr>
                  <a:t>π</a:t>
                </a:r>
                <a:r>
                  <a:rPr lang="en-US" dirty="0" smtClean="0">
                    <a:solidFill>
                      <a:schemeClr val="tx1"/>
                    </a:solidFill>
                    <a:cs typeface="Times New Roman" panose="02020603050405020304" pitchFamily="18" charset="0"/>
                  </a:rPr>
                  <a:t>).</a:t>
                </a:r>
                <a:endParaRPr lang="en-US" dirty="0">
                  <a:solidFill>
                    <a:schemeClr val="tx1"/>
                  </a:solidFill>
                  <a:cs typeface="Times New Roman" panose="02020603050405020304" pitchFamily="18" charset="0"/>
                </a:endParaRPr>
              </a:p>
              <a:p>
                <a:pPr algn="just">
                  <a:buFont typeface="Wingdings" panose="05000000000000000000" pitchFamily="2" charset="2"/>
                  <a:buChar char="Ø"/>
                </a:pPr>
                <a:r>
                  <a:rPr lang="en-US" dirty="0">
                    <a:solidFill>
                      <a:schemeClr val="tx1"/>
                    </a:solidFill>
                    <a:cs typeface="Times New Roman" panose="02020603050405020304" pitchFamily="18" charset="0"/>
                  </a:rPr>
                  <a:t>The optimum detector is a filter matched to the RF pulse </a:t>
                </a:r>
                <a14:m>
                  <m:oMath xmlns:m="http://schemas.openxmlformats.org/officeDocument/2006/math">
                    <m:rad>
                      <m:radPr>
                        <m:degHide m:val="on"/>
                        <m:ctrlPr>
                          <a:rPr lang="en-US" i="1">
                            <a:solidFill>
                              <a:schemeClr val="tx1"/>
                            </a:solidFill>
                            <a:latin typeface="Cambria Math" panose="02040503050406030204" pitchFamily="18" charset="0"/>
                          </a:rPr>
                        </m:ctrlPr>
                      </m:radPr>
                      <m:deg/>
                      <m:e>
                        <m:r>
                          <a:rPr lang="en-US" i="1">
                            <a:solidFill>
                              <a:schemeClr val="tx1"/>
                            </a:solidFill>
                            <a:latin typeface="Cambria Math" panose="02040503050406030204" pitchFamily="18" charset="0"/>
                          </a:rPr>
                          <m:t>2</m:t>
                        </m:r>
                      </m:e>
                    </m:rad>
                    <m:r>
                      <a:rPr lang="en-US" i="1">
                        <a:solidFill>
                          <a:schemeClr val="tx1"/>
                        </a:solidFill>
                        <a:latin typeface="Cambria Math" panose="02040503050406030204" pitchFamily="18" charset="0"/>
                      </a:rPr>
                      <m:t>𝑝</m:t>
                    </m:r>
                    <m:d>
                      <m:dPr>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𝑡</m:t>
                        </m:r>
                      </m:e>
                    </m:d>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cos</m:t>
                        </m:r>
                      </m:fName>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𝜔</m:t>
                            </m:r>
                          </m:e>
                          <m:sub>
                            <m:r>
                              <a:rPr lang="en-US" i="1">
                                <a:solidFill>
                                  <a:schemeClr val="tx1"/>
                                </a:solidFill>
                                <a:latin typeface="Cambria Math" panose="02040503050406030204" pitchFamily="18" charset="0"/>
                              </a:rPr>
                              <m:t>𝑐</m:t>
                            </m:r>
                          </m:sub>
                        </m:sSub>
                        <m:r>
                          <a:rPr lang="en-US" i="1">
                            <a:solidFill>
                              <a:schemeClr val="tx1"/>
                            </a:solidFill>
                            <a:latin typeface="Cambria Math" panose="02040503050406030204" pitchFamily="18" charset="0"/>
                          </a:rPr>
                          <m:t>𝑡</m:t>
                        </m:r>
                      </m:e>
                    </m:func>
                  </m:oMath>
                </a14:m>
                <a:r>
                  <a:rPr lang="en-US" dirty="0" smtClean="0">
                    <a:solidFill>
                      <a:schemeClr val="tx1"/>
                    </a:solidFill>
                    <a:cs typeface="Times New Roman" panose="02020603050405020304" pitchFamily="18" charset="0"/>
                  </a:rPr>
                  <a:t>followed </a:t>
                </a:r>
                <a:r>
                  <a:rPr lang="en-US" dirty="0">
                    <a:solidFill>
                      <a:schemeClr val="tx1"/>
                    </a:solidFill>
                    <a:cs typeface="Times New Roman" panose="02020603050405020304" pitchFamily="18" charset="0"/>
                  </a:rPr>
                  <a:t>by an envelope detector, a sampler, a comparator to make </a:t>
                </a:r>
                <a:r>
                  <a:rPr lang="en-US" dirty="0" smtClean="0">
                    <a:solidFill>
                      <a:schemeClr val="tx1"/>
                    </a:solidFill>
                    <a:cs typeface="Times New Roman" panose="02020603050405020304" pitchFamily="18" charset="0"/>
                  </a:rPr>
                  <a:t>decision.</a:t>
                </a:r>
                <a:endParaRPr lang="en-US" dirty="0">
                  <a:solidFill>
                    <a:schemeClr val="tx1"/>
                  </a:solidFill>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cstate="print"/>
                <a:stretch>
                  <a:fillRect l="-1939" t="-909" r="-2019"/>
                </a:stretch>
              </a:blipFill>
            </p:spPr>
            <p:txBody>
              <a:bodyPr/>
              <a:lstStyle/>
              <a:p>
                <a:r>
                  <a:rPr lang="en-IN" dirty="0">
                    <a:noFill/>
                  </a:rPr>
                  <a:t> </a:t>
                </a:r>
              </a:p>
            </p:txBody>
          </p:sp>
        </mc:Fallback>
      </mc:AlternateContent>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50</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3375137694"/>
      </p:ext>
    </p:extLst>
  </p:cSld>
  <p:clrMapOvr>
    <a:masterClrMapping/>
  </p:clrMapOvr>
  <p:transition>
    <p:pull dir="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290" y="40543"/>
            <a:ext cx="7543800" cy="1103912"/>
          </a:xfrm>
        </p:spPr>
        <p:txBody>
          <a:bodyPr>
            <a:normAutofit/>
          </a:bodyPr>
          <a:lstStyle/>
          <a:p>
            <a:r>
              <a:rPr lang="en-US" sz="4400" dirty="0">
                <a:solidFill>
                  <a:schemeClr val="tx1"/>
                </a:solidFill>
                <a:cs typeface="Times New Roman" panose="02020603050405020304" pitchFamily="18" charset="0"/>
              </a:rPr>
              <a:t>Non coherent </a:t>
            </a:r>
            <a:r>
              <a:rPr lang="en-US" sz="4400" dirty="0" smtClean="0">
                <a:solidFill>
                  <a:schemeClr val="tx1"/>
                </a:solidFill>
                <a:cs typeface="Times New Roman" panose="02020603050405020304" pitchFamily="18" charset="0"/>
              </a:rPr>
              <a:t>detection…</a:t>
            </a:r>
            <a:endParaRPr lang="en-IN" sz="4400" dirty="0"/>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51</a:t>
            </a:fld>
            <a:endParaRPr lang="en-US" dirty="0"/>
          </a:p>
        </p:txBody>
      </p:sp>
      <p:pic>
        <p:nvPicPr>
          <p:cNvPr id="6" name="Content Placeholder 4"/>
          <p:cNvPicPr>
            <a:picLocks noGrp="1" noChangeAspect="1"/>
          </p:cNvPicPr>
          <p:nvPr>
            <p:ph idx="1"/>
          </p:nvPr>
        </p:nvPicPr>
        <p:blipFill rotWithShape="1">
          <a:blip r:embed="rId2" cstate="print">
            <a:extLst>
              <a:ext uri="{28A0092B-C50C-407E-A947-70E740481C1C}">
                <a14:useLocalDpi xmlns:a14="http://schemas.microsoft.com/office/drawing/2010/main" xmlns="" val="0"/>
              </a:ext>
            </a:extLst>
          </a:blip>
          <a:srcRect l="1050" t="5738" r="23455" b="69637"/>
          <a:stretch/>
        </p:blipFill>
        <p:spPr>
          <a:xfrm>
            <a:off x="380999" y="1522562"/>
            <a:ext cx="5890168" cy="1079095"/>
          </a:xfrm>
        </p:spPr>
      </p:pic>
      <p:pic>
        <p:nvPicPr>
          <p:cNvPr id="7" name="Content Placeholder 4"/>
          <p:cNvPicPr>
            <a:picLocks noChangeAspect="1"/>
          </p:cNvPicPr>
          <p:nvPr/>
        </p:nvPicPr>
        <p:blipFill rotWithShape="1">
          <a:blip r:embed="rId3" cstate="print">
            <a:extLst>
              <a:ext uri="{28A0092B-C50C-407E-A947-70E740481C1C}">
                <a14:useLocalDpi xmlns:a14="http://schemas.microsoft.com/office/drawing/2010/main" xmlns="" val="0"/>
              </a:ext>
            </a:extLst>
          </a:blip>
          <a:srcRect t="2332" r="20186" b="38864"/>
          <a:stretch/>
        </p:blipFill>
        <p:spPr>
          <a:xfrm>
            <a:off x="228600" y="3232395"/>
            <a:ext cx="8005891" cy="2817347"/>
          </a:xfrm>
          <a:prstGeom prst="rect">
            <a:avLst/>
          </a:prstGeom>
        </p:spPr>
      </p:pic>
      <mc:AlternateContent xmlns:mc="http://schemas.openxmlformats.org/markup-compatibility/2006">
        <mc:Choice xmlns:a14="http://schemas.microsoft.com/office/drawing/2010/main" xmlns="" Requires="a14">
          <p:sp>
            <p:nvSpPr>
              <p:cNvPr id="8" name="TextBox 7"/>
              <p:cNvSpPr txBox="1"/>
              <p:nvPr/>
            </p:nvSpPr>
            <p:spPr>
              <a:xfrm>
                <a:off x="7162800" y="3183867"/>
                <a:ext cx="1689342" cy="1061829"/>
              </a:xfrm>
              <a:prstGeom prst="rect">
                <a:avLst/>
              </a:prstGeom>
              <a:noFill/>
              <a:ln w="28575">
                <a:solidFill>
                  <a:schemeClr val="accent1"/>
                </a:solidFill>
              </a:ln>
            </p:spPr>
            <p:txBody>
              <a:bodyPr wrap="square" rtlCol="0">
                <a:spAutoFit/>
              </a:bodyPr>
              <a:lstStyle/>
              <a:p>
                <a:pPr>
                  <a:lnSpc>
                    <a:spcPct val="150000"/>
                  </a:lnSpc>
                </a:pPr>
                <a:r>
                  <a:rPr lang="en-US" sz="1400" dirty="0">
                    <a:solidFill>
                      <a:schemeClr val="tx1"/>
                    </a:solidFill>
                    <a:cs typeface="Times New Roman" panose="02020603050405020304" pitchFamily="18" charset="0"/>
                  </a:rPr>
                  <a:t>The decision is  m=1 if</a:t>
                </a:r>
                <a14:m>
                  <m:oMath xmlns:m="http://schemas.openxmlformats.org/officeDocument/2006/math">
                    <m:r>
                      <a:rPr lang="en-US" sz="1400" b="0" i="0" smtClean="0">
                        <a:solidFill>
                          <a:schemeClr val="tx1"/>
                        </a:solidFill>
                        <a:latin typeface="Cambria Math" panose="02040503050406030204" pitchFamily="18" charset="0"/>
                      </a:rPr>
                      <m:t> </m:t>
                    </m:r>
                    <m:sSub>
                      <m:sSubPr>
                        <m:ctrlPr>
                          <a:rPr lang="en-US" sz="140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𝑟</m:t>
                        </m:r>
                      </m:e>
                      <m:sub>
                        <m:r>
                          <a:rPr lang="en-US" sz="1400" b="0" i="1" smtClean="0">
                            <a:solidFill>
                              <a:schemeClr val="tx1"/>
                            </a:solidFill>
                            <a:latin typeface="Cambria Math" panose="02040503050406030204" pitchFamily="18" charset="0"/>
                          </a:rPr>
                          <m:t>1</m:t>
                        </m:r>
                      </m:sub>
                    </m:sSub>
                    <m:r>
                      <a:rPr lang="en-US" sz="1400" i="1" smtClean="0">
                        <a:solidFill>
                          <a:schemeClr val="tx1"/>
                        </a:solidFill>
                        <a:latin typeface="Cambria Math" panose="02040503050406030204" pitchFamily="18" charset="0"/>
                        <a:ea typeface="Cambria Math" panose="02040503050406030204" pitchFamily="18" charset="0"/>
                      </a:rPr>
                      <m:t>&gt;</m:t>
                    </m:r>
                    <m:sSub>
                      <m:sSubPr>
                        <m:ctrlPr>
                          <a:rPr lang="en-US" sz="1400" i="1" smtClean="0">
                            <a:solidFill>
                              <a:schemeClr val="tx1"/>
                            </a:solidFill>
                            <a:latin typeface="Cambria Math" panose="02040503050406030204" pitchFamily="18" charset="0"/>
                            <a:ea typeface="Cambria Math" panose="02040503050406030204" pitchFamily="18" charset="0"/>
                          </a:rPr>
                        </m:ctrlPr>
                      </m:sSubPr>
                      <m:e>
                        <m:r>
                          <a:rPr lang="en-US" sz="1400" b="0" i="1" smtClean="0">
                            <a:solidFill>
                              <a:schemeClr val="tx1"/>
                            </a:solidFill>
                            <a:latin typeface="Cambria Math" panose="02040503050406030204" pitchFamily="18" charset="0"/>
                            <a:ea typeface="Cambria Math" panose="02040503050406030204" pitchFamily="18" charset="0"/>
                          </a:rPr>
                          <m:t>𝑟</m:t>
                        </m:r>
                      </m:e>
                      <m:sub>
                        <m:r>
                          <a:rPr lang="en-US" sz="1400" b="0" i="1" smtClean="0">
                            <a:solidFill>
                              <a:schemeClr val="tx1"/>
                            </a:solidFill>
                            <a:latin typeface="Cambria Math" panose="02040503050406030204" pitchFamily="18" charset="0"/>
                            <a:ea typeface="Cambria Math" panose="02040503050406030204" pitchFamily="18" charset="0"/>
                          </a:rPr>
                          <m:t>0</m:t>
                        </m:r>
                      </m:sub>
                    </m:sSub>
                  </m:oMath>
                </a14:m>
                <a:r>
                  <a:rPr lang="en-US" sz="1400" dirty="0">
                    <a:solidFill>
                      <a:schemeClr val="tx1"/>
                    </a:solidFill>
                    <a:ea typeface="Cambria Math" panose="02040503050406030204" pitchFamily="18" charset="0"/>
                    <a:cs typeface="Times New Roman" panose="02020603050405020304" pitchFamily="18" charset="0"/>
                  </a:rPr>
                  <a:t>  and  </a:t>
                </a:r>
              </a:p>
              <a:p>
                <a:pPr>
                  <a:lnSpc>
                    <a:spcPct val="150000"/>
                  </a:lnSpc>
                </a:pPr>
                <a:r>
                  <a:rPr lang="en-US" sz="1400" dirty="0">
                    <a:solidFill>
                      <a:schemeClr val="tx1"/>
                    </a:solidFill>
                    <a:ea typeface="Cambria Math" panose="02040503050406030204" pitchFamily="18" charset="0"/>
                    <a:cs typeface="Times New Roman" panose="02020603050405020304" pitchFamily="18" charset="0"/>
                  </a:rPr>
                  <a:t>m=0 if </a:t>
                </a:r>
                <a14:m>
                  <m:oMath xmlns:m="http://schemas.openxmlformats.org/officeDocument/2006/math">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𝑟</m:t>
                        </m:r>
                      </m:e>
                      <m:sub>
                        <m:r>
                          <a:rPr lang="en-US" sz="1400" b="0" i="1" smtClean="0">
                            <a:solidFill>
                              <a:schemeClr val="tx1"/>
                            </a:solidFill>
                            <a:latin typeface="Cambria Math" panose="02040503050406030204" pitchFamily="18" charset="0"/>
                          </a:rPr>
                          <m:t>1</m:t>
                        </m:r>
                      </m:sub>
                    </m:sSub>
                    <m:r>
                      <a:rPr lang="en-US" sz="1400" b="0" i="1" smtClean="0">
                        <a:solidFill>
                          <a:schemeClr val="tx1"/>
                        </a:solidFill>
                        <a:latin typeface="Cambria Math" panose="02040503050406030204" pitchFamily="18" charset="0"/>
                      </a:rPr>
                      <m:t>&lt;</m:t>
                    </m:r>
                    <m:sSub>
                      <m:sSubPr>
                        <m:ctrlPr>
                          <a:rPr lang="en-US" sz="1400" i="1">
                            <a:solidFill>
                              <a:schemeClr val="tx1"/>
                            </a:solidFill>
                            <a:latin typeface="Cambria Math" panose="02040503050406030204" pitchFamily="18" charset="0"/>
                            <a:ea typeface="Cambria Math" panose="02040503050406030204" pitchFamily="18" charset="0"/>
                          </a:rPr>
                        </m:ctrlPr>
                      </m:sSubPr>
                      <m:e>
                        <m:r>
                          <a:rPr lang="en-US" sz="1400" i="1">
                            <a:solidFill>
                              <a:schemeClr val="tx1"/>
                            </a:solidFill>
                            <a:latin typeface="Cambria Math" panose="02040503050406030204" pitchFamily="18" charset="0"/>
                            <a:ea typeface="Cambria Math" panose="02040503050406030204" pitchFamily="18" charset="0"/>
                          </a:rPr>
                          <m:t>𝑟</m:t>
                        </m:r>
                      </m:e>
                      <m:sub>
                        <m:r>
                          <a:rPr lang="en-US" sz="1400" b="0" i="1" smtClean="0">
                            <a:solidFill>
                              <a:schemeClr val="tx1"/>
                            </a:solidFill>
                            <a:latin typeface="Cambria Math" panose="02040503050406030204" pitchFamily="18" charset="0"/>
                            <a:ea typeface="Cambria Math" panose="02040503050406030204" pitchFamily="18" charset="0"/>
                          </a:rPr>
                          <m:t>0</m:t>
                        </m:r>
                      </m:sub>
                    </m:sSub>
                  </m:oMath>
                </a14:m>
                <a:endParaRPr lang="en-US" sz="1400" dirty="0">
                  <a:solidFill>
                    <a:schemeClr val="tx1"/>
                  </a:solidFill>
                  <a:ea typeface="Cambria Math" panose="02040503050406030204" pitchFamily="18" charset="0"/>
                  <a:cs typeface="Times New Roman" panose="02020603050405020304" pitchFamily="18" charset="0"/>
                </a:endParaRPr>
              </a:p>
            </p:txBody>
          </p:sp>
        </mc:Choice>
        <mc:Fallback>
          <p:sp>
            <p:nvSpPr>
              <p:cNvPr id="8" name="TextBox 7"/>
              <p:cNvSpPr txBox="1">
                <a:spLocks noRot="1" noChangeAspect="1" noMove="1" noResize="1" noEditPoints="1" noAdjustHandles="1" noChangeArrowheads="1" noChangeShapeType="1" noTextEdit="1"/>
              </p:cNvSpPr>
              <p:nvPr/>
            </p:nvSpPr>
            <p:spPr>
              <a:xfrm>
                <a:off x="7162800" y="3183867"/>
                <a:ext cx="1689342" cy="1061829"/>
              </a:xfrm>
              <a:prstGeom prst="rect">
                <a:avLst/>
              </a:prstGeom>
              <a:blipFill rotWithShape="0">
                <a:blip r:embed="rId4" cstate="print"/>
                <a:stretch>
                  <a:fillRect l="-355" b="-559"/>
                </a:stretch>
              </a:blipFill>
              <a:ln w="28575">
                <a:solidFill>
                  <a:schemeClr val="accent1"/>
                </a:solidFill>
              </a:ln>
            </p:spPr>
            <p:txBody>
              <a:bodyPr/>
              <a:lstStyle/>
              <a:p>
                <a:r>
                  <a:rPr lang="en-IN" dirty="0">
                    <a:noFill/>
                  </a:rPr>
                  <a:t> </a:t>
                </a:r>
              </a:p>
            </p:txBody>
          </p:sp>
        </mc:Fallback>
      </mc:AlternateContent>
      <p:sp>
        <p:nvSpPr>
          <p:cNvPr id="9" name="TextBox 8"/>
          <p:cNvSpPr txBox="1"/>
          <p:nvPr/>
        </p:nvSpPr>
        <p:spPr>
          <a:xfrm>
            <a:off x="380999" y="1168659"/>
            <a:ext cx="3665916" cy="461665"/>
          </a:xfrm>
          <a:prstGeom prst="rect">
            <a:avLst/>
          </a:prstGeom>
          <a:noFill/>
        </p:spPr>
        <p:txBody>
          <a:bodyPr wrap="square" rtlCol="0">
            <a:spAutoFit/>
          </a:bodyPr>
          <a:lstStyle/>
          <a:p>
            <a:pPr marL="28575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ASK (Non Coherent)</a:t>
            </a:r>
          </a:p>
        </p:txBody>
      </p:sp>
      <p:sp>
        <p:nvSpPr>
          <p:cNvPr id="10" name="TextBox 9"/>
          <p:cNvSpPr txBox="1"/>
          <p:nvPr/>
        </p:nvSpPr>
        <p:spPr>
          <a:xfrm>
            <a:off x="418440" y="2824348"/>
            <a:ext cx="3665916" cy="461665"/>
          </a:xfrm>
          <a:prstGeom prst="rect">
            <a:avLst/>
          </a:prstGeom>
          <a:noFill/>
        </p:spPr>
        <p:txBody>
          <a:bodyPr wrap="square" rtlCol="0">
            <a:spAutoFit/>
          </a:bodyPr>
          <a:lstStyle/>
          <a:p>
            <a:pPr marL="285750" indent="-28575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FSK (Non Coherent)</a:t>
            </a:r>
          </a:p>
        </p:txBody>
      </p:sp>
      <p:sp>
        <p:nvSpPr>
          <p:cNvPr id="11" name="TextBox 10"/>
          <p:cNvSpPr txBox="1"/>
          <p:nvPr/>
        </p:nvSpPr>
        <p:spPr>
          <a:xfrm>
            <a:off x="801290" y="2470692"/>
            <a:ext cx="4686837"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 </a:t>
            </a:r>
            <a:r>
              <a:rPr lang="en-US" sz="1600" b="1" dirty="0" smtClean="0">
                <a:latin typeface="Times New Roman" panose="02020603050405020304" pitchFamily="18" charset="0"/>
                <a:cs typeface="Times New Roman" panose="02020603050405020304" pitchFamily="18" charset="0"/>
              </a:rPr>
              <a:t>11.  </a:t>
            </a:r>
            <a:r>
              <a:rPr lang="en-US" sz="1600" b="1" dirty="0">
                <a:latin typeface="Times New Roman" panose="02020603050405020304" pitchFamily="18" charset="0"/>
                <a:cs typeface="Times New Roman" panose="02020603050405020304" pitchFamily="18" charset="0"/>
              </a:rPr>
              <a:t>Non- Coherent Detection of ASK</a:t>
            </a:r>
          </a:p>
        </p:txBody>
      </p:sp>
      <p:sp>
        <p:nvSpPr>
          <p:cNvPr id="12" name="TextBox 11"/>
          <p:cNvSpPr txBox="1"/>
          <p:nvPr/>
        </p:nvSpPr>
        <p:spPr>
          <a:xfrm>
            <a:off x="1703497" y="5977443"/>
            <a:ext cx="4686837"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 </a:t>
            </a:r>
            <a:r>
              <a:rPr lang="en-US" sz="1600" b="1" dirty="0" smtClean="0">
                <a:latin typeface="Times New Roman" panose="02020603050405020304" pitchFamily="18" charset="0"/>
                <a:cs typeface="Times New Roman" panose="02020603050405020304" pitchFamily="18" charset="0"/>
              </a:rPr>
              <a:t>12.  </a:t>
            </a:r>
            <a:r>
              <a:rPr lang="en-US" sz="1600" b="1" dirty="0">
                <a:latin typeface="Times New Roman" panose="02020603050405020304" pitchFamily="18" charset="0"/>
                <a:cs typeface="Times New Roman" panose="02020603050405020304" pitchFamily="18" charset="0"/>
              </a:rPr>
              <a:t>Non-Coherent Detection of FSK</a:t>
            </a:r>
          </a:p>
        </p:txBody>
      </p:sp>
      <p:sp>
        <p:nvSpPr>
          <p:cNvPr id="13" name="TextBox 12"/>
          <p:cNvSpPr txBox="1"/>
          <p:nvPr/>
        </p:nvSpPr>
        <p:spPr>
          <a:xfrm>
            <a:off x="6271167" y="1634427"/>
            <a:ext cx="2138195" cy="369332"/>
          </a:xfrm>
          <a:prstGeom prst="rect">
            <a:avLst/>
          </a:prstGeom>
          <a:solidFill>
            <a:schemeClr val="bg1"/>
          </a:solidFill>
        </p:spPr>
        <p:txBody>
          <a:bodyPr wrap="square" rtlCol="0">
            <a:spAutoFit/>
          </a:bodyPr>
          <a:lstStyle/>
          <a:p>
            <a:endParaRPr lang="en-IN" dirty="0"/>
          </a:p>
        </p:txBody>
      </p:sp>
      <p:sp>
        <p:nvSpPr>
          <p:cNvPr id="14" name="TextBox 13">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15" name="Round Same Side Corner Rectangle 14">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16" name="Picture 15" descr="C:\Users\Subhasis\Desktop\logo nit.png">
            <a:extLst>
              <a:ext uri="{FF2B5EF4-FFF2-40B4-BE49-F238E27FC236}">
                <a16:creationId xmlns="" xmlns:a16="http://schemas.microsoft.com/office/drawing/2014/main" id="{000A8C8E-439E-48F1-A8AC-86130FA2896E}"/>
              </a:ext>
            </a:extLst>
          </p:cNvPr>
          <p:cNvPicPr/>
          <p:nvPr/>
        </p:nvPicPr>
        <p:blipFill>
          <a:blip r:embed="rId5"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3996131933"/>
      </p:ext>
    </p:extLst>
  </p:cSld>
  <p:clrMapOvr>
    <a:masterClrMapping/>
  </p:clrMapOvr>
  <p:transition>
    <p:pull di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References</a:t>
            </a:r>
            <a:endParaRPr lang="en-IN" dirty="0"/>
          </a:p>
        </p:txBody>
      </p:sp>
      <p:sp>
        <p:nvSpPr>
          <p:cNvPr id="3" name="Content Placeholder 2"/>
          <p:cNvSpPr>
            <a:spLocks noGrp="1"/>
          </p:cNvSpPr>
          <p:nvPr>
            <p:ph idx="1"/>
          </p:nvPr>
        </p:nvSpPr>
        <p:spPr/>
        <p:txBody>
          <a:bodyPr/>
          <a:lstStyle/>
          <a:p>
            <a:pPr marL="342900" indent="-342900" algn="just">
              <a:buClr>
                <a:schemeClr val="accent1">
                  <a:lumMod val="50000"/>
                </a:schemeClr>
              </a:buClr>
              <a:buFont typeface="+mj-lt"/>
              <a:buAutoNum type="arabicPeriod"/>
            </a:pPr>
            <a:r>
              <a:rPr lang="en-US" dirty="0" smtClean="0">
                <a:solidFill>
                  <a:schemeClr val="tx1"/>
                </a:solidFill>
                <a:latin typeface="Times New Roman" panose="02020603050405020304" pitchFamily="18" charset="0"/>
                <a:cs typeface="Times New Roman" panose="02020603050405020304" pitchFamily="18" charset="0"/>
              </a:rPr>
              <a:t>Haykin S. </a:t>
            </a:r>
            <a:r>
              <a:rPr lang="en-US" i="1" dirty="0">
                <a:solidFill>
                  <a:schemeClr val="tx1"/>
                </a:solidFill>
                <a:latin typeface="Times New Roman" panose="02020603050405020304" pitchFamily="18" charset="0"/>
                <a:cs typeface="Times New Roman" panose="02020603050405020304" pitchFamily="18" charset="0"/>
              </a:rPr>
              <a:t>Digital </a:t>
            </a:r>
            <a:r>
              <a:rPr lang="en-US" i="1" dirty="0" smtClean="0">
                <a:solidFill>
                  <a:schemeClr val="tx1"/>
                </a:solidFill>
                <a:latin typeface="Times New Roman" panose="02020603050405020304" pitchFamily="18" charset="0"/>
                <a:cs typeface="Times New Roman" panose="02020603050405020304" pitchFamily="18" charset="0"/>
              </a:rPr>
              <a:t>Communications</a:t>
            </a:r>
            <a:r>
              <a:rPr lang="en-US" dirty="0" smtClean="0">
                <a:solidFill>
                  <a:schemeClr val="tx1"/>
                </a:solidFill>
                <a:latin typeface="Times New Roman" panose="02020603050405020304" pitchFamily="18" charset="0"/>
                <a:cs typeface="Times New Roman" panose="02020603050405020304" pitchFamily="18" charset="0"/>
              </a:rPr>
              <a:t>. Wiley, 1988.</a:t>
            </a:r>
            <a:endParaRPr lang="en-US"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accent1">
                  <a:lumMod val="50000"/>
                </a:schemeClr>
              </a:buClr>
              <a:buFont typeface="+mj-lt"/>
              <a:buAutoNum type="arabicPeriod"/>
            </a:pPr>
            <a:r>
              <a:rPr lang="en-US" dirty="0" smtClean="0">
                <a:solidFill>
                  <a:schemeClr val="tx1"/>
                </a:solidFill>
                <a:latin typeface="Times New Roman" panose="02020603050405020304" pitchFamily="18" charset="0"/>
                <a:cs typeface="Times New Roman" panose="02020603050405020304" pitchFamily="18" charset="0"/>
              </a:rPr>
              <a:t>Proakis John G. </a:t>
            </a:r>
            <a:r>
              <a:rPr lang="en-US" i="1" dirty="0" smtClean="0">
                <a:solidFill>
                  <a:schemeClr val="tx1"/>
                </a:solidFill>
                <a:latin typeface="Times New Roman" panose="02020603050405020304" pitchFamily="18" charset="0"/>
                <a:cs typeface="Times New Roman" panose="02020603050405020304" pitchFamily="18" charset="0"/>
              </a:rPr>
              <a:t>Fundamentals of Communication Systems.</a:t>
            </a:r>
            <a:r>
              <a:rPr lang="en-US" dirty="0">
                <a:solidFill>
                  <a:schemeClr val="tx1"/>
                </a:solidFill>
                <a:latin typeface="Times New Roman" panose="02020603050405020304" pitchFamily="18" charset="0"/>
                <a:cs typeface="Times New Roman" panose="02020603050405020304" pitchFamily="18" charset="0"/>
              </a:rPr>
              <a:t> ISBN-10, Pearson press, </a:t>
            </a:r>
            <a:r>
              <a:rPr lang="en-US" dirty="0" smtClean="0">
                <a:solidFill>
                  <a:schemeClr val="tx1"/>
                </a:solidFill>
                <a:latin typeface="Times New Roman" panose="02020603050405020304" pitchFamily="18" charset="0"/>
                <a:cs typeface="Times New Roman" panose="02020603050405020304" pitchFamily="18" charset="0"/>
              </a:rPr>
              <a:t>1996.</a:t>
            </a:r>
          </a:p>
          <a:p>
            <a:pPr marL="342900" indent="-342900" algn="just">
              <a:buClr>
                <a:schemeClr val="accent1">
                  <a:lumMod val="50000"/>
                </a:schemeClr>
              </a:buClr>
              <a:buFont typeface="+mj-lt"/>
              <a:buAutoNum type="arabicPeriod"/>
            </a:pPr>
            <a:r>
              <a:rPr lang="en-US" dirty="0" smtClean="0">
                <a:solidFill>
                  <a:schemeClr val="tx1"/>
                </a:solidFill>
                <a:latin typeface="Times New Roman" panose="02020603050405020304" pitchFamily="18" charset="0"/>
                <a:cs typeface="Times New Roman" panose="02020603050405020304" pitchFamily="18" charset="0"/>
              </a:rPr>
              <a:t>Lathi B.P., Ding Z. </a:t>
            </a:r>
            <a:r>
              <a:rPr lang="en-US" i="1" dirty="0" smtClean="0">
                <a:solidFill>
                  <a:schemeClr val="tx1"/>
                </a:solidFill>
                <a:latin typeface="Times New Roman" panose="02020603050405020304" pitchFamily="18" charset="0"/>
                <a:cs typeface="Times New Roman" panose="02020603050405020304" pitchFamily="18" charset="0"/>
              </a:rPr>
              <a:t>Modern Digital and Analog Communication Systems. </a:t>
            </a:r>
            <a:r>
              <a:rPr lang="en-US" dirty="0" smtClean="0">
                <a:solidFill>
                  <a:schemeClr val="tx1"/>
                </a:solidFill>
                <a:latin typeface="Times New Roman" panose="02020603050405020304" pitchFamily="18" charset="0"/>
                <a:cs typeface="Times New Roman" panose="02020603050405020304" pitchFamily="18" charset="0"/>
              </a:rPr>
              <a:t>Oxford, 1988.</a:t>
            </a:r>
            <a:endParaRPr lang="en-US" dirty="0">
              <a:solidFill>
                <a:schemeClr val="tx1"/>
              </a:solidFill>
              <a:latin typeface="Times New Roman" panose="02020603050405020304" pitchFamily="18" charset="0"/>
              <a:cs typeface="Times New Roman" panose="02020603050405020304" pitchFamily="18" charset="0"/>
            </a:endParaRPr>
          </a:p>
          <a:p>
            <a:endParaRPr lang="en-IN" dirty="0"/>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52</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rPr>
              <a:t>ADVANCED DIGITAL COMMUNICATION</a:t>
            </a:r>
            <a:endParaRPr lang="en-US" sz="1400" dirty="0">
              <a:ln w="12700">
                <a:solidFill>
                  <a:schemeClr val="dk1"/>
                </a:solidFill>
              </a:ln>
              <a:solidFill>
                <a:schemeClr val="tx1"/>
              </a:solidFill>
            </a:endParaRPr>
          </a:p>
        </p:txBody>
      </p:sp>
      <p:pic>
        <p:nvPicPr>
          <p:cNvPr id="8" name="Picture 7"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9" name="TextBox 8">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2368870349"/>
      </p:ext>
    </p:extLst>
  </p:cSld>
  <p:clrMapOvr>
    <a:masterClrMapping/>
  </p:clrMapOvr>
  <p:transition>
    <p:pull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chemeClr val="tx1"/>
                </a:solidFill>
                <a:latin typeface="Calibri" pitchFamily="34" charset="0"/>
                <a:cs typeface="Times New Roman" panose="02020603050405020304" pitchFamily="18" charset="0"/>
              </a:rPr>
              <a:t>                  Description </a:t>
            </a:r>
            <a:r>
              <a:rPr lang="en-US" sz="3200" b="1" dirty="0">
                <a:solidFill>
                  <a:schemeClr val="tx1"/>
                </a:solidFill>
                <a:latin typeface="Calibri" pitchFamily="34" charset="0"/>
                <a:cs typeface="Times New Roman" panose="02020603050405020304" pitchFamily="18" charset="0"/>
              </a:rPr>
              <a:t>of </a:t>
            </a:r>
            <a:r>
              <a:rPr lang="en-US" sz="3200" b="1" dirty="0" smtClean="0">
                <a:solidFill>
                  <a:schemeClr val="tx1"/>
                </a:solidFill>
                <a:latin typeface="Calibri" pitchFamily="34" charset="0"/>
                <a:cs typeface="Times New Roman" panose="02020603050405020304" pitchFamily="18" charset="0"/>
              </a:rPr>
              <a:t>course-V</a:t>
            </a:r>
            <a:endParaRPr lang="en-IN" sz="3200" dirty="0">
              <a:solidFill>
                <a:schemeClr val="tx1"/>
              </a:solidFill>
            </a:endParaRPr>
          </a:p>
        </p:txBody>
      </p:sp>
      <p:sp>
        <p:nvSpPr>
          <p:cNvPr id="3" name="Content Placeholder 2"/>
          <p:cNvSpPr>
            <a:spLocks noGrp="1"/>
          </p:cNvSpPr>
          <p:nvPr>
            <p:ph idx="1"/>
          </p:nvPr>
        </p:nvSpPr>
        <p:spPr/>
        <p:txBody>
          <a:bodyPr/>
          <a:lstStyle/>
          <a:p>
            <a:endParaRPr lang="en-IN" dirty="0" smtClean="0"/>
          </a:p>
          <a:p>
            <a:endParaRPr lang="en-IN" dirty="0"/>
          </a:p>
          <a:p>
            <a:pPr marL="201168" lvl="1" indent="0">
              <a:buNone/>
            </a:pPr>
            <a:r>
              <a:rPr lang="en-US" sz="3000" b="1" kern="0" dirty="0" smtClean="0">
                <a:solidFill>
                  <a:schemeClr val="tx1"/>
                </a:solidFill>
                <a:latin typeface="Calibri" pitchFamily="34" charset="0"/>
                <a:cs typeface="Times New Roman" panose="02020603050405020304" pitchFamily="18" charset="0"/>
              </a:rPr>
              <a:t>       EC 542</a:t>
            </a:r>
            <a:r>
              <a:rPr lang="en-US" sz="3000" b="1" dirty="0" smtClean="0">
                <a:solidFill>
                  <a:schemeClr val="tx1"/>
                </a:solidFill>
                <a:latin typeface="Calibri" pitchFamily="34" charset="0"/>
                <a:cs typeface="Times New Roman" panose="02020603050405020304" pitchFamily="18" charset="0"/>
              </a:rPr>
              <a:t>: </a:t>
            </a:r>
            <a:r>
              <a:rPr lang="en-US" sz="3000" dirty="0" smtClean="0">
                <a:ln w="12700">
                  <a:solidFill>
                    <a:schemeClr val="dk1"/>
                  </a:solidFill>
                </a:ln>
                <a:solidFill>
                  <a:schemeClr val="tx1"/>
                </a:solidFill>
                <a:cs typeface="Arial" panose="020B0604020202020204" pitchFamily="34" charset="0"/>
              </a:rPr>
              <a:t>COMMUNICATION NETWORKS</a:t>
            </a:r>
            <a:endParaRPr lang="en-US" sz="3000" b="1" kern="0" dirty="0">
              <a:solidFill>
                <a:schemeClr val="tx1"/>
              </a:solidFill>
              <a:latin typeface="Calibri" pitchFamily="34" charset="0"/>
              <a:cs typeface="Times New Roman" panose="02020603050405020304" pitchFamily="18" charset="0"/>
            </a:endParaRPr>
          </a:p>
          <a:p>
            <a:pPr marL="1028700" lvl="1" indent="-540000" algn="just">
              <a:buNone/>
            </a:pPr>
            <a:r>
              <a:rPr lang="en-US" sz="3000" b="1" kern="0" dirty="0">
                <a:solidFill>
                  <a:schemeClr val="accent4">
                    <a:lumMod val="50000"/>
                  </a:schemeClr>
                </a:solidFill>
                <a:effectLst>
                  <a:outerShdw blurRad="38100" dist="38100" dir="2700000" algn="tl">
                    <a:srgbClr val="000000">
                      <a:alpha val="43137"/>
                    </a:srgbClr>
                  </a:outerShdw>
                </a:effectLst>
                <a:cs typeface="Times New Roman" panose="02020603050405020304" pitchFamily="18" charset="0"/>
              </a:rPr>
              <a:t>    </a:t>
            </a:r>
            <a:r>
              <a:rPr lang="en-IN" sz="2400" dirty="0">
                <a:solidFill>
                  <a:schemeClr val="tx1"/>
                </a:solidFill>
                <a:latin typeface="Calibri" pitchFamily="34" charset="0"/>
                <a:cs typeface="Times New Roman" panose="02020603050405020304" pitchFamily="18" charset="0"/>
              </a:rPr>
              <a:t>Course Instructor:</a:t>
            </a:r>
          </a:p>
          <a:p>
            <a:pPr marL="1028700" lvl="1" indent="-540000" algn="just">
              <a:buNone/>
            </a:pPr>
            <a:r>
              <a:rPr lang="en-IN" sz="2400" dirty="0">
                <a:solidFill>
                  <a:schemeClr val="tx1"/>
                </a:solidFill>
                <a:latin typeface="Calibri" pitchFamily="34" charset="0"/>
                <a:cs typeface="Times New Roman" panose="02020603050405020304" pitchFamily="18" charset="0"/>
              </a:rPr>
              <a:t>     Dr. </a:t>
            </a:r>
            <a:r>
              <a:rPr lang="en-IN" sz="2400" dirty="0" smtClean="0">
                <a:solidFill>
                  <a:schemeClr val="tx1"/>
                </a:solidFill>
                <a:latin typeface="Calibri" pitchFamily="34" charset="0"/>
                <a:cs typeface="Times New Roman" panose="02020603050405020304" pitchFamily="18" charset="0"/>
              </a:rPr>
              <a:t>A.Hossain, </a:t>
            </a:r>
            <a:r>
              <a:rPr lang="en-IN" sz="2400" dirty="0">
                <a:solidFill>
                  <a:schemeClr val="tx1"/>
                </a:solidFill>
                <a:latin typeface="Calibri" pitchFamily="34" charset="0"/>
                <a:cs typeface="Times New Roman" panose="02020603050405020304" pitchFamily="18" charset="0"/>
              </a:rPr>
              <a:t>Assistant professor, </a:t>
            </a:r>
          </a:p>
          <a:p>
            <a:pPr marL="1028700" lvl="1" indent="-540000" algn="just">
              <a:buNone/>
            </a:pPr>
            <a:r>
              <a:rPr lang="en-IN" sz="2400" dirty="0">
                <a:solidFill>
                  <a:schemeClr val="tx1"/>
                </a:solidFill>
                <a:latin typeface="Calibri" pitchFamily="34" charset="0"/>
                <a:cs typeface="Times New Roman" panose="02020603050405020304" pitchFamily="18" charset="0"/>
              </a:rPr>
              <a:t>     Dept. of Electronics and Communication Engineering</a:t>
            </a:r>
          </a:p>
          <a:p>
            <a:endParaRPr lang="en-IN" dirty="0" smtClean="0"/>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53</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3835896759"/>
      </p:ext>
    </p:extLst>
  </p:cSld>
  <p:clrMapOvr>
    <a:masterClrMapping/>
  </p:clrMapOvr>
  <p:transition>
    <p:pull dir="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chemeClr val="tx1"/>
                </a:solidFill>
              </a:rPr>
              <a:t>Content</a:t>
            </a:r>
            <a:endParaRPr lang="en-IN" dirty="0">
              <a:solidFill>
                <a:schemeClr val="tx1"/>
              </a:solidFill>
            </a:endParaRPr>
          </a:p>
        </p:txBody>
      </p:sp>
      <p:sp>
        <p:nvSpPr>
          <p:cNvPr id="3" name="Content Placeholder 2"/>
          <p:cNvSpPr>
            <a:spLocks noGrp="1"/>
          </p:cNvSpPr>
          <p:nvPr>
            <p:ph idx="1"/>
          </p:nvPr>
        </p:nvSpPr>
        <p:spPr/>
        <p:txBody>
          <a:bodyPr/>
          <a:lstStyle/>
          <a:p>
            <a:pPr>
              <a:buFont typeface="Wingdings" panose="05000000000000000000" pitchFamily="2" charset="2"/>
              <a:buChar char="q"/>
            </a:pPr>
            <a:r>
              <a:rPr lang="en-IN" dirty="0" smtClean="0"/>
              <a:t> </a:t>
            </a:r>
            <a:r>
              <a:rPr lang="en-IN" dirty="0" smtClean="0">
                <a:solidFill>
                  <a:schemeClr val="tx1"/>
                </a:solidFill>
              </a:rPr>
              <a:t>OSI Model</a:t>
            </a:r>
          </a:p>
          <a:p>
            <a:pPr>
              <a:buFont typeface="Wingdings" panose="05000000000000000000" pitchFamily="2" charset="2"/>
              <a:buChar char="q"/>
            </a:pPr>
            <a:r>
              <a:rPr lang="en-IN" dirty="0">
                <a:solidFill>
                  <a:schemeClr val="tx1"/>
                </a:solidFill>
              </a:rPr>
              <a:t> </a:t>
            </a:r>
            <a:r>
              <a:rPr lang="en-IN" dirty="0" smtClean="0">
                <a:solidFill>
                  <a:schemeClr val="tx1"/>
                </a:solidFill>
              </a:rPr>
              <a:t>Error Detection</a:t>
            </a:r>
          </a:p>
          <a:p>
            <a:pPr>
              <a:buFont typeface="Wingdings" panose="05000000000000000000" pitchFamily="2" charset="2"/>
              <a:buChar char="q"/>
            </a:pPr>
            <a:r>
              <a:rPr lang="en-IN" dirty="0" smtClean="0">
                <a:solidFill>
                  <a:schemeClr val="tx1"/>
                </a:solidFill>
              </a:rPr>
              <a:t> Error Correction</a:t>
            </a:r>
          </a:p>
          <a:p>
            <a:pPr>
              <a:buFont typeface="Wingdings" panose="05000000000000000000" pitchFamily="2" charset="2"/>
              <a:buChar char="q"/>
            </a:pPr>
            <a:r>
              <a:rPr lang="en-IN" dirty="0">
                <a:solidFill>
                  <a:schemeClr val="tx1"/>
                </a:solidFill>
              </a:rPr>
              <a:t> </a:t>
            </a:r>
            <a:r>
              <a:rPr lang="en-IN" dirty="0" smtClean="0">
                <a:solidFill>
                  <a:schemeClr val="tx1"/>
                </a:solidFill>
              </a:rPr>
              <a:t>Different ARQ techniques</a:t>
            </a:r>
          </a:p>
          <a:p>
            <a:pPr>
              <a:buFont typeface="Wingdings" panose="05000000000000000000" pitchFamily="2" charset="2"/>
              <a:buChar char="q"/>
            </a:pPr>
            <a:r>
              <a:rPr lang="en-IN" dirty="0">
                <a:solidFill>
                  <a:schemeClr val="tx1"/>
                </a:solidFill>
              </a:rPr>
              <a:t> </a:t>
            </a:r>
            <a:r>
              <a:rPr lang="en-IN" dirty="0" smtClean="0">
                <a:solidFill>
                  <a:schemeClr val="tx1"/>
                </a:solidFill>
              </a:rPr>
              <a:t>Random Access Protocols</a:t>
            </a:r>
          </a:p>
          <a:p>
            <a:pPr lvl="1">
              <a:buFont typeface="Wingdings" panose="05000000000000000000" pitchFamily="2" charset="2"/>
              <a:buChar char="q"/>
            </a:pPr>
            <a:r>
              <a:rPr lang="en-IN" dirty="0">
                <a:solidFill>
                  <a:schemeClr val="tx1"/>
                </a:solidFill>
              </a:rPr>
              <a:t> </a:t>
            </a:r>
            <a:r>
              <a:rPr lang="en-IN" dirty="0" smtClean="0">
                <a:solidFill>
                  <a:schemeClr val="tx1"/>
                </a:solidFill>
              </a:rPr>
              <a:t>ALOHA</a:t>
            </a:r>
          </a:p>
          <a:p>
            <a:pPr lvl="1">
              <a:buFont typeface="Wingdings" panose="05000000000000000000" pitchFamily="2" charset="2"/>
              <a:buChar char="q"/>
            </a:pPr>
            <a:r>
              <a:rPr lang="en-IN" dirty="0" smtClean="0">
                <a:solidFill>
                  <a:schemeClr val="tx1"/>
                </a:solidFill>
              </a:rPr>
              <a:t> CSMA</a:t>
            </a:r>
          </a:p>
          <a:p>
            <a:pPr>
              <a:buFont typeface="Wingdings" panose="05000000000000000000" pitchFamily="2" charset="2"/>
              <a:buChar char="q"/>
            </a:pPr>
            <a:r>
              <a:rPr lang="en-IN" dirty="0" smtClean="0">
                <a:solidFill>
                  <a:schemeClr val="tx1"/>
                </a:solidFill>
              </a:rPr>
              <a:t> Bellman-Ford Algorithm</a:t>
            </a:r>
          </a:p>
          <a:p>
            <a:pPr>
              <a:buFont typeface="Wingdings" panose="05000000000000000000" pitchFamily="2" charset="2"/>
              <a:buChar char="q"/>
            </a:pPr>
            <a:r>
              <a:rPr lang="en-IN" dirty="0">
                <a:solidFill>
                  <a:schemeClr val="tx1"/>
                </a:solidFill>
              </a:rPr>
              <a:t> </a:t>
            </a:r>
            <a:r>
              <a:rPr lang="en-IN" dirty="0" smtClean="0">
                <a:solidFill>
                  <a:schemeClr val="tx1"/>
                </a:solidFill>
              </a:rPr>
              <a:t>Threats to Network Security</a:t>
            </a: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54</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extLst>
      <p:ext uri="{BB962C8B-B14F-4D97-AF65-F5344CB8AC3E}">
        <p14:creationId xmlns:p14="http://schemas.microsoft.com/office/powerpoint/2010/main" xmlns="" val="1235958490"/>
      </p:ext>
    </p:extLst>
  </p:cSld>
  <p:clrMapOvr>
    <a:masterClrMapping/>
  </p:clrMapOvr>
  <p:transition>
    <p:pull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chemeClr val="tx1"/>
                </a:solidFill>
              </a:rPr>
              <a:t>OSI Model</a:t>
            </a:r>
            <a:endParaRPr lang="en-US" dirty="0"/>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55</a:t>
            </a:fld>
            <a:endParaRPr lang="en-US" dirty="0"/>
          </a:p>
        </p:txBody>
      </p:sp>
      <p:sp>
        <p:nvSpPr>
          <p:cNvPr id="6" name="Cube 5"/>
          <p:cNvSpPr/>
          <p:nvPr/>
        </p:nvSpPr>
        <p:spPr>
          <a:xfrm>
            <a:off x="914400" y="1828800"/>
            <a:ext cx="1981200" cy="457200"/>
          </a:xfrm>
          <a:prstGeom prst="cube">
            <a:avLst/>
          </a:prstGeom>
          <a:solidFill>
            <a:srgbClr val="2706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Application Layer</a:t>
            </a:r>
            <a:endParaRPr lang="en-US" dirty="0"/>
          </a:p>
        </p:txBody>
      </p:sp>
      <p:sp>
        <p:nvSpPr>
          <p:cNvPr id="7" name="Content Placeholder 6"/>
          <p:cNvSpPr>
            <a:spLocks noGrp="1"/>
          </p:cNvSpPr>
          <p:nvPr>
            <p:ph idx="1"/>
          </p:nvPr>
        </p:nvSpPr>
        <p:spPr>
          <a:xfrm>
            <a:off x="914400" y="2438400"/>
            <a:ext cx="2057400" cy="457200"/>
          </a:xfrm>
          <a:prstGeom prst="cube">
            <a:avLst/>
          </a:prstGeom>
          <a:solidFill>
            <a:srgbClr val="2706F0"/>
          </a:solidFill>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dirty="0" smtClean="0"/>
              <a:t>Presentation Layer</a:t>
            </a:r>
            <a:endParaRPr lang="en-US" dirty="0"/>
          </a:p>
        </p:txBody>
      </p:sp>
      <p:sp>
        <p:nvSpPr>
          <p:cNvPr id="8" name="Cube 7"/>
          <p:cNvSpPr/>
          <p:nvPr/>
        </p:nvSpPr>
        <p:spPr>
          <a:xfrm>
            <a:off x="914400" y="3048000"/>
            <a:ext cx="1981200" cy="457200"/>
          </a:xfrm>
          <a:prstGeom prst="cube">
            <a:avLst/>
          </a:prstGeom>
          <a:solidFill>
            <a:srgbClr val="2706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Session Layer</a:t>
            </a:r>
            <a:endParaRPr lang="en-US" dirty="0"/>
          </a:p>
        </p:txBody>
      </p:sp>
      <p:sp>
        <p:nvSpPr>
          <p:cNvPr id="9" name="Cube 8"/>
          <p:cNvSpPr/>
          <p:nvPr/>
        </p:nvSpPr>
        <p:spPr>
          <a:xfrm>
            <a:off x="914400" y="3657600"/>
            <a:ext cx="1981200" cy="457200"/>
          </a:xfrm>
          <a:prstGeom prst="cube">
            <a:avLst/>
          </a:prstGeom>
          <a:solidFill>
            <a:srgbClr val="2706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Transport Layer</a:t>
            </a:r>
            <a:endParaRPr lang="en-US" dirty="0"/>
          </a:p>
        </p:txBody>
      </p:sp>
      <p:sp>
        <p:nvSpPr>
          <p:cNvPr id="10" name="Cube 9"/>
          <p:cNvSpPr/>
          <p:nvPr/>
        </p:nvSpPr>
        <p:spPr>
          <a:xfrm>
            <a:off x="914400" y="4267200"/>
            <a:ext cx="1981200" cy="457200"/>
          </a:xfrm>
          <a:prstGeom prst="cube">
            <a:avLst/>
          </a:prstGeom>
          <a:solidFill>
            <a:srgbClr val="2706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Network Layer</a:t>
            </a:r>
            <a:endParaRPr lang="en-US" dirty="0"/>
          </a:p>
        </p:txBody>
      </p:sp>
      <p:sp>
        <p:nvSpPr>
          <p:cNvPr id="11" name="Cube 10"/>
          <p:cNvSpPr/>
          <p:nvPr/>
        </p:nvSpPr>
        <p:spPr>
          <a:xfrm>
            <a:off x="914400" y="4876800"/>
            <a:ext cx="1981200" cy="457200"/>
          </a:xfrm>
          <a:prstGeom prst="cube">
            <a:avLst/>
          </a:prstGeom>
          <a:solidFill>
            <a:srgbClr val="2706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Datalink Layer</a:t>
            </a:r>
            <a:endParaRPr lang="en-US" dirty="0"/>
          </a:p>
        </p:txBody>
      </p:sp>
      <p:sp>
        <p:nvSpPr>
          <p:cNvPr id="12" name="Cube 11"/>
          <p:cNvSpPr/>
          <p:nvPr/>
        </p:nvSpPr>
        <p:spPr>
          <a:xfrm>
            <a:off x="914400" y="5486400"/>
            <a:ext cx="1981200" cy="457200"/>
          </a:xfrm>
          <a:prstGeom prst="cube">
            <a:avLst/>
          </a:prstGeom>
          <a:solidFill>
            <a:srgbClr val="2706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Physical Layer</a:t>
            </a:r>
            <a:endParaRPr lang="en-US" dirty="0"/>
          </a:p>
        </p:txBody>
      </p:sp>
      <p:cxnSp>
        <p:nvCxnSpPr>
          <p:cNvPr id="14" name="Straight Arrow Connector 13"/>
          <p:cNvCxnSpPr/>
          <p:nvPr/>
        </p:nvCxnSpPr>
        <p:spPr>
          <a:xfrm flipH="1">
            <a:off x="3200400" y="1981200"/>
            <a:ext cx="76200" cy="3733800"/>
          </a:xfrm>
          <a:prstGeom prst="straightConnector1">
            <a:avLst/>
          </a:prstGeom>
          <a:ln w="38100">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3886200" y="1828800"/>
            <a:ext cx="44958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Human-computer interaction layer, where applications can access the network services.</a:t>
            </a:r>
            <a:endParaRPr lang="en-US" sz="1400" dirty="0">
              <a:solidFill>
                <a:schemeClr val="tx1"/>
              </a:solidFill>
            </a:endParaRPr>
          </a:p>
        </p:txBody>
      </p:sp>
      <p:sp>
        <p:nvSpPr>
          <p:cNvPr id="18" name="Rectangle 17"/>
          <p:cNvSpPr/>
          <p:nvPr/>
        </p:nvSpPr>
        <p:spPr>
          <a:xfrm>
            <a:off x="3886200" y="2438400"/>
            <a:ext cx="44958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Ensures that data is in usable format and is in encrypted form.</a:t>
            </a:r>
            <a:endParaRPr lang="en-US" sz="1400" dirty="0">
              <a:solidFill>
                <a:schemeClr val="tx1"/>
              </a:solidFill>
            </a:endParaRPr>
          </a:p>
        </p:txBody>
      </p:sp>
      <p:sp>
        <p:nvSpPr>
          <p:cNvPr id="19" name="Rectangle 18"/>
          <p:cNvSpPr/>
          <p:nvPr/>
        </p:nvSpPr>
        <p:spPr>
          <a:xfrm>
            <a:off x="3886200" y="3048000"/>
            <a:ext cx="44958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Maintains connection and is responsible for controlling ports and sessions.</a:t>
            </a:r>
            <a:endParaRPr lang="en-US" sz="1400" dirty="0">
              <a:solidFill>
                <a:schemeClr val="tx1"/>
              </a:solidFill>
            </a:endParaRPr>
          </a:p>
        </p:txBody>
      </p:sp>
      <p:sp>
        <p:nvSpPr>
          <p:cNvPr id="20" name="Rectangle 19"/>
          <p:cNvSpPr/>
          <p:nvPr/>
        </p:nvSpPr>
        <p:spPr>
          <a:xfrm>
            <a:off x="3886200" y="3657600"/>
            <a:ext cx="44958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Transmits data using transmission protocols TCP and UDP</a:t>
            </a:r>
            <a:endParaRPr lang="en-US" sz="1400" dirty="0">
              <a:solidFill>
                <a:schemeClr val="tx1"/>
              </a:solidFill>
            </a:endParaRPr>
          </a:p>
        </p:txBody>
      </p:sp>
      <p:sp>
        <p:nvSpPr>
          <p:cNvPr id="21" name="Rectangle 20"/>
          <p:cNvSpPr/>
          <p:nvPr/>
        </p:nvSpPr>
        <p:spPr>
          <a:xfrm>
            <a:off x="3886200" y="4267200"/>
            <a:ext cx="44958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Decides which physical path will take the data.</a:t>
            </a:r>
            <a:endParaRPr lang="en-US" sz="1400" dirty="0">
              <a:solidFill>
                <a:schemeClr val="tx1"/>
              </a:solidFill>
            </a:endParaRPr>
          </a:p>
        </p:txBody>
      </p:sp>
      <p:sp>
        <p:nvSpPr>
          <p:cNvPr id="22" name="Rectangle 21"/>
          <p:cNvSpPr/>
          <p:nvPr/>
        </p:nvSpPr>
        <p:spPr>
          <a:xfrm>
            <a:off x="3886200" y="4876800"/>
            <a:ext cx="44958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Defines the format of data on the network.</a:t>
            </a:r>
            <a:endParaRPr lang="en-US" sz="1400" dirty="0">
              <a:solidFill>
                <a:schemeClr val="tx1"/>
              </a:solidFill>
            </a:endParaRPr>
          </a:p>
        </p:txBody>
      </p:sp>
      <p:sp>
        <p:nvSpPr>
          <p:cNvPr id="23" name="Rectangle 22"/>
          <p:cNvSpPr/>
          <p:nvPr/>
        </p:nvSpPr>
        <p:spPr>
          <a:xfrm>
            <a:off x="3886200" y="5562600"/>
            <a:ext cx="4495800" cy="457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Transmits raw bit streams over the physical medium.</a:t>
            </a:r>
            <a:endParaRPr lang="en-US" sz="1400" dirty="0">
              <a:solidFill>
                <a:schemeClr val="tx1"/>
              </a:solidFill>
            </a:endParaRPr>
          </a:p>
        </p:txBody>
      </p:sp>
      <p:sp>
        <p:nvSpPr>
          <p:cNvPr id="24" name="Round Same Side Corner Rectangle 23">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25" name="Picture 24"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26" name="TextBox 2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Error Detection</a:t>
            </a:r>
            <a:endParaRPr lang="en-US" dirty="0">
              <a:solidFill>
                <a:schemeClr val="tx1"/>
              </a:solidFill>
            </a:endParaRPr>
          </a:p>
        </p:txBody>
      </p:sp>
      <p:sp>
        <p:nvSpPr>
          <p:cNvPr id="3" name="Content Placeholder 2"/>
          <p:cNvSpPr>
            <a:spLocks noGrp="1"/>
          </p:cNvSpPr>
          <p:nvPr>
            <p:ph idx="1"/>
          </p:nvPr>
        </p:nvSpPr>
        <p:spPr/>
        <p:txBody>
          <a:bodyPr/>
          <a:lstStyle/>
          <a:p>
            <a:pPr>
              <a:buFont typeface="Wingdings" pitchFamily="2" charset="2"/>
              <a:buChar char="q"/>
            </a:pPr>
            <a:r>
              <a:rPr lang="en-US" dirty="0" smtClean="0"/>
              <a:t> </a:t>
            </a:r>
            <a:r>
              <a:rPr lang="en-US" dirty="0" smtClean="0">
                <a:solidFill>
                  <a:schemeClr val="tx1"/>
                </a:solidFill>
              </a:rPr>
              <a:t>Whenever a message is transmitted, it may get scrambled by noise or data may get corrupted.</a:t>
            </a:r>
          </a:p>
          <a:p>
            <a:pPr>
              <a:buFont typeface="Wingdings" pitchFamily="2" charset="2"/>
              <a:buChar char="q"/>
            </a:pPr>
            <a:r>
              <a:rPr lang="en-US" dirty="0" smtClean="0">
                <a:solidFill>
                  <a:schemeClr val="tx1"/>
                </a:solidFill>
              </a:rPr>
              <a:t> To avoid this, we use error-detecting codes which are additional data added to a given digital message to help us detect if an error occurred during transmission of the message.</a:t>
            </a:r>
          </a:p>
          <a:p>
            <a:pPr>
              <a:buFont typeface="Wingdings" pitchFamily="2" charset="2"/>
              <a:buChar char="q"/>
            </a:pPr>
            <a:r>
              <a:rPr lang="en-US" dirty="0" smtClean="0">
                <a:solidFill>
                  <a:schemeClr val="tx1"/>
                </a:solidFill>
              </a:rPr>
              <a:t> A simple example of error-detecting code is </a:t>
            </a:r>
            <a:r>
              <a:rPr lang="en-US" b="1" dirty="0" smtClean="0">
                <a:solidFill>
                  <a:schemeClr val="tx1"/>
                </a:solidFill>
              </a:rPr>
              <a:t>parity check</a:t>
            </a:r>
            <a:r>
              <a:rPr lang="en-US" dirty="0" smtClean="0">
                <a:solidFill>
                  <a:schemeClr val="tx1"/>
                </a:solidFill>
              </a:rPr>
              <a:t>.</a:t>
            </a:r>
          </a:p>
          <a:p>
            <a:pPr>
              <a:buFont typeface="Wingdings" pitchFamily="2" charset="2"/>
              <a:buChar char="q"/>
            </a:pPr>
            <a:r>
              <a:rPr lang="en-US" dirty="0" smtClean="0">
                <a:solidFill>
                  <a:schemeClr val="tx1"/>
                </a:solidFill>
              </a:rPr>
              <a:t> Parity checking at the receiver can detect the presence of an error if the parity of the receiver signal is different from the expected parity.</a:t>
            </a:r>
          </a:p>
          <a:p>
            <a:pPr>
              <a:buFont typeface="Wingdings" pitchFamily="2" charset="2"/>
              <a:buChar char="q"/>
            </a:pPr>
            <a:r>
              <a:rPr lang="en-US" dirty="0" smtClean="0">
                <a:solidFill>
                  <a:schemeClr val="tx1"/>
                </a:solidFill>
              </a:rPr>
              <a:t> That means, if it is known that the parity of the transmitted signal is always going to be "even" and if the received signal has an odd parity, then the receiver can conclude that the received signal is not correct.</a:t>
            </a:r>
            <a:endParaRPr lang="en-US" dirty="0">
              <a:solidFill>
                <a:schemeClr val="tx1"/>
              </a:solidFill>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56</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Error Correction</a:t>
            </a:r>
            <a:endParaRPr lang="en-US" dirty="0">
              <a:solidFill>
                <a:schemeClr val="tx1"/>
              </a:solidFill>
            </a:endParaRPr>
          </a:p>
        </p:txBody>
      </p:sp>
      <p:sp>
        <p:nvSpPr>
          <p:cNvPr id="3" name="Content Placeholder 2"/>
          <p:cNvSpPr>
            <a:spLocks noGrp="1"/>
          </p:cNvSpPr>
          <p:nvPr>
            <p:ph idx="1"/>
          </p:nvPr>
        </p:nvSpPr>
        <p:spPr/>
        <p:txBody>
          <a:bodyPr>
            <a:normAutofit/>
          </a:bodyPr>
          <a:lstStyle/>
          <a:p>
            <a:pPr algn="just">
              <a:buFont typeface="Wingdings" pitchFamily="2" charset="2"/>
              <a:buChar char="q"/>
            </a:pPr>
            <a:r>
              <a:rPr lang="en-US" dirty="0" smtClean="0"/>
              <a:t> </a:t>
            </a:r>
            <a:r>
              <a:rPr lang="en-US" dirty="0" smtClean="0">
                <a:solidFill>
                  <a:schemeClr val="tx1"/>
                </a:solidFill>
              </a:rPr>
              <a:t>Once detected using parity check, an error must be corrected.</a:t>
            </a:r>
          </a:p>
          <a:p>
            <a:pPr algn="just">
              <a:lnSpc>
                <a:spcPct val="100000"/>
              </a:lnSpc>
              <a:buFont typeface="Wingdings" pitchFamily="2" charset="2"/>
              <a:buChar char="q"/>
            </a:pPr>
            <a:r>
              <a:rPr lang="en-US" dirty="0" smtClean="0">
                <a:solidFill>
                  <a:schemeClr val="tx1"/>
                </a:solidFill>
              </a:rPr>
              <a:t> Two basic approaches to error correction are available, which are,</a:t>
            </a:r>
          </a:p>
          <a:p>
            <a:pPr lvl="1" algn="just">
              <a:lnSpc>
                <a:spcPct val="100000"/>
              </a:lnSpc>
              <a:buFont typeface="Wingdings" pitchFamily="2" charset="2"/>
              <a:buChar char="ü"/>
            </a:pPr>
            <a:r>
              <a:rPr lang="en-US" dirty="0" smtClean="0">
                <a:solidFill>
                  <a:schemeClr val="tx1"/>
                </a:solidFill>
              </a:rPr>
              <a:t> Automatic Repeat Query (ARQ)</a:t>
            </a:r>
          </a:p>
          <a:p>
            <a:pPr lvl="1" algn="just">
              <a:lnSpc>
                <a:spcPct val="100000"/>
              </a:lnSpc>
              <a:buFont typeface="Wingdings" pitchFamily="2" charset="2"/>
              <a:buChar char="ü"/>
            </a:pPr>
            <a:r>
              <a:rPr lang="en-US" dirty="0" smtClean="0">
                <a:solidFill>
                  <a:schemeClr val="tx1"/>
                </a:solidFill>
              </a:rPr>
              <a:t> Forward Error Correction (FEC)</a:t>
            </a:r>
          </a:p>
          <a:p>
            <a:pPr algn="just">
              <a:lnSpc>
                <a:spcPct val="100000"/>
              </a:lnSpc>
              <a:buFont typeface="Wingdings" pitchFamily="2" charset="2"/>
              <a:buChar char="q"/>
            </a:pPr>
            <a:r>
              <a:rPr lang="en-US" dirty="0" smtClean="0">
                <a:solidFill>
                  <a:schemeClr val="tx1"/>
                </a:solidFill>
              </a:rPr>
              <a:t> Automatic Repeat Query (ARQ)</a:t>
            </a:r>
          </a:p>
          <a:p>
            <a:pPr lvl="1" algn="just">
              <a:lnSpc>
                <a:spcPct val="100000"/>
              </a:lnSpc>
              <a:buFont typeface="Wingdings" pitchFamily="2" charset="2"/>
              <a:buChar char="ü"/>
            </a:pPr>
            <a:r>
              <a:rPr lang="en-US" dirty="0" smtClean="0">
                <a:solidFill>
                  <a:schemeClr val="tx1"/>
                </a:solidFill>
              </a:rPr>
              <a:t> ARQ procedures require the transmitter to resend the portions of the exchange in which error(s) has been detected.</a:t>
            </a:r>
          </a:p>
          <a:p>
            <a:pPr algn="just">
              <a:lnSpc>
                <a:spcPct val="100000"/>
              </a:lnSpc>
              <a:buFont typeface="Wingdings" pitchFamily="2" charset="2"/>
              <a:buChar char="q"/>
            </a:pPr>
            <a:r>
              <a:rPr lang="en-US" dirty="0" smtClean="0">
                <a:solidFill>
                  <a:schemeClr val="tx1"/>
                </a:solidFill>
              </a:rPr>
              <a:t> Forward Error Correction (FEC)</a:t>
            </a:r>
          </a:p>
          <a:p>
            <a:pPr lvl="1" algn="just">
              <a:lnSpc>
                <a:spcPct val="100000"/>
              </a:lnSpc>
              <a:buFont typeface="Wingdings" pitchFamily="2" charset="2"/>
              <a:buChar char="ü"/>
            </a:pPr>
            <a:r>
              <a:rPr lang="en-US" dirty="0" smtClean="0">
                <a:solidFill>
                  <a:schemeClr val="tx1"/>
                </a:solidFill>
              </a:rPr>
              <a:t> FEC techniques employ special codes that allow the receiver to detect and correct a limited number of errors without referring to the transmitter.</a:t>
            </a:r>
            <a:endParaRPr lang="en-US" dirty="0">
              <a:solidFill>
                <a:schemeClr val="tx1"/>
              </a:solidFill>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57</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2400300" cy="1981200"/>
          </a:xfrm>
        </p:spPr>
        <p:txBody>
          <a:bodyPr/>
          <a:lstStyle/>
          <a:p>
            <a:r>
              <a:rPr lang="en-US" dirty="0" smtClean="0">
                <a:solidFill>
                  <a:schemeClr val="tx1"/>
                </a:solidFill>
              </a:rPr>
              <a:t>Different ARQ Techniques</a:t>
            </a:r>
            <a:endParaRPr lang="en-US" dirty="0">
              <a:solidFill>
                <a:schemeClr val="tx1"/>
              </a:solidFill>
            </a:endParaRPr>
          </a:p>
        </p:txBody>
      </p:sp>
      <p:pic>
        <p:nvPicPr>
          <p:cNvPr id="7" name="Content Placeholder 6" descr="Stop-and-Wait-ARQ-7.png"/>
          <p:cNvPicPr>
            <a:picLocks noGrp="1" noChangeAspect="1"/>
          </p:cNvPicPr>
          <p:nvPr>
            <p:ph idx="1"/>
          </p:nvPr>
        </p:nvPicPr>
        <p:blipFill>
          <a:blip r:embed="rId2" cstate="print"/>
          <a:stretch>
            <a:fillRect/>
          </a:stretch>
        </p:blipFill>
        <p:spPr>
          <a:xfrm>
            <a:off x="3200400" y="228600"/>
            <a:ext cx="5791200" cy="5867400"/>
          </a:xfrm>
        </p:spPr>
      </p:pic>
      <p:sp>
        <p:nvSpPr>
          <p:cNvPr id="4" name="Text Placeholder 3"/>
          <p:cNvSpPr>
            <a:spLocks noGrp="1"/>
          </p:cNvSpPr>
          <p:nvPr>
            <p:ph type="body" sz="half" idx="2"/>
          </p:nvPr>
        </p:nvSpPr>
        <p:spPr>
          <a:xfrm>
            <a:off x="0" y="2286000"/>
            <a:ext cx="2971800" cy="4038600"/>
          </a:xfrm>
        </p:spPr>
        <p:txBody>
          <a:bodyPr>
            <a:normAutofit/>
          </a:bodyPr>
          <a:lstStyle/>
          <a:p>
            <a:pPr algn="just"/>
            <a:r>
              <a:rPr lang="en-US" sz="1800" dirty="0" smtClean="0">
                <a:solidFill>
                  <a:schemeClr val="tx1"/>
                </a:solidFill>
              </a:rPr>
              <a:t>Stop-and-wait ARQ</a:t>
            </a:r>
          </a:p>
          <a:p>
            <a:pPr algn="just">
              <a:buFont typeface="Wingdings" pitchFamily="2" charset="2"/>
              <a:buChar char="q"/>
            </a:pPr>
            <a:r>
              <a:rPr lang="en-US" sz="1800" dirty="0" smtClean="0">
                <a:solidFill>
                  <a:schemeClr val="tx1"/>
                </a:solidFill>
              </a:rPr>
              <a:t> The sender sends a frame and wait for an acknowledgement from the receiver.</a:t>
            </a:r>
          </a:p>
          <a:p>
            <a:pPr algn="just">
              <a:buFont typeface="Wingdings" pitchFamily="2" charset="2"/>
              <a:buChar char="q"/>
            </a:pPr>
            <a:r>
              <a:rPr lang="en-US" sz="1800" dirty="0" smtClean="0">
                <a:solidFill>
                  <a:schemeClr val="tx1"/>
                </a:solidFill>
              </a:rPr>
              <a:t> If the frame gets lost or corrupted, or the acknowledgement gets delayed, the sender retransmits the frame.</a:t>
            </a:r>
          </a:p>
          <a:p>
            <a:pPr algn="just">
              <a:buFont typeface="Wingdings" pitchFamily="2" charset="2"/>
              <a:buChar char="q"/>
            </a:pPr>
            <a:r>
              <a:rPr lang="en-US" sz="1800" dirty="0" smtClean="0">
                <a:solidFill>
                  <a:schemeClr val="tx1"/>
                </a:solidFill>
              </a:rPr>
              <a:t> The process is slow and inefficient.</a:t>
            </a:r>
            <a:endParaRPr lang="en-US" sz="1800" dirty="0">
              <a:solidFill>
                <a:schemeClr val="tx1"/>
              </a:solidFill>
            </a:endParaRPr>
          </a:p>
        </p:txBody>
      </p:sp>
      <p:sp>
        <p:nvSpPr>
          <p:cNvPr id="5" name="Footer Placeholder 4"/>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dirty="0"/>
          </a:p>
        </p:txBody>
      </p:sp>
      <p:sp>
        <p:nvSpPr>
          <p:cNvPr id="8" name="Round Same Side Corner Rectangle 7">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9" name="Picture 8"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0" name="TextBox 9">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11" name="TextBox 10"/>
          <p:cNvSpPr txBox="1"/>
          <p:nvPr/>
        </p:nvSpPr>
        <p:spPr>
          <a:xfrm>
            <a:off x="3810000" y="6096000"/>
            <a:ext cx="4686837"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 </a:t>
            </a:r>
            <a:r>
              <a:rPr lang="en-US" sz="1600" b="1" dirty="0" smtClean="0">
                <a:latin typeface="Times New Roman" panose="02020603050405020304" pitchFamily="18" charset="0"/>
                <a:cs typeface="Times New Roman" panose="02020603050405020304" pitchFamily="18" charset="0"/>
              </a:rPr>
              <a:t>12.  Stop-and-Wait ARQ</a:t>
            </a:r>
            <a:endParaRPr lang="en-US" sz="1600" b="1" dirty="0">
              <a:latin typeface="Times New Roman" panose="02020603050405020304" pitchFamily="18" charset="0"/>
              <a:cs typeface="Times New Roman" panose="02020603050405020304" pitchFamily="18" charset="0"/>
            </a:endParaRPr>
          </a:p>
        </p:txBody>
      </p:sp>
    </p:spTree>
  </p:cSld>
  <p:clrMapOvr>
    <a:masterClrMapping/>
  </p:clrMapOvr>
  <p:transition>
    <p:pull dir="d"/>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2400300" cy="1981200"/>
          </a:xfrm>
        </p:spPr>
        <p:txBody>
          <a:bodyPr>
            <a:normAutofit/>
          </a:bodyPr>
          <a:lstStyle/>
          <a:p>
            <a:r>
              <a:rPr lang="en-US" sz="3200" dirty="0" smtClean="0">
                <a:solidFill>
                  <a:schemeClr val="tx1"/>
                </a:solidFill>
              </a:rPr>
              <a:t>Different ARQ Techniques…</a:t>
            </a:r>
            <a:endParaRPr lang="en-US" sz="3200" dirty="0"/>
          </a:p>
        </p:txBody>
      </p:sp>
      <p:pic>
        <p:nvPicPr>
          <p:cNvPr id="7" name="Content Placeholder 6" descr="Sliding_SET_2-1.jpg"/>
          <p:cNvPicPr>
            <a:picLocks noGrp="1" noChangeAspect="1"/>
          </p:cNvPicPr>
          <p:nvPr>
            <p:ph idx="1"/>
          </p:nvPr>
        </p:nvPicPr>
        <p:blipFill>
          <a:blip r:embed="rId2" cstate="print"/>
          <a:stretch>
            <a:fillRect/>
          </a:stretch>
        </p:blipFill>
        <p:spPr>
          <a:xfrm>
            <a:off x="3124200" y="381000"/>
            <a:ext cx="5486400" cy="5638799"/>
          </a:xfrm>
        </p:spPr>
      </p:pic>
      <p:sp>
        <p:nvSpPr>
          <p:cNvPr id="4" name="Text Placeholder 3"/>
          <p:cNvSpPr>
            <a:spLocks noGrp="1"/>
          </p:cNvSpPr>
          <p:nvPr>
            <p:ph type="body" sz="half" idx="2"/>
          </p:nvPr>
        </p:nvSpPr>
        <p:spPr>
          <a:xfrm>
            <a:off x="0" y="2286000"/>
            <a:ext cx="2971800" cy="3810000"/>
          </a:xfrm>
        </p:spPr>
        <p:txBody>
          <a:bodyPr>
            <a:noAutofit/>
          </a:bodyPr>
          <a:lstStyle/>
          <a:p>
            <a:pPr algn="just"/>
            <a:r>
              <a:rPr lang="en-US" sz="1800" dirty="0" smtClean="0">
                <a:solidFill>
                  <a:schemeClr val="tx1"/>
                </a:solidFill>
              </a:rPr>
              <a:t>Go-back-n ARQ</a:t>
            </a:r>
          </a:p>
          <a:p>
            <a:pPr algn="just">
              <a:buFont typeface="Wingdings" pitchFamily="2" charset="2"/>
              <a:buChar char="q"/>
            </a:pPr>
            <a:r>
              <a:rPr lang="en-US" sz="1800" dirty="0" smtClean="0">
                <a:solidFill>
                  <a:schemeClr val="tx1"/>
                </a:solidFill>
              </a:rPr>
              <a:t> The sender sends frames in sequence and receives acknowledgements simultaneously from the receiver. </a:t>
            </a:r>
          </a:p>
          <a:p>
            <a:pPr algn="just">
              <a:buFont typeface="Wingdings" pitchFamily="2" charset="2"/>
              <a:buChar char="q"/>
            </a:pPr>
            <a:r>
              <a:rPr lang="en-US" sz="1800" dirty="0" smtClean="0">
                <a:solidFill>
                  <a:schemeClr val="tx1"/>
                </a:solidFill>
              </a:rPr>
              <a:t> On detecting the error, the receiver discards the current frame and ignores any further frames.</a:t>
            </a:r>
          </a:p>
          <a:p>
            <a:pPr algn="just">
              <a:buFont typeface="Wingdings" pitchFamily="2" charset="2"/>
              <a:buChar char="q"/>
            </a:pPr>
            <a:r>
              <a:rPr lang="en-US" sz="1800" dirty="0" smtClean="0">
                <a:solidFill>
                  <a:schemeClr val="tx1"/>
                </a:solidFill>
              </a:rPr>
              <a:t> The receiver notifies the sender about the sequence number of the frame it expects to receive.</a:t>
            </a:r>
          </a:p>
        </p:txBody>
      </p:sp>
      <p:sp>
        <p:nvSpPr>
          <p:cNvPr id="5" name="Footer Placeholder 4"/>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dirty="0"/>
          </a:p>
        </p:txBody>
      </p:sp>
      <p:sp>
        <p:nvSpPr>
          <p:cNvPr id="8" name="Round Same Side Corner Rectangle 7">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9" name="Picture 8"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0" name="TextBox 9">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11" name="TextBox 10"/>
          <p:cNvSpPr txBox="1"/>
          <p:nvPr/>
        </p:nvSpPr>
        <p:spPr>
          <a:xfrm>
            <a:off x="3657600" y="6019800"/>
            <a:ext cx="4686837"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 </a:t>
            </a:r>
            <a:r>
              <a:rPr lang="en-US" sz="1600" b="1" dirty="0" smtClean="0">
                <a:latin typeface="Times New Roman" panose="02020603050405020304" pitchFamily="18" charset="0"/>
                <a:cs typeface="Times New Roman" panose="02020603050405020304" pitchFamily="18" charset="0"/>
              </a:rPr>
              <a:t>13.  Go-back-n ARQ</a:t>
            </a:r>
            <a:endParaRPr lang="en-US" sz="1600" b="1" dirty="0">
              <a:latin typeface="Times New Roman" panose="02020603050405020304" pitchFamily="18" charset="0"/>
              <a:cs typeface="Times New Roman" panose="02020603050405020304" pitchFamily="18" charset="0"/>
            </a:endParaRPr>
          </a:p>
        </p:txBody>
      </p:sp>
    </p:spTree>
  </p:cSld>
  <p:clrMapOvr>
    <a:masterClrMapping/>
  </p:clrMapOvr>
  <p:transition>
    <p:pull di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2400300" cy="1905000"/>
          </a:xfrm>
        </p:spPr>
        <p:txBody>
          <a:bodyPr>
            <a:normAutofit fontScale="90000"/>
          </a:bodyPr>
          <a:lstStyle/>
          <a:p>
            <a:r>
              <a:rPr lang="en-US" dirty="0" smtClean="0">
                <a:solidFill>
                  <a:schemeClr val="tx1"/>
                </a:solidFill>
              </a:rPr>
              <a:t>Different ARQ Techniques…</a:t>
            </a:r>
            <a:endParaRPr lang="en-US" dirty="0"/>
          </a:p>
        </p:txBody>
      </p:sp>
      <p:pic>
        <p:nvPicPr>
          <p:cNvPr id="7" name="Content Placeholder 6" descr="Sliding-Window-Protocol.jpg"/>
          <p:cNvPicPr>
            <a:picLocks noGrp="1" noChangeAspect="1"/>
          </p:cNvPicPr>
          <p:nvPr>
            <p:ph idx="1"/>
          </p:nvPr>
        </p:nvPicPr>
        <p:blipFill>
          <a:blip r:embed="rId2" cstate="print"/>
          <a:stretch>
            <a:fillRect/>
          </a:stretch>
        </p:blipFill>
        <p:spPr>
          <a:xfrm>
            <a:off x="3276600" y="228600"/>
            <a:ext cx="5486400" cy="5791200"/>
          </a:xfrm>
        </p:spPr>
      </p:pic>
      <p:sp>
        <p:nvSpPr>
          <p:cNvPr id="4" name="Text Placeholder 3"/>
          <p:cNvSpPr>
            <a:spLocks noGrp="1"/>
          </p:cNvSpPr>
          <p:nvPr>
            <p:ph type="body" sz="half" idx="2"/>
          </p:nvPr>
        </p:nvSpPr>
        <p:spPr>
          <a:xfrm>
            <a:off x="0" y="2133600"/>
            <a:ext cx="2971800" cy="4267200"/>
          </a:xfrm>
        </p:spPr>
        <p:txBody>
          <a:bodyPr>
            <a:noAutofit/>
          </a:bodyPr>
          <a:lstStyle/>
          <a:p>
            <a:pPr algn="just"/>
            <a:r>
              <a:rPr lang="en-US" sz="1800" dirty="0" smtClean="0">
                <a:solidFill>
                  <a:schemeClr val="tx1"/>
                </a:solidFill>
              </a:rPr>
              <a:t>Selective-repeat ARQ</a:t>
            </a:r>
          </a:p>
          <a:p>
            <a:pPr algn="just">
              <a:buFont typeface="Wingdings" pitchFamily="2" charset="2"/>
              <a:buChar char="q"/>
            </a:pPr>
            <a:r>
              <a:rPr lang="en-US" sz="1800" dirty="0" smtClean="0">
                <a:solidFill>
                  <a:schemeClr val="tx1"/>
                </a:solidFill>
              </a:rPr>
              <a:t> The sender only repeats those frames those have been corrupted or lost during transmission, or the acknowledgement of correct reception has been lost.</a:t>
            </a:r>
          </a:p>
          <a:p>
            <a:pPr algn="just">
              <a:buFont typeface="Wingdings" pitchFamily="2" charset="2"/>
              <a:buChar char="q"/>
            </a:pPr>
            <a:r>
              <a:rPr lang="en-US" sz="1800" dirty="0" smtClean="0">
                <a:solidFill>
                  <a:schemeClr val="tx1"/>
                </a:solidFill>
              </a:rPr>
              <a:t> The repeated frame is received by the receiver out of sequence, and it is the receiver’s job to rearrange the frames in proper sequence.</a:t>
            </a:r>
          </a:p>
          <a:p>
            <a:pPr algn="just">
              <a:buFont typeface="Wingdings" pitchFamily="2" charset="2"/>
              <a:buChar char="q"/>
            </a:pPr>
            <a:r>
              <a:rPr lang="en-US" sz="1800" dirty="0" smtClean="0">
                <a:solidFill>
                  <a:schemeClr val="tx1"/>
                </a:solidFill>
              </a:rPr>
              <a:t> It has the highest efficiency.</a:t>
            </a:r>
            <a:endParaRPr lang="en-US" sz="1800" dirty="0">
              <a:solidFill>
                <a:schemeClr val="tx1"/>
              </a:solidFill>
            </a:endParaRPr>
          </a:p>
        </p:txBody>
      </p:sp>
      <p:sp>
        <p:nvSpPr>
          <p:cNvPr id="5" name="Footer Placeholder 4"/>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dirty="0"/>
          </a:p>
        </p:txBody>
      </p:sp>
      <p:sp>
        <p:nvSpPr>
          <p:cNvPr id="8" name="Round Same Side Corner Rectangle 7">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9" name="Picture 8"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0" name="TextBox 9">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11" name="TextBox 10"/>
          <p:cNvSpPr txBox="1"/>
          <p:nvPr/>
        </p:nvSpPr>
        <p:spPr>
          <a:xfrm>
            <a:off x="3733800" y="5943600"/>
            <a:ext cx="4686837"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 </a:t>
            </a:r>
            <a:r>
              <a:rPr lang="en-US" sz="1600" b="1" dirty="0" smtClean="0">
                <a:latin typeface="Times New Roman" panose="02020603050405020304" pitchFamily="18" charset="0"/>
                <a:cs typeface="Times New Roman" panose="02020603050405020304" pitchFamily="18" charset="0"/>
              </a:rPr>
              <a:t>14.  Selective-repeat ARQ</a:t>
            </a:r>
            <a:endParaRPr lang="en-US" sz="1600" b="1" dirty="0">
              <a:latin typeface="Times New Roman" panose="02020603050405020304" pitchFamily="18" charset="0"/>
              <a:cs typeface="Times New Roman" panose="02020603050405020304" pitchFamily="18" charset="0"/>
            </a:endParaRPr>
          </a:p>
        </p:txBody>
      </p:sp>
    </p:spTree>
  </p:cSld>
  <p:clrMapOvr>
    <a:masterClrMapping/>
  </p:clrMapOvr>
  <p:transition>
    <p:pull dir="d"/>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2400300" cy="2133600"/>
          </a:xfrm>
        </p:spPr>
        <p:txBody>
          <a:bodyPr/>
          <a:lstStyle/>
          <a:p>
            <a:r>
              <a:rPr lang="en-US" dirty="0" smtClean="0">
                <a:solidFill>
                  <a:schemeClr val="tx1"/>
                </a:solidFill>
              </a:rPr>
              <a:t>Random Access Protocols</a:t>
            </a:r>
            <a:endParaRPr lang="en-US" dirty="0">
              <a:solidFill>
                <a:schemeClr val="tx1"/>
              </a:solidFill>
            </a:endParaRPr>
          </a:p>
        </p:txBody>
      </p:sp>
      <p:pic>
        <p:nvPicPr>
          <p:cNvPr id="8" name="Content Placeholder 7" descr="Pure-Aloha-Flowchart-1.png"/>
          <p:cNvPicPr>
            <a:picLocks noGrp="1" noChangeAspect="1"/>
          </p:cNvPicPr>
          <p:nvPr>
            <p:ph idx="1"/>
          </p:nvPr>
        </p:nvPicPr>
        <p:blipFill>
          <a:blip r:embed="rId3" cstate="print"/>
          <a:stretch>
            <a:fillRect/>
          </a:stretch>
        </p:blipFill>
        <p:spPr>
          <a:xfrm>
            <a:off x="3276600" y="457200"/>
            <a:ext cx="4800600" cy="5791200"/>
          </a:xfrm>
        </p:spPr>
      </p:pic>
      <p:sp>
        <p:nvSpPr>
          <p:cNvPr id="4" name="Text Placeholder 3"/>
          <p:cNvSpPr>
            <a:spLocks noGrp="1"/>
          </p:cNvSpPr>
          <p:nvPr>
            <p:ph type="body" sz="half" idx="2"/>
          </p:nvPr>
        </p:nvSpPr>
        <p:spPr>
          <a:xfrm>
            <a:off x="152400" y="2133600"/>
            <a:ext cx="2819400" cy="4191000"/>
          </a:xfrm>
        </p:spPr>
        <p:txBody>
          <a:bodyPr/>
          <a:lstStyle/>
          <a:p>
            <a:r>
              <a:rPr lang="en-US" sz="2400" dirty="0" smtClean="0">
                <a:solidFill>
                  <a:schemeClr val="tx1"/>
                </a:solidFill>
              </a:rPr>
              <a:t>Pure ALOHA</a:t>
            </a:r>
          </a:p>
          <a:p>
            <a:pPr algn="just">
              <a:buFont typeface="Wingdings" pitchFamily="2" charset="2"/>
              <a:buChar char="q"/>
            </a:pPr>
            <a:r>
              <a:rPr lang="en-US" dirty="0" smtClean="0"/>
              <a:t> </a:t>
            </a:r>
            <a:r>
              <a:rPr lang="en-US" sz="2000" dirty="0" smtClean="0">
                <a:solidFill>
                  <a:schemeClr val="dk1"/>
                </a:solidFill>
              </a:rPr>
              <a:t>In this aloha, any station can transmit the data at any time.</a:t>
            </a:r>
            <a:endParaRPr lang="en-US" sz="2000" dirty="0" smtClean="0"/>
          </a:p>
          <a:p>
            <a:pPr algn="just">
              <a:buFont typeface="Wingdings" pitchFamily="2" charset="2"/>
              <a:buChar char="q"/>
            </a:pPr>
            <a:r>
              <a:rPr lang="en-US" sz="2000" dirty="0" smtClean="0"/>
              <a:t> </a:t>
            </a:r>
            <a:r>
              <a:rPr lang="en-US" sz="2000" dirty="0" smtClean="0">
                <a:solidFill>
                  <a:schemeClr val="dk1"/>
                </a:solidFill>
              </a:rPr>
              <a:t>In Pure Aloha, Probability of successful transmission of data packet</a:t>
            </a:r>
          </a:p>
          <a:p>
            <a:pPr algn="just">
              <a:buFont typeface="Wingdings" pitchFamily="2" charset="2"/>
              <a:buChar char="q"/>
            </a:pPr>
            <a:r>
              <a:rPr lang="en-US" sz="2000" dirty="0" smtClean="0">
                <a:solidFill>
                  <a:schemeClr val="dk1"/>
                </a:solidFill>
              </a:rPr>
              <a:t> In pure aloha, maximum efficiency = 18.4 %</a:t>
            </a:r>
            <a:endParaRPr lang="en-US" sz="2000" dirty="0" smtClean="0"/>
          </a:p>
          <a:p>
            <a:endParaRPr lang="en-US" sz="1600" dirty="0" smtClean="0">
              <a:solidFill>
                <a:schemeClr val="dk1"/>
              </a:solidFill>
            </a:endParaRPr>
          </a:p>
        </p:txBody>
      </p:sp>
      <p:sp>
        <p:nvSpPr>
          <p:cNvPr id="5" name="Footer Placeholder 4"/>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graphicFrame>
        <p:nvGraphicFramePr>
          <p:cNvPr id="7" name="Object 6"/>
          <p:cNvGraphicFramePr>
            <a:graphicFrameLocks noChangeAspect="1"/>
          </p:cNvGraphicFramePr>
          <p:nvPr/>
        </p:nvGraphicFramePr>
        <p:xfrm>
          <a:off x="990600" y="4419600"/>
          <a:ext cx="990600" cy="381000"/>
        </p:xfrm>
        <a:graphic>
          <a:graphicData uri="http://schemas.openxmlformats.org/presentationml/2006/ole">
            <p:oleObj spid="_x0000_s152578" name="Equation" r:id="rId4" imgW="774360" imgH="203040" progId="Equation.DSMT4">
              <p:embed/>
            </p:oleObj>
          </a:graphicData>
        </a:graphic>
      </p:graphicFrame>
      <p:sp>
        <p:nvSpPr>
          <p:cNvPr id="9" name="Round Same Side Corner Rectangle 8">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10" name="Picture 9" descr="C:\Users\Subhasis\Desktop\logo nit.png">
            <a:extLst>
              <a:ext uri="{FF2B5EF4-FFF2-40B4-BE49-F238E27FC236}">
                <a16:creationId xmlns="" xmlns:a16="http://schemas.microsoft.com/office/drawing/2014/main" id="{000A8C8E-439E-48F1-A8AC-86130FA2896E}"/>
              </a:ext>
            </a:extLst>
          </p:cNvPr>
          <p:cNvPicPr/>
          <p:nvPr/>
        </p:nvPicPr>
        <p:blipFill>
          <a:blip r:embed="rId5" cstate="print"/>
          <a:srcRect/>
          <a:stretch>
            <a:fillRect/>
          </a:stretch>
        </p:blipFill>
        <p:spPr bwMode="auto">
          <a:xfrm>
            <a:off x="8153400" y="15357"/>
            <a:ext cx="990600" cy="852779"/>
          </a:xfrm>
          <a:prstGeom prst="rect">
            <a:avLst/>
          </a:prstGeom>
          <a:noFill/>
          <a:ln w="9525">
            <a:noFill/>
            <a:miter lim="800000"/>
            <a:headEnd/>
            <a:tailEnd/>
          </a:ln>
        </p:spPr>
      </p:pic>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2400300" cy="1905000"/>
          </a:xfrm>
        </p:spPr>
        <p:txBody>
          <a:bodyPr>
            <a:normAutofit/>
          </a:bodyPr>
          <a:lstStyle/>
          <a:p>
            <a:r>
              <a:rPr lang="en-US" sz="3200" dirty="0" smtClean="0">
                <a:solidFill>
                  <a:schemeClr val="tx1"/>
                </a:solidFill>
              </a:rPr>
              <a:t>Random Access Protocols…</a:t>
            </a:r>
            <a:endParaRPr lang="en-US" sz="3200" dirty="0"/>
          </a:p>
        </p:txBody>
      </p:sp>
      <p:sp>
        <p:nvSpPr>
          <p:cNvPr id="4" name="Text Placeholder 3"/>
          <p:cNvSpPr>
            <a:spLocks noGrp="1"/>
          </p:cNvSpPr>
          <p:nvPr>
            <p:ph type="body" sz="half" idx="2"/>
          </p:nvPr>
        </p:nvSpPr>
        <p:spPr>
          <a:xfrm>
            <a:off x="152400" y="1905000"/>
            <a:ext cx="2895600" cy="4724400"/>
          </a:xfrm>
        </p:spPr>
        <p:txBody>
          <a:bodyPr/>
          <a:lstStyle/>
          <a:p>
            <a:r>
              <a:rPr lang="en-US" sz="1600" dirty="0" smtClean="0">
                <a:solidFill>
                  <a:schemeClr val="tx1"/>
                </a:solidFill>
              </a:rPr>
              <a:t>CSMA/CD</a:t>
            </a:r>
          </a:p>
          <a:p>
            <a:pPr algn="just">
              <a:buFont typeface="Wingdings" pitchFamily="2" charset="2"/>
              <a:buChar char="q"/>
            </a:pPr>
            <a:r>
              <a:rPr lang="en-US" dirty="0" smtClean="0"/>
              <a:t> </a:t>
            </a:r>
            <a:r>
              <a:rPr lang="en-US" sz="1600" dirty="0" smtClean="0">
                <a:solidFill>
                  <a:schemeClr val="tx1"/>
                </a:solidFill>
              </a:rPr>
              <a:t>CSMA/CD (Carrier Sense Multiple Access/ Collision Detection) is a media-access control method that was widely used in Early Ethernet technology/LANs.</a:t>
            </a:r>
          </a:p>
          <a:p>
            <a:pPr algn="just">
              <a:buFont typeface="Wingdings" pitchFamily="2" charset="2"/>
              <a:buChar char="q"/>
            </a:pPr>
            <a:r>
              <a:rPr lang="en-US" sz="1600" dirty="0" smtClean="0">
                <a:solidFill>
                  <a:schemeClr val="tx1"/>
                </a:solidFill>
              </a:rPr>
              <a:t> It is one such technique where different stations that follow this protocol agree on some terms and collision detection measures for effective transmission.</a:t>
            </a:r>
          </a:p>
          <a:p>
            <a:pPr algn="just">
              <a:buFont typeface="Wingdings" pitchFamily="2" charset="2"/>
              <a:buChar char="q"/>
            </a:pPr>
            <a:r>
              <a:rPr lang="en-US" sz="1600" dirty="0" smtClean="0">
                <a:solidFill>
                  <a:schemeClr val="tx1"/>
                </a:solidFill>
              </a:rPr>
              <a:t> This protocol decides which station will transmit when so that data reaches the destination without corruption.</a:t>
            </a:r>
          </a:p>
          <a:p>
            <a:pPr>
              <a:buFont typeface="Wingdings" pitchFamily="2" charset="2"/>
              <a:buChar char="q"/>
            </a:pPr>
            <a:endParaRPr lang="en-US" dirty="0"/>
          </a:p>
        </p:txBody>
      </p:sp>
      <p:sp>
        <p:nvSpPr>
          <p:cNvPr id="5" name="Footer Placeholder 4"/>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dirty="0"/>
          </a:p>
        </p:txBody>
      </p:sp>
      <p:pic>
        <p:nvPicPr>
          <p:cNvPr id="9" name="Content Placeholder 8" descr="Flow-diagram-for-the-CSMA-CD.png"/>
          <p:cNvPicPr>
            <a:picLocks noGrp="1" noChangeAspect="1"/>
          </p:cNvPicPr>
          <p:nvPr>
            <p:ph idx="1"/>
          </p:nvPr>
        </p:nvPicPr>
        <p:blipFill>
          <a:blip r:embed="rId2" cstate="print"/>
          <a:stretch>
            <a:fillRect/>
          </a:stretch>
        </p:blipFill>
        <p:spPr>
          <a:xfrm>
            <a:off x="3124200" y="381000"/>
            <a:ext cx="5562600" cy="5257801"/>
          </a:xfrm>
        </p:spPr>
      </p:pic>
      <p:sp>
        <p:nvSpPr>
          <p:cNvPr id="12" name="Round Same Side Corner Rectangle 11">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13" name="Picture 12"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4" name="TextBox 13">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10" name="TextBox 9"/>
          <p:cNvSpPr txBox="1"/>
          <p:nvPr/>
        </p:nvSpPr>
        <p:spPr>
          <a:xfrm>
            <a:off x="3657600" y="5943600"/>
            <a:ext cx="4686837"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 </a:t>
            </a:r>
            <a:r>
              <a:rPr lang="en-US" sz="1600" b="1" dirty="0" smtClean="0">
                <a:latin typeface="Times New Roman" panose="02020603050405020304" pitchFamily="18" charset="0"/>
                <a:cs typeface="Times New Roman" panose="02020603050405020304" pitchFamily="18" charset="0"/>
              </a:rPr>
              <a:t>15.  CSMA-CD flowchart</a:t>
            </a:r>
            <a:endParaRPr lang="en-US" sz="1600" b="1" dirty="0">
              <a:latin typeface="Times New Roman" panose="02020603050405020304" pitchFamily="18" charset="0"/>
              <a:cs typeface="Times New Roman" panose="02020603050405020304" pitchFamily="18" charset="0"/>
            </a:endParaRPr>
          </a:p>
        </p:txBody>
      </p:sp>
    </p:spTree>
  </p:cSld>
  <p:clrMapOvr>
    <a:masterClrMapping/>
  </p:clrMapOvr>
  <p:transition>
    <p:pull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2400300" cy="2057400"/>
          </a:xfrm>
        </p:spPr>
        <p:txBody>
          <a:bodyPr/>
          <a:lstStyle/>
          <a:p>
            <a:r>
              <a:rPr lang="en-US" dirty="0" smtClean="0">
                <a:solidFill>
                  <a:schemeClr val="tx1"/>
                </a:solidFill>
              </a:rPr>
              <a:t>Random Access Protocols…</a:t>
            </a:r>
            <a:endParaRPr lang="en-US" dirty="0"/>
          </a:p>
        </p:txBody>
      </p:sp>
      <p:sp>
        <p:nvSpPr>
          <p:cNvPr id="4" name="Text Placeholder 3"/>
          <p:cNvSpPr>
            <a:spLocks noGrp="1"/>
          </p:cNvSpPr>
          <p:nvPr>
            <p:ph type="body" sz="half" idx="2"/>
          </p:nvPr>
        </p:nvSpPr>
        <p:spPr>
          <a:xfrm>
            <a:off x="152400" y="2362200"/>
            <a:ext cx="2743200" cy="4191000"/>
          </a:xfrm>
        </p:spPr>
        <p:txBody>
          <a:bodyPr>
            <a:normAutofit/>
          </a:bodyPr>
          <a:lstStyle/>
          <a:p>
            <a:pPr algn="just"/>
            <a:r>
              <a:rPr lang="en-US" sz="1600" dirty="0" smtClean="0">
                <a:solidFill>
                  <a:schemeClr val="tx1"/>
                </a:solidFill>
              </a:rPr>
              <a:t>CSMA/CA</a:t>
            </a:r>
          </a:p>
          <a:p>
            <a:pPr algn="just">
              <a:buFont typeface="Wingdings" pitchFamily="2" charset="2"/>
              <a:buChar char="q"/>
            </a:pPr>
            <a:r>
              <a:rPr lang="en-US" sz="1600" dirty="0" smtClean="0">
                <a:solidFill>
                  <a:schemeClr val="tx1"/>
                </a:solidFill>
              </a:rPr>
              <a:t> Carrier Sense Multiple Access with Collision Avoidance (CSMA/CA) is a network protocol for carrier transmission that operates in the Medium Access Control (MAC) layer.</a:t>
            </a:r>
          </a:p>
          <a:p>
            <a:pPr algn="just">
              <a:buFont typeface="Wingdings" pitchFamily="2" charset="2"/>
              <a:buChar char="q"/>
            </a:pPr>
            <a:r>
              <a:rPr lang="en-US" sz="1600" dirty="0" smtClean="0">
                <a:solidFill>
                  <a:schemeClr val="tx1"/>
                </a:solidFill>
              </a:rPr>
              <a:t> In contrast to CSMA/CD (Carrier Sense Multiple Access/Collision Detection) that deals with collisions after their occurrence, CSMA/CA prevents collisions prior to their occurrence.</a:t>
            </a:r>
            <a:endParaRPr lang="en-US" sz="1600" dirty="0">
              <a:solidFill>
                <a:schemeClr val="tx1"/>
              </a:solidFill>
            </a:endParaRPr>
          </a:p>
        </p:txBody>
      </p:sp>
      <p:sp>
        <p:nvSpPr>
          <p:cNvPr id="5" name="Footer Placeholder 4"/>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dirty="0"/>
          </a:p>
        </p:txBody>
      </p:sp>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
        <p:nvSpPr>
          <p:cNvPr id="12" name="Round Same Side Corner Rectangle 11">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sp>
        <p:nvSpPr>
          <p:cNvPr id="13" name="TextBox 12"/>
          <p:cNvSpPr txBox="1"/>
          <p:nvPr/>
        </p:nvSpPr>
        <p:spPr>
          <a:xfrm>
            <a:off x="3429000" y="6096000"/>
            <a:ext cx="4686837" cy="338554"/>
          </a:xfrm>
          <a:prstGeom prst="rect">
            <a:avLst/>
          </a:prstGeom>
          <a:noFill/>
        </p:spPr>
        <p:txBody>
          <a:bodyPr wrap="square" rtlCol="0">
            <a:spAutoFit/>
          </a:bodyPr>
          <a:lstStyle/>
          <a:p>
            <a:pPr algn="ctr"/>
            <a:r>
              <a:rPr lang="en-US" sz="1600" b="1" dirty="0" smtClean="0">
                <a:latin typeface="Times New Roman" panose="02020603050405020304" pitchFamily="18" charset="0"/>
                <a:cs typeface="Times New Roman" panose="02020603050405020304" pitchFamily="18" charset="0"/>
              </a:rPr>
              <a:t>      Fig</a:t>
            </a:r>
            <a:r>
              <a:rPr lang="en-US" sz="1600" b="1" dirty="0">
                <a:latin typeface="Times New Roman" panose="02020603050405020304" pitchFamily="18" charset="0"/>
                <a:cs typeface="Times New Roman" panose="02020603050405020304" pitchFamily="18" charset="0"/>
              </a:rPr>
              <a:t>. </a:t>
            </a:r>
            <a:r>
              <a:rPr lang="en-US" sz="1600" b="1" dirty="0" smtClean="0">
                <a:latin typeface="Times New Roman" panose="02020603050405020304" pitchFamily="18" charset="0"/>
                <a:cs typeface="Times New Roman" panose="02020603050405020304" pitchFamily="18" charset="0"/>
              </a:rPr>
              <a:t>16.  CSMA-CA flowchart</a:t>
            </a:r>
            <a:endParaRPr lang="en-US" sz="1600" b="1" dirty="0">
              <a:latin typeface="Times New Roman" panose="02020603050405020304" pitchFamily="18" charset="0"/>
              <a:cs typeface="Times New Roman" panose="02020603050405020304" pitchFamily="18" charset="0"/>
            </a:endParaRPr>
          </a:p>
        </p:txBody>
      </p:sp>
      <p:pic>
        <p:nvPicPr>
          <p:cNvPr id="17" name="Content Placeholder 16" descr="Capture22.JPG"/>
          <p:cNvPicPr>
            <a:picLocks noGrp="1" noChangeAspect="1"/>
          </p:cNvPicPr>
          <p:nvPr>
            <p:ph idx="1"/>
          </p:nvPr>
        </p:nvPicPr>
        <p:blipFill>
          <a:blip r:embed="rId2" cstate="print"/>
          <a:stretch>
            <a:fillRect/>
          </a:stretch>
        </p:blipFill>
        <p:spPr>
          <a:xfrm>
            <a:off x="3200400" y="152400"/>
            <a:ext cx="5715000" cy="5791200"/>
          </a:xfrm>
        </p:spPr>
      </p:pic>
      <p:pic>
        <p:nvPicPr>
          <p:cNvPr id="18" name="Picture 17"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Tree>
  </p:cSld>
  <p:clrMapOvr>
    <a:masterClrMapping/>
  </p:clrMapOvr>
  <p:transition>
    <p:pull dir="d"/>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Threats to Network Security</a:t>
            </a:r>
            <a:endParaRPr lang="en-US" dirty="0">
              <a:solidFill>
                <a:schemeClr val="tx1"/>
              </a:solidFill>
            </a:endParaRPr>
          </a:p>
        </p:txBody>
      </p:sp>
      <p:sp>
        <p:nvSpPr>
          <p:cNvPr id="3" name="Content Placeholder 2"/>
          <p:cNvSpPr>
            <a:spLocks noGrp="1"/>
          </p:cNvSpPr>
          <p:nvPr>
            <p:ph idx="1"/>
          </p:nvPr>
        </p:nvSpPr>
        <p:spPr>
          <a:xfrm>
            <a:off x="822959" y="1845734"/>
            <a:ext cx="7543801" cy="4174066"/>
          </a:xfrm>
        </p:spPr>
        <p:txBody>
          <a:bodyPr/>
          <a:lstStyle/>
          <a:p>
            <a:pPr algn="just">
              <a:buFont typeface="Wingdings" pitchFamily="2" charset="2"/>
              <a:buChar char="q"/>
            </a:pPr>
            <a:r>
              <a:rPr lang="en-US" dirty="0" smtClean="0">
                <a:solidFill>
                  <a:schemeClr val="tx1"/>
                </a:solidFill>
              </a:rPr>
              <a:t> Eavesdropper : Information transmitted over network is not secure and can be observed and recorded by eavesdropper. This information can be replayed in attempts to access the service.</a:t>
            </a:r>
          </a:p>
          <a:p>
            <a:pPr>
              <a:buFont typeface="Wingdings" pitchFamily="2" charset="2"/>
              <a:buChar char="q"/>
            </a:pPr>
            <a:endParaRPr lang="en-US" dirty="0" smtClean="0"/>
          </a:p>
          <a:p>
            <a:pPr>
              <a:buNone/>
            </a:pPr>
            <a:endParaRPr lang="en-US" dirty="0" smtClean="0"/>
          </a:p>
          <a:p>
            <a:pPr>
              <a:buNone/>
            </a:pPr>
            <a:endParaRPr lang="en-US" dirty="0" smtClean="0"/>
          </a:p>
          <a:p>
            <a:pPr algn="just">
              <a:buFont typeface="Wingdings" pitchFamily="2" charset="2"/>
              <a:buChar char="q"/>
            </a:pPr>
            <a:r>
              <a:rPr lang="en-US" dirty="0" smtClean="0">
                <a:solidFill>
                  <a:schemeClr val="tx1"/>
                </a:solidFill>
              </a:rPr>
              <a:t> Client Imposter : Imposter can attempt to gain unauthorized access to a server, like, a bank account or a database of personal records.</a:t>
            </a: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64</a:t>
            </a:fld>
            <a:endParaRPr lang="en-US" dirty="0"/>
          </a:p>
        </p:txBody>
      </p:sp>
      <p:sp>
        <p:nvSpPr>
          <p:cNvPr id="6" name="Rectangle 5"/>
          <p:cNvSpPr/>
          <p:nvPr/>
        </p:nvSpPr>
        <p:spPr>
          <a:xfrm>
            <a:off x="1905000" y="34290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Client</a:t>
            </a:r>
            <a:endParaRPr lang="en-US" dirty="0">
              <a:solidFill>
                <a:schemeClr val="tx1"/>
              </a:solidFill>
            </a:endParaRPr>
          </a:p>
        </p:txBody>
      </p:sp>
      <p:sp>
        <p:nvSpPr>
          <p:cNvPr id="7" name="Rectangle 6"/>
          <p:cNvSpPr/>
          <p:nvPr/>
        </p:nvSpPr>
        <p:spPr>
          <a:xfrm>
            <a:off x="4572000" y="34290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Server</a:t>
            </a:r>
            <a:endParaRPr lang="en-US" dirty="0">
              <a:solidFill>
                <a:schemeClr val="tx1"/>
              </a:solidFill>
            </a:endParaRPr>
          </a:p>
        </p:txBody>
      </p:sp>
      <p:cxnSp>
        <p:nvCxnSpPr>
          <p:cNvPr id="9" name="Straight Arrow Connector 8"/>
          <p:cNvCxnSpPr/>
          <p:nvPr/>
        </p:nvCxnSpPr>
        <p:spPr>
          <a:xfrm>
            <a:off x="3276600" y="3505200"/>
            <a:ext cx="1295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3276600" y="3886200"/>
            <a:ext cx="1295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505200" y="3048000"/>
            <a:ext cx="0" cy="457200"/>
          </a:xfrm>
          <a:prstGeom prst="straightConnector1">
            <a:avLst/>
          </a:prstGeom>
          <a:ln w="19050">
            <a:solidFill>
              <a:srgbClr val="FF0000"/>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3657600" y="3048000"/>
            <a:ext cx="0" cy="838200"/>
          </a:xfrm>
          <a:prstGeom prst="straightConnector1">
            <a:avLst/>
          </a:prstGeom>
          <a:ln w="19050">
            <a:solidFill>
              <a:srgbClr val="FF0000"/>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1" name="Curved Connector 20"/>
          <p:cNvCxnSpPr/>
          <p:nvPr/>
        </p:nvCxnSpPr>
        <p:spPr>
          <a:xfrm flipV="1">
            <a:off x="3505200" y="2819400"/>
            <a:ext cx="1066800" cy="304800"/>
          </a:xfrm>
          <a:prstGeom prst="curvedConnector3">
            <a:avLst>
              <a:gd name="adj1" fmla="val 50000"/>
            </a:avLst>
          </a:prstGeom>
          <a:ln w="19050">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3352800" y="3886200"/>
            <a:ext cx="11430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Response</a:t>
            </a:r>
            <a:endParaRPr lang="en-US" sz="1200" dirty="0">
              <a:solidFill>
                <a:schemeClr val="tx1"/>
              </a:solidFill>
            </a:endParaRPr>
          </a:p>
        </p:txBody>
      </p:sp>
      <p:sp>
        <p:nvSpPr>
          <p:cNvPr id="25" name="Oval 24"/>
          <p:cNvSpPr/>
          <p:nvPr/>
        </p:nvSpPr>
        <p:spPr>
          <a:xfrm>
            <a:off x="3733800" y="3124200"/>
            <a:ext cx="9906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Request</a:t>
            </a:r>
            <a:endParaRPr lang="en-US" sz="1200" dirty="0">
              <a:solidFill>
                <a:schemeClr val="tx1"/>
              </a:solidFill>
            </a:endParaRPr>
          </a:p>
        </p:txBody>
      </p:sp>
      <p:sp>
        <p:nvSpPr>
          <p:cNvPr id="26" name="Oval 25"/>
          <p:cNvSpPr/>
          <p:nvPr/>
        </p:nvSpPr>
        <p:spPr>
          <a:xfrm>
            <a:off x="4343400" y="2895600"/>
            <a:ext cx="9144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Replay</a:t>
            </a:r>
            <a:endParaRPr lang="en-US" sz="1200" dirty="0">
              <a:solidFill>
                <a:schemeClr val="tx1"/>
              </a:solidFill>
            </a:endParaRPr>
          </a:p>
        </p:txBody>
      </p:sp>
      <p:sp>
        <p:nvSpPr>
          <p:cNvPr id="27" name="Rectangle 26"/>
          <p:cNvSpPr/>
          <p:nvPr/>
        </p:nvSpPr>
        <p:spPr>
          <a:xfrm>
            <a:off x="1905000" y="50292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Client Imposter</a:t>
            </a:r>
            <a:endParaRPr lang="en-US" dirty="0">
              <a:solidFill>
                <a:schemeClr val="tx1"/>
              </a:solidFill>
            </a:endParaRPr>
          </a:p>
        </p:txBody>
      </p:sp>
      <p:sp>
        <p:nvSpPr>
          <p:cNvPr id="28" name="Rectangle 27"/>
          <p:cNvSpPr/>
          <p:nvPr/>
        </p:nvSpPr>
        <p:spPr>
          <a:xfrm>
            <a:off x="4572000" y="50292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Server</a:t>
            </a:r>
            <a:endParaRPr lang="en-US" dirty="0">
              <a:solidFill>
                <a:schemeClr val="tx1"/>
              </a:solidFill>
            </a:endParaRPr>
          </a:p>
        </p:txBody>
      </p:sp>
      <p:cxnSp>
        <p:nvCxnSpPr>
          <p:cNvPr id="29" name="Straight Arrow Connector 28"/>
          <p:cNvCxnSpPr/>
          <p:nvPr/>
        </p:nvCxnSpPr>
        <p:spPr>
          <a:xfrm>
            <a:off x="3276600" y="5181600"/>
            <a:ext cx="1295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3276600" y="5410200"/>
            <a:ext cx="1295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3352800" y="4800600"/>
            <a:ext cx="9906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Request</a:t>
            </a:r>
            <a:endParaRPr lang="en-US" sz="1200" dirty="0">
              <a:solidFill>
                <a:schemeClr val="tx1"/>
              </a:solidFill>
            </a:endParaRPr>
          </a:p>
        </p:txBody>
      </p:sp>
      <p:sp>
        <p:nvSpPr>
          <p:cNvPr id="32" name="Oval 31"/>
          <p:cNvSpPr/>
          <p:nvPr/>
        </p:nvSpPr>
        <p:spPr>
          <a:xfrm>
            <a:off x="3200400" y="5486400"/>
            <a:ext cx="11430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Response</a:t>
            </a:r>
            <a:endParaRPr lang="en-US" sz="1200" dirty="0">
              <a:solidFill>
                <a:schemeClr val="tx1"/>
              </a:solidFill>
            </a:endParaRPr>
          </a:p>
        </p:txBody>
      </p:sp>
      <p:sp>
        <p:nvSpPr>
          <p:cNvPr id="33" name="Round Same Side Corner Rectangle 32">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34" name="Picture 33"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35" name="TextBox 34">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Threats to Network Security…</a:t>
            </a:r>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dirty="0" smtClean="0"/>
              <a:t> Server Imposter : An imposter can incorporate a legitimate server and gain sensitive information from a client, for instance, a bank account number and associated password.</a:t>
            </a:r>
          </a:p>
          <a:p>
            <a:pPr>
              <a:buFont typeface="Wingdings" pitchFamily="2" charset="2"/>
              <a:buChar char="q"/>
            </a:pPr>
            <a:endParaRPr lang="en-US" dirty="0" smtClean="0"/>
          </a:p>
          <a:p>
            <a:pPr>
              <a:buNone/>
            </a:pPr>
            <a:endParaRPr lang="en-US" dirty="0" smtClean="0"/>
          </a:p>
          <a:p>
            <a:pPr>
              <a:buFont typeface="Wingdings" pitchFamily="2" charset="2"/>
              <a:buChar char="q"/>
            </a:pPr>
            <a:r>
              <a:rPr lang="en-US" dirty="0" smtClean="0"/>
              <a:t> Man-in-the-middle : An imposter manages to place itself as the man in the middle, convincing the server that it is the legitimate client and the client that it is the legitimate client.</a:t>
            </a: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65</a:t>
            </a:fld>
            <a:endParaRPr lang="en-US" dirty="0"/>
          </a:p>
        </p:txBody>
      </p:sp>
      <p:sp>
        <p:nvSpPr>
          <p:cNvPr id="6" name="Rectangle 5"/>
          <p:cNvSpPr/>
          <p:nvPr/>
        </p:nvSpPr>
        <p:spPr>
          <a:xfrm>
            <a:off x="1905000" y="29718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Client</a:t>
            </a:r>
            <a:endParaRPr lang="en-US" dirty="0">
              <a:solidFill>
                <a:schemeClr val="tx1"/>
              </a:solidFill>
            </a:endParaRPr>
          </a:p>
        </p:txBody>
      </p:sp>
      <p:sp>
        <p:nvSpPr>
          <p:cNvPr id="7" name="Rectangle 6"/>
          <p:cNvSpPr/>
          <p:nvPr/>
        </p:nvSpPr>
        <p:spPr>
          <a:xfrm>
            <a:off x="4572000" y="29718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Server Imposter</a:t>
            </a:r>
            <a:endParaRPr lang="en-US" dirty="0">
              <a:solidFill>
                <a:schemeClr val="tx1"/>
              </a:solidFill>
            </a:endParaRPr>
          </a:p>
        </p:txBody>
      </p:sp>
      <p:cxnSp>
        <p:nvCxnSpPr>
          <p:cNvPr id="8" name="Straight Arrow Connector 7"/>
          <p:cNvCxnSpPr/>
          <p:nvPr/>
        </p:nvCxnSpPr>
        <p:spPr>
          <a:xfrm>
            <a:off x="3276600" y="3124200"/>
            <a:ext cx="1295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3276600" y="3429000"/>
            <a:ext cx="12954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429000" y="2743200"/>
            <a:ext cx="9906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Request</a:t>
            </a:r>
            <a:endParaRPr lang="en-US" sz="1200" dirty="0">
              <a:solidFill>
                <a:schemeClr val="tx1"/>
              </a:solidFill>
            </a:endParaRPr>
          </a:p>
        </p:txBody>
      </p:sp>
      <p:sp>
        <p:nvSpPr>
          <p:cNvPr id="11" name="Oval 10"/>
          <p:cNvSpPr/>
          <p:nvPr/>
        </p:nvSpPr>
        <p:spPr>
          <a:xfrm>
            <a:off x="3352800" y="3505200"/>
            <a:ext cx="11430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Response</a:t>
            </a:r>
            <a:endParaRPr lang="en-US" sz="1200" dirty="0">
              <a:solidFill>
                <a:schemeClr val="tx1"/>
              </a:solidFill>
            </a:endParaRPr>
          </a:p>
        </p:txBody>
      </p:sp>
      <p:sp>
        <p:nvSpPr>
          <p:cNvPr id="12" name="Rectangle 11"/>
          <p:cNvSpPr/>
          <p:nvPr/>
        </p:nvSpPr>
        <p:spPr>
          <a:xfrm>
            <a:off x="1447800" y="48006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Client</a:t>
            </a:r>
            <a:endParaRPr lang="en-US" dirty="0">
              <a:solidFill>
                <a:schemeClr val="tx1"/>
              </a:solidFill>
            </a:endParaRPr>
          </a:p>
        </p:txBody>
      </p:sp>
      <p:sp>
        <p:nvSpPr>
          <p:cNvPr id="13" name="Rectangle 12"/>
          <p:cNvSpPr/>
          <p:nvPr/>
        </p:nvSpPr>
        <p:spPr>
          <a:xfrm>
            <a:off x="5715000" y="48006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Server</a:t>
            </a:r>
            <a:endParaRPr lang="en-US" dirty="0">
              <a:solidFill>
                <a:schemeClr val="tx1"/>
              </a:solidFill>
            </a:endParaRPr>
          </a:p>
        </p:txBody>
      </p:sp>
      <p:sp>
        <p:nvSpPr>
          <p:cNvPr id="14" name="Rectangle 13"/>
          <p:cNvSpPr/>
          <p:nvPr/>
        </p:nvSpPr>
        <p:spPr>
          <a:xfrm>
            <a:off x="3581400" y="4800600"/>
            <a:ext cx="1371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Man-in-the-middle</a:t>
            </a:r>
            <a:endParaRPr lang="en-US" dirty="0">
              <a:solidFill>
                <a:schemeClr val="tx1"/>
              </a:solidFill>
            </a:endParaRPr>
          </a:p>
        </p:txBody>
      </p:sp>
      <p:cxnSp>
        <p:nvCxnSpPr>
          <p:cNvPr id="15" name="Straight Arrow Connector 14"/>
          <p:cNvCxnSpPr/>
          <p:nvPr/>
        </p:nvCxnSpPr>
        <p:spPr>
          <a:xfrm>
            <a:off x="2819400" y="4953000"/>
            <a:ext cx="762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953000" y="4953000"/>
            <a:ext cx="762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2819400" y="5257800"/>
            <a:ext cx="762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4953000" y="5257800"/>
            <a:ext cx="762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2743200" y="4572000"/>
            <a:ext cx="9906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Request</a:t>
            </a:r>
            <a:endParaRPr lang="en-US" sz="1200" dirty="0">
              <a:solidFill>
                <a:schemeClr val="tx1"/>
              </a:solidFill>
            </a:endParaRPr>
          </a:p>
        </p:txBody>
      </p:sp>
      <p:sp>
        <p:nvSpPr>
          <p:cNvPr id="24" name="Oval 23"/>
          <p:cNvSpPr/>
          <p:nvPr/>
        </p:nvSpPr>
        <p:spPr>
          <a:xfrm>
            <a:off x="4800600" y="4572000"/>
            <a:ext cx="9906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Request</a:t>
            </a:r>
            <a:endParaRPr lang="en-US" sz="1200" dirty="0">
              <a:solidFill>
                <a:schemeClr val="tx1"/>
              </a:solidFill>
            </a:endParaRPr>
          </a:p>
        </p:txBody>
      </p:sp>
      <p:sp>
        <p:nvSpPr>
          <p:cNvPr id="25" name="Oval 24"/>
          <p:cNvSpPr/>
          <p:nvPr/>
        </p:nvSpPr>
        <p:spPr>
          <a:xfrm>
            <a:off x="2590800" y="5334000"/>
            <a:ext cx="11430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Response</a:t>
            </a:r>
            <a:endParaRPr lang="en-US" sz="1200" dirty="0">
              <a:solidFill>
                <a:schemeClr val="tx1"/>
              </a:solidFill>
            </a:endParaRPr>
          </a:p>
        </p:txBody>
      </p:sp>
      <p:sp>
        <p:nvSpPr>
          <p:cNvPr id="26" name="Oval 25"/>
          <p:cNvSpPr/>
          <p:nvPr/>
        </p:nvSpPr>
        <p:spPr>
          <a:xfrm>
            <a:off x="4876800" y="5334000"/>
            <a:ext cx="1143000" cy="3048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1"/>
                </a:solidFill>
              </a:rPr>
              <a:t>Response</a:t>
            </a:r>
            <a:endParaRPr lang="en-US" sz="1200" dirty="0">
              <a:solidFill>
                <a:schemeClr val="tx1"/>
              </a:solidFill>
            </a:endParaRPr>
          </a:p>
        </p:txBody>
      </p:sp>
      <p:sp>
        <p:nvSpPr>
          <p:cNvPr id="27" name="Round Same Side Corner Rectangle 26">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28" name="Picture 27"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29" name="TextBox 28">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pPr>
              <a:buFont typeface="Wingdings" pitchFamily="2" charset="2"/>
              <a:buChar char="q"/>
            </a:pPr>
            <a:r>
              <a:rPr lang="en-US" dirty="0" smtClean="0"/>
              <a:t> </a:t>
            </a:r>
            <a:r>
              <a:rPr lang="en-US" dirty="0" smtClean="0">
                <a:solidFill>
                  <a:schemeClr val="tx1"/>
                </a:solidFill>
              </a:rPr>
              <a:t>Forouzan B.A. </a:t>
            </a:r>
            <a:r>
              <a:rPr lang="en-US" i="1" dirty="0" smtClean="0">
                <a:solidFill>
                  <a:schemeClr val="tx1"/>
                </a:solidFill>
              </a:rPr>
              <a:t>Data Communications and Networking</a:t>
            </a:r>
            <a:r>
              <a:rPr lang="en-US" dirty="0" smtClean="0">
                <a:solidFill>
                  <a:schemeClr val="tx1"/>
                </a:solidFill>
              </a:rPr>
              <a:t>. Mc.Graw Hills, 4</a:t>
            </a:r>
            <a:r>
              <a:rPr lang="en-US" baseline="30000" dirty="0" smtClean="0">
                <a:solidFill>
                  <a:schemeClr val="tx1"/>
                </a:solidFill>
              </a:rPr>
              <a:t>th</a:t>
            </a:r>
            <a:r>
              <a:rPr lang="en-US" dirty="0" smtClean="0">
                <a:solidFill>
                  <a:schemeClr val="tx1"/>
                </a:solidFill>
              </a:rPr>
              <a:t> edition. 2007.</a:t>
            </a:r>
          </a:p>
          <a:p>
            <a:pPr>
              <a:buFont typeface="Wingdings" pitchFamily="2" charset="2"/>
              <a:buChar char="q"/>
            </a:pPr>
            <a:r>
              <a:rPr lang="en-US" dirty="0" smtClean="0">
                <a:solidFill>
                  <a:schemeClr val="tx1"/>
                </a:solidFill>
              </a:rPr>
              <a:t> Tanenbaum A.S. </a:t>
            </a:r>
            <a:r>
              <a:rPr lang="en-US" i="1" dirty="0" smtClean="0">
                <a:solidFill>
                  <a:schemeClr val="tx1"/>
                </a:solidFill>
              </a:rPr>
              <a:t>Computer Networks. </a:t>
            </a:r>
            <a:r>
              <a:rPr lang="en-US" dirty="0" smtClean="0">
                <a:solidFill>
                  <a:schemeClr val="tx1"/>
                </a:solidFill>
              </a:rPr>
              <a:t>Pearson.</a:t>
            </a:r>
            <a:r>
              <a:rPr lang="en-US" i="1" dirty="0" smtClean="0">
                <a:solidFill>
                  <a:schemeClr val="tx1"/>
                </a:solidFill>
              </a:rPr>
              <a:t> </a:t>
            </a:r>
            <a:r>
              <a:rPr lang="en-US" dirty="0" smtClean="0">
                <a:solidFill>
                  <a:schemeClr val="tx1"/>
                </a:solidFill>
              </a:rPr>
              <a:t>2002.</a:t>
            </a:r>
          </a:p>
          <a:p>
            <a:pPr>
              <a:buFont typeface="Wingdings" pitchFamily="2" charset="2"/>
              <a:buChar char="q"/>
            </a:pPr>
            <a:r>
              <a:rPr lang="en-US" dirty="0" smtClean="0">
                <a:solidFill>
                  <a:schemeClr val="tx1"/>
                </a:solidFill>
              </a:rPr>
              <a:t> </a:t>
            </a:r>
            <a:r>
              <a:rPr lang="en-US" dirty="0" smtClean="0">
                <a:hlinkClick r:id="rId2"/>
              </a:rPr>
              <a:t>https://www.geeksforgeeks.org/collision-detection-csmacd/</a:t>
            </a:r>
            <a:r>
              <a:rPr lang="en-US" dirty="0" smtClean="0"/>
              <a:t> accessed on 24</a:t>
            </a:r>
            <a:r>
              <a:rPr lang="en-US" baseline="30000" dirty="0" smtClean="0"/>
              <a:t>th</a:t>
            </a:r>
            <a:r>
              <a:rPr lang="en-US" dirty="0" smtClean="0"/>
              <a:t> February 2020.</a:t>
            </a:r>
            <a:endParaRPr lang="en-US" dirty="0">
              <a:solidFill>
                <a:schemeClr val="tx1"/>
              </a:solidFill>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66</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COMMUNICATION NETWORKS</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February 2020</a:t>
            </a:r>
            <a:endParaRPr lang="en-IN" sz="1100" dirty="0"/>
          </a:p>
        </p:txBody>
      </p:sp>
    </p:spTree>
  </p:cSld>
  <p:clrMapOvr>
    <a:masterClrMapping/>
  </p:clrMapOvr>
  <p:transition>
    <p:pull dir="d"/>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chemeClr val="tx1"/>
                </a:solidFill>
                <a:latin typeface="Calibri" pitchFamily="34" charset="0"/>
                <a:cs typeface="Times New Roman" panose="02020603050405020304" pitchFamily="18" charset="0"/>
              </a:rPr>
              <a:t>                  Description </a:t>
            </a:r>
            <a:r>
              <a:rPr lang="en-US" sz="3200" b="1" dirty="0">
                <a:solidFill>
                  <a:schemeClr val="tx1"/>
                </a:solidFill>
                <a:latin typeface="Calibri" pitchFamily="34" charset="0"/>
                <a:cs typeface="Times New Roman" panose="02020603050405020304" pitchFamily="18" charset="0"/>
              </a:rPr>
              <a:t>of </a:t>
            </a:r>
            <a:r>
              <a:rPr lang="en-US" sz="3200" b="1" dirty="0" smtClean="0">
                <a:solidFill>
                  <a:schemeClr val="tx1"/>
                </a:solidFill>
                <a:latin typeface="Calibri" pitchFamily="34" charset="0"/>
                <a:cs typeface="Times New Roman" panose="02020603050405020304" pitchFamily="18" charset="0"/>
              </a:rPr>
              <a:t>course-VI</a:t>
            </a:r>
            <a:endParaRPr lang="en-IN" sz="3200" dirty="0"/>
          </a:p>
        </p:txBody>
      </p:sp>
      <p:sp>
        <p:nvSpPr>
          <p:cNvPr id="3" name="Content Placeholder 2"/>
          <p:cNvSpPr>
            <a:spLocks noGrp="1"/>
          </p:cNvSpPr>
          <p:nvPr>
            <p:ph idx="1"/>
          </p:nvPr>
        </p:nvSpPr>
        <p:spPr/>
        <p:txBody>
          <a:bodyPr/>
          <a:lstStyle/>
          <a:p>
            <a:pPr marL="201168" lvl="1" indent="0">
              <a:buNone/>
            </a:pPr>
            <a:r>
              <a:rPr lang="en-US" sz="3000" b="1" kern="0" dirty="0" smtClean="0">
                <a:solidFill>
                  <a:schemeClr val="tx1"/>
                </a:solidFill>
                <a:latin typeface="Calibri" pitchFamily="34" charset="0"/>
                <a:cs typeface="Times New Roman" panose="02020603050405020304" pitchFamily="18" charset="0"/>
              </a:rPr>
              <a:t>       </a:t>
            </a:r>
          </a:p>
          <a:p>
            <a:pPr marL="201168" lvl="1" indent="0">
              <a:buNone/>
            </a:pPr>
            <a:endParaRPr lang="en-US" sz="3000" b="1" kern="0" dirty="0">
              <a:solidFill>
                <a:schemeClr val="tx1"/>
              </a:solidFill>
              <a:latin typeface="Calibri" pitchFamily="34" charset="0"/>
              <a:cs typeface="Times New Roman" panose="02020603050405020304" pitchFamily="18" charset="0"/>
            </a:endParaRPr>
          </a:p>
          <a:p>
            <a:pPr marL="201168" lvl="1" indent="0">
              <a:buNone/>
            </a:pPr>
            <a:r>
              <a:rPr lang="en-US" sz="3000" b="1" kern="0" dirty="0" smtClean="0">
                <a:solidFill>
                  <a:schemeClr val="tx1"/>
                </a:solidFill>
                <a:latin typeface="Calibri" pitchFamily="34" charset="0"/>
                <a:cs typeface="Times New Roman" panose="02020603050405020304" pitchFamily="18" charset="0"/>
              </a:rPr>
              <a:t>       EC 543</a:t>
            </a:r>
            <a:r>
              <a:rPr lang="en-US" sz="3000" b="1" dirty="0" smtClean="0">
                <a:solidFill>
                  <a:schemeClr val="tx1"/>
                </a:solidFill>
                <a:latin typeface="Calibri" pitchFamily="34" charset="0"/>
                <a:cs typeface="Times New Roman" panose="02020603050405020304" pitchFamily="18" charset="0"/>
              </a:rPr>
              <a:t>: </a:t>
            </a:r>
            <a:r>
              <a:rPr lang="en-US" sz="3000" dirty="0">
                <a:ln w="12700">
                  <a:solidFill>
                    <a:schemeClr val="dk1"/>
                  </a:solidFill>
                </a:ln>
                <a:solidFill>
                  <a:schemeClr val="tx1"/>
                </a:solidFill>
                <a:cs typeface="Arial" panose="020B0604020202020204" pitchFamily="34" charset="0"/>
              </a:rPr>
              <a:t>DIGITAL SIGNAL </a:t>
            </a:r>
            <a:r>
              <a:rPr lang="en-US" sz="3000" dirty="0" smtClean="0">
                <a:ln w="12700">
                  <a:solidFill>
                    <a:schemeClr val="dk1"/>
                  </a:solidFill>
                </a:ln>
                <a:solidFill>
                  <a:schemeClr val="tx1"/>
                </a:solidFill>
                <a:cs typeface="Arial" panose="020B0604020202020204" pitchFamily="34" charset="0"/>
              </a:rPr>
              <a:t>PROCESSOR</a:t>
            </a:r>
            <a:endParaRPr lang="en-US" sz="3000" b="1" kern="0" dirty="0">
              <a:solidFill>
                <a:schemeClr val="tx1"/>
              </a:solidFill>
              <a:latin typeface="Calibri" pitchFamily="34" charset="0"/>
              <a:cs typeface="Times New Roman" panose="02020603050405020304" pitchFamily="18" charset="0"/>
            </a:endParaRPr>
          </a:p>
          <a:p>
            <a:pPr marL="1028700" lvl="1" indent="-540000" algn="just">
              <a:buNone/>
            </a:pPr>
            <a:r>
              <a:rPr lang="en-US" sz="3000" b="1" kern="0" dirty="0">
                <a:solidFill>
                  <a:schemeClr val="accent4">
                    <a:lumMod val="50000"/>
                  </a:schemeClr>
                </a:solidFill>
                <a:effectLst>
                  <a:outerShdw blurRad="38100" dist="38100" dir="2700000" algn="tl">
                    <a:srgbClr val="000000">
                      <a:alpha val="43137"/>
                    </a:srgbClr>
                  </a:outerShdw>
                </a:effectLst>
                <a:cs typeface="Times New Roman" panose="02020603050405020304" pitchFamily="18" charset="0"/>
              </a:rPr>
              <a:t>    </a:t>
            </a:r>
            <a:r>
              <a:rPr lang="en-IN" sz="2400" dirty="0">
                <a:solidFill>
                  <a:schemeClr val="tx1"/>
                </a:solidFill>
                <a:latin typeface="Calibri" pitchFamily="34" charset="0"/>
                <a:cs typeface="Times New Roman" panose="02020603050405020304" pitchFamily="18" charset="0"/>
              </a:rPr>
              <a:t>Course Instructor:</a:t>
            </a:r>
          </a:p>
          <a:p>
            <a:pPr marL="1028700" lvl="1" indent="-540000" algn="just">
              <a:buNone/>
            </a:pPr>
            <a:r>
              <a:rPr lang="en-IN" sz="2400" dirty="0">
                <a:solidFill>
                  <a:schemeClr val="tx1"/>
                </a:solidFill>
                <a:latin typeface="Calibri" pitchFamily="34" charset="0"/>
                <a:cs typeface="Times New Roman" panose="02020603050405020304" pitchFamily="18" charset="0"/>
              </a:rPr>
              <a:t>     Dr. </a:t>
            </a:r>
            <a:r>
              <a:rPr lang="en-IN" sz="2400" dirty="0" smtClean="0">
                <a:solidFill>
                  <a:schemeClr val="tx1"/>
                </a:solidFill>
                <a:latin typeface="Calibri" pitchFamily="34" charset="0"/>
                <a:cs typeface="Times New Roman" panose="02020603050405020304" pitchFamily="18" charset="0"/>
              </a:rPr>
              <a:t>R.Murugan, </a:t>
            </a:r>
            <a:r>
              <a:rPr lang="en-IN" sz="2400" dirty="0">
                <a:solidFill>
                  <a:schemeClr val="tx1"/>
                </a:solidFill>
                <a:latin typeface="Calibri" pitchFamily="34" charset="0"/>
                <a:cs typeface="Times New Roman" panose="02020603050405020304" pitchFamily="18" charset="0"/>
              </a:rPr>
              <a:t>Assistant professor, </a:t>
            </a:r>
          </a:p>
          <a:p>
            <a:pPr marL="1028700" lvl="1" indent="-540000" algn="just">
              <a:buNone/>
            </a:pPr>
            <a:r>
              <a:rPr lang="en-IN" sz="2400" dirty="0">
                <a:solidFill>
                  <a:schemeClr val="tx1"/>
                </a:solidFill>
                <a:latin typeface="Calibri" pitchFamily="34" charset="0"/>
                <a:cs typeface="Times New Roman" panose="02020603050405020304" pitchFamily="18" charset="0"/>
              </a:rPr>
              <a:t>     Dept. of Electronics and Communication Engineering</a:t>
            </a:r>
          </a:p>
        </p:txBody>
      </p:sp>
      <p:sp>
        <p:nvSpPr>
          <p:cNvPr id="4" name="Footer Placeholder 3"/>
          <p:cNvSpPr>
            <a:spLocks noGrp="1"/>
          </p:cNvSpPr>
          <p:nvPr>
            <p:ph type="ftr" sz="quarter" idx="11"/>
          </p:nvPr>
        </p:nvSpPr>
        <p:spPr/>
        <p:txBody>
          <a:bodyPr/>
          <a:lstStyle/>
          <a:p>
            <a:r>
              <a:rPr lang="en-US" sz="1200" b="1" dirty="0">
                <a:solidFill>
                  <a:schemeClr val="tx1"/>
                </a:solidFill>
              </a:rPr>
              <a:t>Electronics &amp; communication Engineering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67</a:t>
            </a:fld>
            <a:endParaRPr lang="en-US" dirty="0"/>
          </a:p>
        </p:txBody>
      </p:sp>
      <p:sp>
        <p:nvSpPr>
          <p:cNvPr id="6" name="TextBox 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sp>
        <p:nvSpPr>
          <p:cNvPr id="7" name="Round Same Side Corner Rectangle 6">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8" name="Picture 7"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3209044294"/>
      </p:ext>
    </p:extLst>
  </p:cSld>
  <p:clrMapOvr>
    <a:masterClrMapping/>
  </p:clrMapOvr>
  <p:transition>
    <p:pull di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Content</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IN" dirty="0" smtClean="0"/>
              <a:t> Harvard Architecture</a:t>
            </a:r>
          </a:p>
          <a:p>
            <a:pPr>
              <a:buFont typeface="Wingdings" panose="05000000000000000000" pitchFamily="2" charset="2"/>
              <a:buChar char="q"/>
            </a:pPr>
            <a:r>
              <a:rPr lang="en-IN" dirty="0"/>
              <a:t> </a:t>
            </a:r>
            <a:r>
              <a:rPr lang="en-IN" dirty="0" smtClean="0"/>
              <a:t>Pipelining and Parallelism</a:t>
            </a:r>
          </a:p>
          <a:p>
            <a:pPr>
              <a:buFont typeface="Wingdings" panose="05000000000000000000" pitchFamily="2" charset="2"/>
              <a:buChar char="q"/>
            </a:pPr>
            <a:r>
              <a:rPr lang="en-IN" dirty="0"/>
              <a:t> </a:t>
            </a:r>
            <a:r>
              <a:rPr lang="en-IN" dirty="0" smtClean="0"/>
              <a:t>TMS320C64xx architecture</a:t>
            </a:r>
          </a:p>
          <a:p>
            <a:pPr>
              <a:buFont typeface="Wingdings" panose="05000000000000000000" pitchFamily="2" charset="2"/>
              <a:buChar char="q"/>
            </a:pPr>
            <a:r>
              <a:rPr lang="en-IN" dirty="0"/>
              <a:t> </a:t>
            </a:r>
            <a:r>
              <a:rPr lang="en-IN" dirty="0" smtClean="0"/>
              <a:t>Memory</a:t>
            </a:r>
          </a:p>
          <a:p>
            <a:pPr>
              <a:buFont typeface="Wingdings" panose="05000000000000000000" pitchFamily="2" charset="2"/>
              <a:buChar char="q"/>
            </a:pPr>
            <a:r>
              <a:rPr lang="en-IN" dirty="0"/>
              <a:t> </a:t>
            </a:r>
            <a:r>
              <a:rPr lang="en-IN" dirty="0" smtClean="0"/>
              <a:t>Interrupts</a:t>
            </a:r>
          </a:p>
          <a:p>
            <a:pPr>
              <a:buFont typeface="Wingdings" panose="05000000000000000000" pitchFamily="2" charset="2"/>
              <a:buChar char="q"/>
            </a:pPr>
            <a:r>
              <a:rPr lang="en-IN" dirty="0"/>
              <a:t> </a:t>
            </a:r>
            <a:r>
              <a:rPr lang="en-IN" dirty="0" smtClean="0"/>
              <a:t>DMA (Direct Memory Access)</a:t>
            </a:r>
          </a:p>
          <a:p>
            <a:pPr>
              <a:buFont typeface="Wingdings" panose="05000000000000000000" pitchFamily="2" charset="2"/>
              <a:buChar char="q"/>
            </a:pPr>
            <a:r>
              <a:rPr lang="en-IN" dirty="0"/>
              <a:t> </a:t>
            </a:r>
            <a:r>
              <a:rPr lang="en-IN" dirty="0" smtClean="0"/>
              <a:t>Timers</a:t>
            </a:r>
            <a:endParaRPr lang="en-IN" dirty="0"/>
          </a:p>
        </p:txBody>
      </p:sp>
      <p:sp>
        <p:nvSpPr>
          <p:cNvPr id="4" name="Footer Placeholder 3"/>
          <p:cNvSpPr>
            <a:spLocks noGrp="1"/>
          </p:cNvSpPr>
          <p:nvPr>
            <p:ph type="ftr" sz="quarter" idx="11"/>
          </p:nvPr>
        </p:nvSpPr>
        <p:spPr/>
        <p:txBody>
          <a:bodyPr/>
          <a:lstStyle/>
          <a:p>
            <a:r>
              <a:rPr lang="en-US" sz="1200" b="1" dirty="0" smtClean="0">
                <a:solidFill>
                  <a:schemeClr val="tx1"/>
                </a:solidFill>
              </a:rPr>
              <a:t> 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68</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spTree>
    <p:extLst>
      <p:ext uri="{BB962C8B-B14F-4D97-AF65-F5344CB8AC3E}">
        <p14:creationId xmlns:p14="http://schemas.microsoft.com/office/powerpoint/2010/main" xmlns="" val="878896674"/>
      </p:ext>
    </p:extLst>
  </p:cSld>
  <p:clrMapOvr>
    <a:masterClrMapping/>
  </p:clrMapOvr>
  <p:transition>
    <p:pull di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chemeClr val="tx1"/>
                </a:solidFill>
              </a:rPr>
              <a:t>Harvard Architecture</a:t>
            </a:r>
            <a:endParaRPr lang="en-IN" dirty="0">
              <a:solidFill>
                <a:schemeClr val="tx1"/>
              </a:solidFill>
            </a:endParaRPr>
          </a:p>
        </p:txBody>
      </p:sp>
      <p:sp>
        <p:nvSpPr>
          <p:cNvPr id="3" name="Content Placeholder 2"/>
          <p:cNvSpPr>
            <a:spLocks noGrp="1"/>
          </p:cNvSpPr>
          <p:nvPr>
            <p:ph idx="1"/>
          </p:nvPr>
        </p:nvSpPr>
        <p:spPr/>
        <p:txBody>
          <a:bodyPr/>
          <a:lstStyle/>
          <a:p>
            <a:pPr>
              <a:buFont typeface="Wingdings" panose="05000000000000000000" pitchFamily="2" charset="2"/>
              <a:buChar char="v"/>
            </a:pPr>
            <a:r>
              <a:rPr lang="en-IN" dirty="0" smtClean="0"/>
              <a:t> </a:t>
            </a:r>
            <a:r>
              <a:rPr lang="en-IN" dirty="0" smtClean="0">
                <a:solidFill>
                  <a:schemeClr val="tx1"/>
                </a:solidFill>
              </a:rPr>
              <a:t>This architecture employs entirely separate memory systems to store   instructions and data.</a:t>
            </a:r>
          </a:p>
          <a:p>
            <a:pPr>
              <a:buFont typeface="Wingdings" panose="05000000000000000000" pitchFamily="2" charset="2"/>
              <a:buChar char="v"/>
            </a:pPr>
            <a:r>
              <a:rPr lang="en-IN" dirty="0">
                <a:solidFill>
                  <a:schemeClr val="tx1"/>
                </a:solidFill>
              </a:rPr>
              <a:t> </a:t>
            </a:r>
            <a:r>
              <a:rPr lang="en-IN" dirty="0" smtClean="0">
                <a:solidFill>
                  <a:schemeClr val="tx1"/>
                </a:solidFill>
              </a:rPr>
              <a:t>The CPU fetches the next instruction and load or store data simultaneously and independently.</a:t>
            </a:r>
          </a:p>
          <a:p>
            <a:pPr marL="0" indent="0">
              <a:buNone/>
            </a:pPr>
            <a:endParaRPr lang="en-IN" dirty="0"/>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69</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pic>
        <p:nvPicPr>
          <p:cNvPr id="9" name="Picture 8"/>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266825" y="3167365"/>
            <a:ext cx="6610350" cy="2810102"/>
          </a:xfrm>
          <a:prstGeom prst="rect">
            <a:avLst/>
          </a:prstGeom>
        </p:spPr>
      </p:pic>
      <p:sp>
        <p:nvSpPr>
          <p:cNvPr id="10" name="TextBox 9"/>
          <p:cNvSpPr txBox="1"/>
          <p:nvPr/>
        </p:nvSpPr>
        <p:spPr>
          <a:xfrm>
            <a:off x="2251440" y="5886028"/>
            <a:ext cx="4686837"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 </a:t>
            </a:r>
            <a:r>
              <a:rPr lang="en-US" sz="1600" b="1" dirty="0" smtClean="0">
                <a:latin typeface="Times New Roman" panose="02020603050405020304" pitchFamily="18" charset="0"/>
                <a:cs typeface="Times New Roman" panose="02020603050405020304" pitchFamily="18" charset="0"/>
              </a:rPr>
              <a:t>17.  </a:t>
            </a:r>
            <a:r>
              <a:rPr lang="en-US" sz="1600" b="1" dirty="0" smtClean="0">
                <a:latin typeface="Times New Roman" panose="02020603050405020304" pitchFamily="18" charset="0"/>
                <a:cs typeface="Times New Roman" panose="02020603050405020304" pitchFamily="18" charset="0"/>
              </a:rPr>
              <a:t>Harvard Architecture</a:t>
            </a: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832628593"/>
      </p:ext>
    </p:extLst>
  </p:cSld>
  <p:clrMapOvr>
    <a:masterClrMapping/>
  </p:clrMapOvr>
  <p:transition>
    <p:pull dir="d"/>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chemeClr val="tx1"/>
                </a:solidFill>
              </a:rPr>
              <a:t>Parallel Processing</a:t>
            </a:r>
            <a:endParaRPr lang="en-IN" dirty="0">
              <a:solidFill>
                <a:schemeClr val="tx1"/>
              </a:solidFill>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70</a:t>
            </a:fld>
            <a:endParaRPr lang="en-US" dirty="0"/>
          </a:p>
        </p:txBody>
      </p:sp>
      <p:sp>
        <p:nvSpPr>
          <p:cNvPr id="6" name="Rectangle 5"/>
          <p:cNvSpPr/>
          <p:nvPr/>
        </p:nvSpPr>
        <p:spPr>
          <a:xfrm>
            <a:off x="2895600" y="2133600"/>
            <a:ext cx="13716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i="1" dirty="0" smtClean="0">
                <a:solidFill>
                  <a:schemeClr val="tx1"/>
                </a:solidFill>
              </a:rPr>
              <a:t>Functional unit F</a:t>
            </a:r>
            <a:endParaRPr lang="en-IN" i="1" dirty="0">
              <a:solidFill>
                <a:schemeClr val="tx1"/>
              </a:solidFill>
            </a:endParaRPr>
          </a:p>
        </p:txBody>
      </p:sp>
      <p:sp>
        <p:nvSpPr>
          <p:cNvPr id="7" name="Rectangle 6"/>
          <p:cNvSpPr/>
          <p:nvPr/>
        </p:nvSpPr>
        <p:spPr>
          <a:xfrm>
            <a:off x="2895600" y="3352800"/>
            <a:ext cx="13716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i="1" dirty="0">
                <a:solidFill>
                  <a:schemeClr val="tx1"/>
                </a:solidFill>
              </a:rPr>
              <a:t>Functional unit F</a:t>
            </a:r>
          </a:p>
        </p:txBody>
      </p:sp>
      <p:sp>
        <p:nvSpPr>
          <p:cNvPr id="8" name="Rectangle 7"/>
          <p:cNvSpPr/>
          <p:nvPr/>
        </p:nvSpPr>
        <p:spPr>
          <a:xfrm rot="10800000" flipH="1" flipV="1">
            <a:off x="2895599" y="4705490"/>
            <a:ext cx="1371599" cy="7047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i="1" dirty="0">
                <a:solidFill>
                  <a:schemeClr val="tx1"/>
                </a:solidFill>
              </a:rPr>
              <a:t>Functional unit F</a:t>
            </a:r>
          </a:p>
        </p:txBody>
      </p:sp>
      <p:cxnSp>
        <p:nvCxnSpPr>
          <p:cNvPr id="10" name="Straight Connector 9"/>
          <p:cNvCxnSpPr/>
          <p:nvPr/>
        </p:nvCxnSpPr>
        <p:spPr>
          <a:xfrm>
            <a:off x="2057400" y="2514600"/>
            <a:ext cx="0" cy="25432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endCxn id="6" idx="1"/>
          </p:cNvCxnSpPr>
          <p:nvPr/>
        </p:nvCxnSpPr>
        <p:spPr>
          <a:xfrm>
            <a:off x="2057400" y="2514600"/>
            <a:ext cx="838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057400" y="5057845"/>
            <a:ext cx="22097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2057400" y="3733800"/>
            <a:ext cx="83819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1143000" y="3733799"/>
            <a:ext cx="91440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4573190" y="2666013"/>
            <a:ext cx="914400" cy="229587"/>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rPr>
              <a:t>T</a:t>
            </a:r>
            <a:r>
              <a:rPr lang="en-IN" sz="1200" b="1" dirty="0" smtClean="0">
                <a:solidFill>
                  <a:schemeClr val="tx1"/>
                </a:solidFill>
              </a:rPr>
              <a:t>0</a:t>
            </a:r>
            <a:endParaRPr lang="en-IN" sz="1200" b="1" dirty="0">
              <a:solidFill>
                <a:schemeClr val="tx1"/>
              </a:solidFill>
            </a:endParaRPr>
          </a:p>
        </p:txBody>
      </p:sp>
      <p:sp>
        <p:nvSpPr>
          <p:cNvPr id="27" name="Rectangle 26"/>
          <p:cNvSpPr/>
          <p:nvPr/>
        </p:nvSpPr>
        <p:spPr>
          <a:xfrm>
            <a:off x="4573190" y="3886200"/>
            <a:ext cx="1218010" cy="2286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rPr>
              <a:t>T</a:t>
            </a:r>
            <a:r>
              <a:rPr lang="en-IN" sz="1200" b="1" dirty="0" smtClean="0">
                <a:solidFill>
                  <a:schemeClr val="tx1"/>
                </a:solidFill>
              </a:rPr>
              <a:t>1</a:t>
            </a:r>
            <a:endParaRPr lang="en-IN" sz="1200" b="1" dirty="0">
              <a:solidFill>
                <a:schemeClr val="tx1"/>
              </a:solidFill>
            </a:endParaRPr>
          </a:p>
        </p:txBody>
      </p:sp>
      <p:sp>
        <p:nvSpPr>
          <p:cNvPr id="28" name="Rectangle 27"/>
          <p:cNvSpPr/>
          <p:nvPr/>
        </p:nvSpPr>
        <p:spPr>
          <a:xfrm>
            <a:off x="4573190" y="5105400"/>
            <a:ext cx="608410" cy="20842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1"/>
                </a:solidFill>
              </a:rPr>
              <a:t>T</a:t>
            </a:r>
            <a:r>
              <a:rPr lang="en-IN" sz="1200" b="1" dirty="0" smtClean="0">
                <a:solidFill>
                  <a:schemeClr val="tx1"/>
                </a:solidFill>
              </a:rPr>
              <a:t>2</a:t>
            </a:r>
            <a:endParaRPr lang="en-IN" sz="1200" b="1" dirty="0">
              <a:solidFill>
                <a:schemeClr val="tx1"/>
              </a:solidFill>
            </a:endParaRPr>
          </a:p>
        </p:txBody>
      </p:sp>
      <p:cxnSp>
        <p:nvCxnSpPr>
          <p:cNvPr id="30" name="Straight Connector 29"/>
          <p:cNvCxnSpPr/>
          <p:nvPr/>
        </p:nvCxnSpPr>
        <p:spPr>
          <a:xfrm>
            <a:off x="5791200" y="2209800"/>
            <a:ext cx="0" cy="3104021"/>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5" name="Content Placeholder 34"/>
          <p:cNvSpPr>
            <a:spLocks noGrp="1"/>
          </p:cNvSpPr>
          <p:nvPr>
            <p:ph idx="1"/>
          </p:nvPr>
        </p:nvSpPr>
        <p:spPr>
          <a:xfrm>
            <a:off x="1104900" y="3352800"/>
            <a:ext cx="914400" cy="369332"/>
          </a:xfrm>
          <a:prstGeom prst="rect">
            <a:avLst/>
          </a:prstGeom>
        </p:spPr>
        <p:txBody>
          <a:bodyPr wrap="square">
            <a:spAutoFit/>
          </a:bodyPr>
          <a:lstStyle/>
          <a:p>
            <a:pPr>
              <a:buClr>
                <a:schemeClr val="tx1"/>
              </a:buClr>
            </a:pPr>
            <a:r>
              <a:rPr lang="en-US" dirty="0" smtClean="0">
                <a:cs typeface="Times New Roman" panose="02020603050405020304" pitchFamily="18" charset="0"/>
              </a:rPr>
              <a:t>F</a:t>
            </a:r>
            <a:r>
              <a:rPr lang="en-US" sz="1200" dirty="0" smtClean="0">
                <a:cs typeface="Times New Roman" panose="02020603050405020304" pitchFamily="18" charset="0"/>
              </a:rPr>
              <a:t>0</a:t>
            </a:r>
            <a:r>
              <a:rPr lang="en-US" dirty="0" smtClean="0">
                <a:cs typeface="Times New Roman" panose="02020603050405020304" pitchFamily="18" charset="0"/>
              </a:rPr>
              <a:t>F</a:t>
            </a:r>
            <a:r>
              <a:rPr lang="en-US" sz="1200" dirty="0" smtClean="0">
                <a:cs typeface="Times New Roman" panose="02020603050405020304" pitchFamily="18" charset="0"/>
              </a:rPr>
              <a:t>1</a:t>
            </a:r>
            <a:r>
              <a:rPr lang="en-US" dirty="0" smtClean="0">
                <a:cs typeface="Times New Roman" panose="02020603050405020304" pitchFamily="18" charset="0"/>
              </a:rPr>
              <a:t>F</a:t>
            </a:r>
            <a:r>
              <a:rPr lang="en-US" sz="1200" dirty="0" smtClean="0">
                <a:cs typeface="Times New Roman" panose="02020603050405020304" pitchFamily="18" charset="0"/>
              </a:rPr>
              <a:t>2</a:t>
            </a:r>
            <a:endParaRPr lang="en-US" sz="1200" dirty="0">
              <a:cs typeface="Times New Roman" panose="02020603050405020304" pitchFamily="18" charset="0"/>
            </a:endParaRPr>
          </a:p>
        </p:txBody>
      </p:sp>
      <p:sp>
        <p:nvSpPr>
          <p:cNvPr id="36" name="Content Placeholder 34"/>
          <p:cNvSpPr txBox="1">
            <a:spLocks/>
          </p:cNvSpPr>
          <p:nvPr/>
        </p:nvSpPr>
        <p:spPr>
          <a:xfrm>
            <a:off x="2290504" y="2179135"/>
            <a:ext cx="457202"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cs typeface="Times New Roman" panose="02020603050405020304" pitchFamily="18" charset="0"/>
              </a:rPr>
              <a:t>F</a:t>
            </a:r>
            <a:r>
              <a:rPr lang="en-US" sz="1200" dirty="0" smtClean="0">
                <a:cs typeface="Times New Roman" panose="02020603050405020304" pitchFamily="18" charset="0"/>
              </a:rPr>
              <a:t>0</a:t>
            </a:r>
            <a:endParaRPr lang="en-US" sz="1200" dirty="0">
              <a:cs typeface="Times New Roman" panose="02020603050405020304" pitchFamily="18" charset="0"/>
            </a:endParaRPr>
          </a:p>
        </p:txBody>
      </p:sp>
      <p:sp>
        <p:nvSpPr>
          <p:cNvPr id="37" name="Content Placeholder 34"/>
          <p:cNvSpPr txBox="1">
            <a:spLocks/>
          </p:cNvSpPr>
          <p:nvPr/>
        </p:nvSpPr>
        <p:spPr>
          <a:xfrm>
            <a:off x="2260596" y="3372934"/>
            <a:ext cx="457202"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cs typeface="Times New Roman" panose="02020603050405020304" pitchFamily="18" charset="0"/>
              </a:rPr>
              <a:t>F</a:t>
            </a:r>
            <a:r>
              <a:rPr lang="en-US" sz="1200" dirty="0" smtClean="0">
                <a:cs typeface="Times New Roman" panose="02020603050405020304" pitchFamily="18" charset="0"/>
              </a:rPr>
              <a:t>1</a:t>
            </a:r>
            <a:endParaRPr lang="en-US" sz="1200" dirty="0">
              <a:cs typeface="Times New Roman" panose="02020603050405020304" pitchFamily="18" charset="0"/>
            </a:endParaRPr>
          </a:p>
        </p:txBody>
      </p:sp>
      <p:sp>
        <p:nvSpPr>
          <p:cNvPr id="38" name="Content Placeholder 34"/>
          <p:cNvSpPr txBox="1">
            <a:spLocks/>
          </p:cNvSpPr>
          <p:nvPr/>
        </p:nvSpPr>
        <p:spPr>
          <a:xfrm>
            <a:off x="2307437" y="4671579"/>
            <a:ext cx="457202"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cs typeface="Times New Roman" panose="02020603050405020304" pitchFamily="18" charset="0"/>
              </a:rPr>
              <a:t>F</a:t>
            </a:r>
            <a:r>
              <a:rPr lang="en-US" sz="1200" dirty="0" smtClean="0">
                <a:cs typeface="Times New Roman" panose="02020603050405020304" pitchFamily="18" charset="0"/>
              </a:rPr>
              <a:t>2</a:t>
            </a:r>
            <a:endParaRPr lang="en-US" sz="1200" dirty="0">
              <a:cs typeface="Times New Roman" panose="02020603050405020304" pitchFamily="18" charset="0"/>
            </a:endParaRPr>
          </a:p>
        </p:txBody>
      </p:sp>
      <p:sp>
        <p:nvSpPr>
          <p:cNvPr id="39" name="Content Placeholder 34"/>
          <p:cNvSpPr txBox="1">
            <a:spLocks/>
          </p:cNvSpPr>
          <p:nvPr/>
        </p:nvSpPr>
        <p:spPr>
          <a:xfrm>
            <a:off x="5047323" y="5591083"/>
            <a:ext cx="1601392"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solidFill>
                  <a:schemeClr val="tx1"/>
                </a:solidFill>
                <a:cs typeface="Times New Roman" panose="02020603050405020304" pitchFamily="18" charset="0"/>
              </a:rPr>
              <a:t>Max(T</a:t>
            </a:r>
            <a:r>
              <a:rPr lang="en-US" sz="1200" dirty="0" smtClean="0">
                <a:solidFill>
                  <a:schemeClr val="tx1"/>
                </a:solidFill>
                <a:cs typeface="Times New Roman" panose="02020603050405020304" pitchFamily="18" charset="0"/>
              </a:rPr>
              <a:t>0</a:t>
            </a: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1</a:t>
            </a: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2</a:t>
            </a:r>
            <a:r>
              <a:rPr lang="en-US" dirty="0" smtClean="0">
                <a:solidFill>
                  <a:schemeClr val="tx1"/>
                </a:solidFill>
                <a:cs typeface="Times New Roman" panose="02020603050405020304" pitchFamily="18" charset="0"/>
              </a:rPr>
              <a:t>)</a:t>
            </a:r>
            <a:endParaRPr lang="en-US" dirty="0">
              <a:solidFill>
                <a:schemeClr val="tx1"/>
              </a:solidFill>
              <a:cs typeface="Times New Roman" panose="02020603050405020304" pitchFamily="18" charset="0"/>
            </a:endParaRPr>
          </a:p>
        </p:txBody>
      </p:sp>
      <p:sp>
        <p:nvSpPr>
          <p:cNvPr id="41" name="Rectangle 40"/>
          <p:cNvSpPr/>
          <p:nvPr/>
        </p:nvSpPr>
        <p:spPr>
          <a:xfrm>
            <a:off x="6324600" y="2179134"/>
            <a:ext cx="2362200" cy="3078665"/>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Parallel Processing is a mode of operation in which a process is split into parts, which are executed simultaneously on different processors attached to the same computer.</a:t>
            </a:r>
            <a:endParaRPr lang="en-IN" dirty="0">
              <a:solidFill>
                <a:schemeClr val="tx1"/>
              </a:solidFill>
            </a:endParaRPr>
          </a:p>
        </p:txBody>
      </p:sp>
      <p:sp>
        <p:nvSpPr>
          <p:cNvPr id="42" name="Round Same Side Corner Rectangle 41">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44" name="Picture 43"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45" name="TextBox 44">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spTree>
    <p:extLst>
      <p:ext uri="{BB962C8B-B14F-4D97-AF65-F5344CB8AC3E}">
        <p14:creationId xmlns:p14="http://schemas.microsoft.com/office/powerpoint/2010/main" xmlns="" val="2904921876"/>
      </p:ext>
    </p:extLst>
  </p:cSld>
  <p:clrMapOvr>
    <a:masterClrMapping/>
  </p:clrMapOvr>
  <p:transition>
    <p:pull dir="d"/>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chemeClr val="tx1"/>
                </a:solidFill>
              </a:rPr>
              <a:t>Pipelining</a:t>
            </a:r>
            <a:endParaRPr lang="en-IN" dirty="0">
              <a:solidFill>
                <a:schemeClr val="tx1"/>
              </a:solidFill>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71</a:t>
            </a:fld>
            <a:endParaRPr lang="en-US" dirty="0"/>
          </a:p>
        </p:txBody>
      </p:sp>
      <p:sp>
        <p:nvSpPr>
          <p:cNvPr id="6" name="Rectangle 5"/>
          <p:cNvSpPr/>
          <p:nvPr/>
        </p:nvSpPr>
        <p:spPr>
          <a:xfrm>
            <a:off x="2209800" y="2209800"/>
            <a:ext cx="914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i="1" dirty="0" smtClean="0">
                <a:solidFill>
                  <a:schemeClr val="tx1"/>
                </a:solidFill>
              </a:rPr>
              <a:t>Function unit F</a:t>
            </a:r>
            <a:r>
              <a:rPr lang="en-IN" sz="1200" i="1" dirty="0" smtClean="0">
                <a:solidFill>
                  <a:schemeClr val="tx1"/>
                </a:solidFill>
              </a:rPr>
              <a:t>0</a:t>
            </a:r>
            <a:endParaRPr lang="en-IN" sz="1200" i="1" dirty="0">
              <a:solidFill>
                <a:schemeClr val="tx1"/>
              </a:solidFill>
            </a:endParaRPr>
          </a:p>
        </p:txBody>
      </p:sp>
      <p:sp>
        <p:nvSpPr>
          <p:cNvPr id="8" name="Rectangle 7"/>
          <p:cNvSpPr/>
          <p:nvPr/>
        </p:nvSpPr>
        <p:spPr>
          <a:xfrm>
            <a:off x="3658790" y="2209800"/>
            <a:ext cx="914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i="1" dirty="0">
                <a:solidFill>
                  <a:schemeClr val="tx1"/>
                </a:solidFill>
              </a:rPr>
              <a:t>Function unit </a:t>
            </a:r>
            <a:r>
              <a:rPr lang="en-IN" sz="1600" i="1" dirty="0" smtClean="0">
                <a:solidFill>
                  <a:schemeClr val="tx1"/>
                </a:solidFill>
              </a:rPr>
              <a:t>F</a:t>
            </a:r>
            <a:r>
              <a:rPr lang="en-IN" sz="1200" i="1" dirty="0" smtClean="0">
                <a:solidFill>
                  <a:schemeClr val="tx1"/>
                </a:solidFill>
              </a:rPr>
              <a:t>1</a:t>
            </a:r>
            <a:endParaRPr lang="en-IN" sz="1200" i="1" dirty="0">
              <a:solidFill>
                <a:schemeClr val="tx1"/>
              </a:solidFill>
            </a:endParaRPr>
          </a:p>
        </p:txBody>
      </p:sp>
      <p:sp>
        <p:nvSpPr>
          <p:cNvPr id="9" name="Rectangle 8"/>
          <p:cNvSpPr/>
          <p:nvPr/>
        </p:nvSpPr>
        <p:spPr>
          <a:xfrm>
            <a:off x="5029200" y="2209800"/>
            <a:ext cx="9144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i="1" dirty="0">
                <a:solidFill>
                  <a:schemeClr val="tx1"/>
                </a:solidFill>
              </a:rPr>
              <a:t>Function unit </a:t>
            </a:r>
            <a:r>
              <a:rPr lang="en-IN" sz="1600" i="1" dirty="0" smtClean="0">
                <a:solidFill>
                  <a:schemeClr val="tx1"/>
                </a:solidFill>
              </a:rPr>
              <a:t>F</a:t>
            </a:r>
            <a:r>
              <a:rPr lang="en-IN" sz="1200" i="1" dirty="0" smtClean="0">
                <a:solidFill>
                  <a:schemeClr val="tx1"/>
                </a:solidFill>
              </a:rPr>
              <a:t>2</a:t>
            </a:r>
            <a:endParaRPr lang="en-IN" sz="1200" i="1" dirty="0">
              <a:solidFill>
                <a:schemeClr val="tx1"/>
              </a:solidFill>
            </a:endParaRPr>
          </a:p>
        </p:txBody>
      </p:sp>
      <p:cxnSp>
        <p:nvCxnSpPr>
          <p:cNvPr id="11" name="Straight Arrow Connector 10"/>
          <p:cNvCxnSpPr/>
          <p:nvPr/>
        </p:nvCxnSpPr>
        <p:spPr>
          <a:xfrm>
            <a:off x="1295400" y="2552700"/>
            <a:ext cx="914400"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8" idx="1"/>
          </p:cNvCxnSpPr>
          <p:nvPr/>
        </p:nvCxnSpPr>
        <p:spPr>
          <a:xfrm>
            <a:off x="3124200" y="2552700"/>
            <a:ext cx="534590" cy="0"/>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9" idx="1"/>
          </p:cNvCxnSpPr>
          <p:nvPr/>
        </p:nvCxnSpPr>
        <p:spPr>
          <a:xfrm>
            <a:off x="4572000" y="2536755"/>
            <a:ext cx="457200" cy="15945"/>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3391495" y="2057401"/>
            <a:ext cx="1" cy="2438399"/>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4800600" y="2057400"/>
            <a:ext cx="0" cy="243840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209800" y="3276600"/>
            <a:ext cx="375023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209800" y="3867293"/>
            <a:ext cx="375023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2" name="Content Placeholder 34"/>
          <p:cNvSpPr>
            <a:spLocks noGrp="1"/>
          </p:cNvSpPr>
          <p:nvPr>
            <p:ph idx="1"/>
          </p:nvPr>
        </p:nvSpPr>
        <p:spPr>
          <a:xfrm>
            <a:off x="1263226" y="2158956"/>
            <a:ext cx="929641" cy="369332"/>
          </a:xfrm>
          <a:prstGeom prst="rect">
            <a:avLst/>
          </a:prstGeom>
        </p:spPr>
        <p:txBody>
          <a:bodyPr wrap="square">
            <a:spAutoFit/>
          </a:bodyPr>
          <a:lstStyle/>
          <a:p>
            <a:pPr>
              <a:buClr>
                <a:schemeClr val="tx1"/>
              </a:buClr>
            </a:pP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2</a:t>
            </a: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1</a:t>
            </a: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0</a:t>
            </a:r>
            <a:endParaRPr lang="en-US" sz="1200" dirty="0">
              <a:solidFill>
                <a:schemeClr val="tx1"/>
              </a:solidFill>
              <a:cs typeface="Times New Roman" panose="02020603050405020304" pitchFamily="18" charset="0"/>
            </a:endParaRPr>
          </a:p>
        </p:txBody>
      </p:sp>
      <p:sp>
        <p:nvSpPr>
          <p:cNvPr id="43" name="Content Placeholder 34"/>
          <p:cNvSpPr txBox="1">
            <a:spLocks/>
          </p:cNvSpPr>
          <p:nvPr/>
        </p:nvSpPr>
        <p:spPr>
          <a:xfrm>
            <a:off x="2509839" y="2907268"/>
            <a:ext cx="464821"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0</a:t>
            </a:r>
            <a:endParaRPr lang="en-US" sz="1200" dirty="0">
              <a:solidFill>
                <a:schemeClr val="tx1"/>
              </a:solidFill>
              <a:cs typeface="Times New Roman" panose="02020603050405020304" pitchFamily="18" charset="0"/>
            </a:endParaRPr>
          </a:p>
        </p:txBody>
      </p:sp>
      <p:sp>
        <p:nvSpPr>
          <p:cNvPr id="44" name="Content Placeholder 34"/>
          <p:cNvSpPr txBox="1">
            <a:spLocks/>
          </p:cNvSpPr>
          <p:nvPr/>
        </p:nvSpPr>
        <p:spPr>
          <a:xfrm>
            <a:off x="2485846" y="3486292"/>
            <a:ext cx="464821"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1</a:t>
            </a:r>
            <a:endParaRPr lang="en-US" sz="1200" dirty="0">
              <a:solidFill>
                <a:schemeClr val="tx1"/>
              </a:solidFill>
              <a:cs typeface="Times New Roman" panose="02020603050405020304" pitchFamily="18" charset="0"/>
            </a:endParaRPr>
          </a:p>
        </p:txBody>
      </p:sp>
      <p:sp>
        <p:nvSpPr>
          <p:cNvPr id="45" name="Content Placeholder 34"/>
          <p:cNvSpPr txBox="1">
            <a:spLocks/>
          </p:cNvSpPr>
          <p:nvPr/>
        </p:nvSpPr>
        <p:spPr>
          <a:xfrm>
            <a:off x="2476687" y="4126468"/>
            <a:ext cx="464821"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2</a:t>
            </a:r>
            <a:endParaRPr lang="en-US" sz="1200" dirty="0">
              <a:solidFill>
                <a:schemeClr val="tx1"/>
              </a:solidFill>
              <a:cs typeface="Times New Roman" panose="02020603050405020304" pitchFamily="18" charset="0"/>
            </a:endParaRPr>
          </a:p>
        </p:txBody>
      </p:sp>
      <p:sp>
        <p:nvSpPr>
          <p:cNvPr id="46" name="Content Placeholder 34"/>
          <p:cNvSpPr txBox="1">
            <a:spLocks/>
          </p:cNvSpPr>
          <p:nvPr/>
        </p:nvSpPr>
        <p:spPr>
          <a:xfrm>
            <a:off x="3883579" y="2907268"/>
            <a:ext cx="464821"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1</a:t>
            </a:r>
            <a:endParaRPr lang="en-US" sz="1200" dirty="0">
              <a:solidFill>
                <a:schemeClr val="tx1"/>
              </a:solidFill>
              <a:cs typeface="Times New Roman" panose="02020603050405020304" pitchFamily="18" charset="0"/>
            </a:endParaRPr>
          </a:p>
        </p:txBody>
      </p:sp>
      <p:sp>
        <p:nvSpPr>
          <p:cNvPr id="47" name="Content Placeholder 34"/>
          <p:cNvSpPr txBox="1">
            <a:spLocks/>
          </p:cNvSpPr>
          <p:nvPr/>
        </p:nvSpPr>
        <p:spPr>
          <a:xfrm>
            <a:off x="5252801" y="2907268"/>
            <a:ext cx="464821"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2</a:t>
            </a:r>
            <a:endParaRPr lang="en-US" sz="1200" dirty="0">
              <a:solidFill>
                <a:schemeClr val="tx1"/>
              </a:solidFill>
              <a:cs typeface="Times New Roman" panose="02020603050405020304" pitchFamily="18" charset="0"/>
            </a:endParaRPr>
          </a:p>
        </p:txBody>
      </p:sp>
      <p:sp>
        <p:nvSpPr>
          <p:cNvPr id="48" name="Content Placeholder 34"/>
          <p:cNvSpPr txBox="1">
            <a:spLocks/>
          </p:cNvSpPr>
          <p:nvPr/>
        </p:nvSpPr>
        <p:spPr>
          <a:xfrm>
            <a:off x="3894950" y="3486292"/>
            <a:ext cx="464821"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2</a:t>
            </a:r>
            <a:endParaRPr lang="en-US" sz="1200" dirty="0">
              <a:solidFill>
                <a:schemeClr val="tx1"/>
              </a:solidFill>
              <a:cs typeface="Times New Roman" panose="02020603050405020304" pitchFamily="18" charset="0"/>
            </a:endParaRPr>
          </a:p>
        </p:txBody>
      </p:sp>
      <p:sp>
        <p:nvSpPr>
          <p:cNvPr id="49" name="Content Placeholder 34"/>
          <p:cNvSpPr txBox="1">
            <a:spLocks/>
          </p:cNvSpPr>
          <p:nvPr/>
        </p:nvSpPr>
        <p:spPr>
          <a:xfrm>
            <a:off x="5252800" y="3472934"/>
            <a:ext cx="464821"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0</a:t>
            </a:r>
            <a:endParaRPr lang="en-US" sz="1200" dirty="0">
              <a:solidFill>
                <a:schemeClr val="tx1"/>
              </a:solidFill>
              <a:cs typeface="Times New Roman" panose="02020603050405020304" pitchFamily="18" charset="0"/>
            </a:endParaRPr>
          </a:p>
        </p:txBody>
      </p:sp>
      <p:sp>
        <p:nvSpPr>
          <p:cNvPr id="50" name="Content Placeholder 34"/>
          <p:cNvSpPr txBox="1">
            <a:spLocks/>
          </p:cNvSpPr>
          <p:nvPr/>
        </p:nvSpPr>
        <p:spPr>
          <a:xfrm>
            <a:off x="3883578" y="4126468"/>
            <a:ext cx="464821"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0</a:t>
            </a:r>
            <a:endParaRPr lang="en-US" sz="1200" dirty="0">
              <a:solidFill>
                <a:schemeClr val="tx1"/>
              </a:solidFill>
              <a:cs typeface="Times New Roman" panose="02020603050405020304" pitchFamily="18" charset="0"/>
            </a:endParaRPr>
          </a:p>
        </p:txBody>
      </p:sp>
      <p:sp>
        <p:nvSpPr>
          <p:cNvPr id="51" name="Content Placeholder 34"/>
          <p:cNvSpPr txBox="1">
            <a:spLocks/>
          </p:cNvSpPr>
          <p:nvPr/>
        </p:nvSpPr>
        <p:spPr>
          <a:xfrm>
            <a:off x="5257067" y="4145187"/>
            <a:ext cx="464821" cy="369332"/>
          </a:xfrm>
          <a:prstGeom prst="rect">
            <a:avLst/>
          </a:prstGeom>
        </p:spPr>
        <p:txBody>
          <a:bodyPr vert="horz" wrap="square" lIns="0" tIns="45720" rIns="0" bIns="45720" rtlCol="0">
            <a:sp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tx1"/>
              </a:buClr>
            </a:pPr>
            <a:r>
              <a:rPr lang="en-US" dirty="0" smtClean="0">
                <a:solidFill>
                  <a:schemeClr val="tx1"/>
                </a:solidFill>
                <a:cs typeface="Times New Roman" panose="02020603050405020304" pitchFamily="18" charset="0"/>
              </a:rPr>
              <a:t>T</a:t>
            </a:r>
            <a:r>
              <a:rPr lang="en-US" sz="1200" dirty="0" smtClean="0">
                <a:solidFill>
                  <a:schemeClr val="tx1"/>
                </a:solidFill>
                <a:cs typeface="Times New Roman" panose="02020603050405020304" pitchFamily="18" charset="0"/>
              </a:rPr>
              <a:t>1</a:t>
            </a:r>
            <a:endParaRPr lang="en-US" sz="1200" dirty="0">
              <a:solidFill>
                <a:schemeClr val="tx1"/>
              </a:solidFill>
              <a:cs typeface="Times New Roman" panose="02020603050405020304" pitchFamily="18" charset="0"/>
            </a:endParaRPr>
          </a:p>
        </p:txBody>
      </p:sp>
      <p:sp>
        <p:nvSpPr>
          <p:cNvPr id="52" name="Rectangle 51"/>
          <p:cNvSpPr/>
          <p:nvPr/>
        </p:nvSpPr>
        <p:spPr>
          <a:xfrm>
            <a:off x="1263226" y="4917395"/>
            <a:ext cx="5747174" cy="1117785"/>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Pipelining allows storing and executing instructions in an orderly manner. It is a technique where multiple instructions are overlapped during execution.</a:t>
            </a:r>
            <a:endParaRPr lang="en-IN" dirty="0">
              <a:solidFill>
                <a:schemeClr val="tx1"/>
              </a:solidFill>
            </a:endParaRPr>
          </a:p>
        </p:txBody>
      </p:sp>
      <p:sp>
        <p:nvSpPr>
          <p:cNvPr id="53" name="TextBox 52">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sp>
        <p:nvSpPr>
          <p:cNvPr id="54" name="Round Same Side Corner Rectangle 53">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55" name="Picture 54"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1228124473"/>
      </p:ext>
    </p:extLst>
  </p:cSld>
  <p:clrMapOvr>
    <a:masterClrMapping/>
  </p:clrMapOvr>
  <p:transition>
    <p:pull dir="d"/>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7543800" cy="1450757"/>
          </a:xfrm>
        </p:spPr>
        <p:txBody>
          <a:bodyPr>
            <a:normAutofit/>
          </a:bodyPr>
          <a:lstStyle/>
          <a:p>
            <a:r>
              <a:rPr lang="en-IN" sz="4400" dirty="0">
                <a:solidFill>
                  <a:schemeClr val="tx1"/>
                </a:solidFill>
              </a:rPr>
              <a:t>TMS320C64xx </a:t>
            </a:r>
            <a:r>
              <a:rPr lang="en-IN" sz="4400" dirty="0" smtClean="0">
                <a:solidFill>
                  <a:schemeClr val="tx1"/>
                </a:solidFill>
              </a:rPr>
              <a:t>CPU architecture</a:t>
            </a:r>
            <a:endParaRPr lang="en-IN" sz="4400" dirty="0">
              <a:solidFill>
                <a:schemeClr val="tx1"/>
              </a:solidFill>
            </a:endParaRPr>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52400" y="1371600"/>
            <a:ext cx="6053743" cy="4572001"/>
          </a:xfrm>
        </p:spPr>
      </p:pic>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72</a:t>
            </a:fld>
            <a:endParaRPr lang="en-US" dirty="0"/>
          </a:p>
        </p:txBody>
      </p:sp>
      <p:sp>
        <p:nvSpPr>
          <p:cNvPr id="8" name="Rectangle 7"/>
          <p:cNvSpPr/>
          <p:nvPr/>
        </p:nvSpPr>
        <p:spPr>
          <a:xfrm>
            <a:off x="6206143" y="1447800"/>
            <a:ext cx="2785457" cy="46482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The C6000 CPU components consist of:</a:t>
            </a:r>
          </a:p>
          <a:p>
            <a:pPr marL="285750" indent="-285750">
              <a:buFont typeface="Wingdings" panose="05000000000000000000" pitchFamily="2" charset="2"/>
              <a:buChar char="q"/>
            </a:pPr>
            <a:r>
              <a:rPr lang="en-US" sz="1600" dirty="0">
                <a:solidFill>
                  <a:schemeClr val="tx1"/>
                </a:solidFill>
              </a:rPr>
              <a:t> Two general-purpose register files (A and B)</a:t>
            </a:r>
          </a:p>
          <a:p>
            <a:pPr marL="285750" indent="-285750">
              <a:buFont typeface="Wingdings" panose="05000000000000000000" pitchFamily="2" charset="2"/>
              <a:buChar char="q"/>
            </a:pPr>
            <a:r>
              <a:rPr lang="en-US" sz="1600" dirty="0">
                <a:solidFill>
                  <a:schemeClr val="tx1"/>
                </a:solidFill>
              </a:rPr>
              <a:t> Eight functional units (.L1, .L2, .S1, .S2, .M1, .M2, .D1, and .D2)</a:t>
            </a:r>
          </a:p>
          <a:p>
            <a:pPr marL="285750" indent="-285750">
              <a:buFont typeface="Wingdings" panose="05000000000000000000" pitchFamily="2" charset="2"/>
              <a:buChar char="q"/>
            </a:pPr>
            <a:r>
              <a:rPr lang="en-US" sz="1600" dirty="0">
                <a:solidFill>
                  <a:schemeClr val="tx1"/>
                </a:solidFill>
              </a:rPr>
              <a:t> Two load-from-memory data paths (LD1 and LD2)</a:t>
            </a:r>
          </a:p>
          <a:p>
            <a:pPr marL="285750" indent="-285750">
              <a:buFont typeface="Wingdings" panose="05000000000000000000" pitchFamily="2" charset="2"/>
              <a:buChar char="q"/>
            </a:pPr>
            <a:r>
              <a:rPr lang="en-US" sz="1600" dirty="0">
                <a:solidFill>
                  <a:schemeClr val="tx1"/>
                </a:solidFill>
              </a:rPr>
              <a:t> Two store-to-memory data paths (ST1 and ST2)</a:t>
            </a:r>
          </a:p>
          <a:p>
            <a:pPr marL="285750" indent="-285750">
              <a:buFont typeface="Wingdings" panose="05000000000000000000" pitchFamily="2" charset="2"/>
              <a:buChar char="q"/>
            </a:pPr>
            <a:r>
              <a:rPr lang="en-US" sz="1600" dirty="0">
                <a:solidFill>
                  <a:schemeClr val="tx1"/>
                </a:solidFill>
              </a:rPr>
              <a:t> Two data address paths (DA1 and DA2)</a:t>
            </a:r>
          </a:p>
          <a:p>
            <a:pPr marL="285750" indent="-285750">
              <a:buFont typeface="Wingdings" panose="05000000000000000000" pitchFamily="2" charset="2"/>
              <a:buChar char="q"/>
            </a:pPr>
            <a:r>
              <a:rPr lang="en-US" sz="1600" dirty="0">
                <a:solidFill>
                  <a:schemeClr val="tx1"/>
                </a:solidFill>
              </a:rPr>
              <a:t> Two register file data cross paths (1X and 2X)</a:t>
            </a:r>
            <a:endParaRPr lang="en-IN" sz="1600" dirty="0">
              <a:solidFill>
                <a:schemeClr val="tx1"/>
              </a:solidFill>
            </a:endParaRPr>
          </a:p>
        </p:txBody>
      </p:sp>
      <p:sp>
        <p:nvSpPr>
          <p:cNvPr id="9" name="Round Same Side Corner Rectangle 8">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10" name="Picture 9"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0"/>
            <a:ext cx="990600" cy="852779"/>
          </a:xfrm>
          <a:prstGeom prst="rect">
            <a:avLst/>
          </a:prstGeom>
          <a:noFill/>
          <a:ln w="9525">
            <a:noFill/>
            <a:miter lim="800000"/>
            <a:headEnd/>
            <a:tailEnd/>
          </a:ln>
        </p:spPr>
      </p:pic>
      <p:sp>
        <p:nvSpPr>
          <p:cNvPr id="11" name="TextBox 1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sp>
        <p:nvSpPr>
          <p:cNvPr id="12" name="TextBox 11"/>
          <p:cNvSpPr txBox="1"/>
          <p:nvPr/>
        </p:nvSpPr>
        <p:spPr>
          <a:xfrm>
            <a:off x="990600" y="5867400"/>
            <a:ext cx="4686837"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Fig. </a:t>
            </a:r>
            <a:r>
              <a:rPr lang="en-US" sz="1600" b="1" dirty="0" smtClean="0">
                <a:latin typeface="Times New Roman" panose="02020603050405020304" pitchFamily="18" charset="0"/>
                <a:cs typeface="Times New Roman" panose="02020603050405020304" pitchFamily="18" charset="0"/>
              </a:rPr>
              <a:t>18. </a:t>
            </a:r>
            <a:r>
              <a:rPr lang="en-IN" sz="1600" b="1" dirty="0" smtClean="0"/>
              <a:t>TMS320C64xx CPU </a:t>
            </a:r>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773147051"/>
      </p:ext>
    </p:extLst>
  </p:cSld>
  <p:clrMapOvr>
    <a:masterClrMapping/>
  </p:clrMapOvr>
  <p:transition>
    <p:pull dir="d"/>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rPr>
              <a:t>Two-level memory architecture of </a:t>
            </a:r>
            <a:r>
              <a:rPr lang="en-IN" sz="4400" dirty="0">
                <a:solidFill>
                  <a:schemeClr val="tx1"/>
                </a:solidFill>
              </a:rPr>
              <a:t>TMS320C64xx</a:t>
            </a: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73</a:t>
            </a:fld>
            <a:endParaRPr lang="en-US" dirty="0"/>
          </a:p>
        </p:txBody>
      </p:sp>
      <p:sp>
        <p:nvSpPr>
          <p:cNvPr id="6" name="Rectangle 5"/>
          <p:cNvSpPr/>
          <p:nvPr/>
        </p:nvSpPr>
        <p:spPr>
          <a:xfrm>
            <a:off x="2133600" y="3124200"/>
            <a:ext cx="2514600" cy="138006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C64 CPU</a:t>
            </a:r>
            <a:endParaRPr lang="en-IN" dirty="0"/>
          </a:p>
        </p:txBody>
      </p:sp>
      <p:sp>
        <p:nvSpPr>
          <p:cNvPr id="7" name="Rectangle 6"/>
          <p:cNvSpPr/>
          <p:nvPr/>
        </p:nvSpPr>
        <p:spPr>
          <a:xfrm>
            <a:off x="2146572" y="1864081"/>
            <a:ext cx="2501628" cy="7267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L1 Program Cache Controller</a:t>
            </a:r>
            <a:endParaRPr lang="en-IN" dirty="0">
              <a:solidFill>
                <a:schemeClr val="tx1"/>
              </a:solidFill>
            </a:endParaRPr>
          </a:p>
        </p:txBody>
      </p:sp>
      <p:sp>
        <p:nvSpPr>
          <p:cNvPr id="8" name="Rectangle 7"/>
          <p:cNvSpPr/>
          <p:nvPr/>
        </p:nvSpPr>
        <p:spPr>
          <a:xfrm>
            <a:off x="457200" y="1845734"/>
            <a:ext cx="914400" cy="74506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Cache RAM</a:t>
            </a:r>
            <a:endParaRPr lang="en-IN" dirty="0">
              <a:solidFill>
                <a:schemeClr val="tx1"/>
              </a:solidFill>
            </a:endParaRPr>
          </a:p>
        </p:txBody>
      </p:sp>
      <p:sp>
        <p:nvSpPr>
          <p:cNvPr id="9" name="Rectangle 8"/>
          <p:cNvSpPr/>
          <p:nvPr/>
        </p:nvSpPr>
        <p:spPr>
          <a:xfrm flipH="1">
            <a:off x="2133600" y="5444066"/>
            <a:ext cx="2514600" cy="728134"/>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L1 </a:t>
            </a:r>
            <a:r>
              <a:rPr lang="en-IN" dirty="0" smtClean="0">
                <a:solidFill>
                  <a:schemeClr val="tx1"/>
                </a:solidFill>
              </a:rPr>
              <a:t>Data </a:t>
            </a:r>
            <a:r>
              <a:rPr lang="en-IN" dirty="0">
                <a:solidFill>
                  <a:schemeClr val="tx1"/>
                </a:solidFill>
              </a:rPr>
              <a:t>Cache Controller</a:t>
            </a:r>
          </a:p>
        </p:txBody>
      </p:sp>
      <p:sp>
        <p:nvSpPr>
          <p:cNvPr id="11" name="Rectangle 10"/>
          <p:cNvSpPr/>
          <p:nvPr/>
        </p:nvSpPr>
        <p:spPr>
          <a:xfrm>
            <a:off x="457200" y="5489650"/>
            <a:ext cx="914400" cy="67733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Cache RAM</a:t>
            </a:r>
          </a:p>
        </p:txBody>
      </p:sp>
      <p:sp>
        <p:nvSpPr>
          <p:cNvPr id="12" name="Rectangle 11"/>
          <p:cNvSpPr/>
          <p:nvPr/>
        </p:nvSpPr>
        <p:spPr>
          <a:xfrm>
            <a:off x="5943600" y="3124199"/>
            <a:ext cx="1295400" cy="1380067"/>
          </a:xfrm>
          <a:prstGeom prst="rect">
            <a:avLst/>
          </a:prstGeom>
          <a:solidFill>
            <a:srgbClr val="32F10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L2 Cache Controller</a:t>
            </a:r>
            <a:endParaRPr lang="en-IN" dirty="0">
              <a:solidFill>
                <a:schemeClr val="tx1"/>
              </a:solidFill>
            </a:endParaRPr>
          </a:p>
        </p:txBody>
      </p:sp>
      <p:sp>
        <p:nvSpPr>
          <p:cNvPr id="13" name="Rectangle 12"/>
          <p:cNvSpPr/>
          <p:nvPr/>
        </p:nvSpPr>
        <p:spPr>
          <a:xfrm>
            <a:off x="7848600" y="3132667"/>
            <a:ext cx="914400" cy="9144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RAM</a:t>
            </a:r>
            <a:endParaRPr lang="en-IN" dirty="0">
              <a:solidFill>
                <a:schemeClr val="tx1"/>
              </a:solidFill>
            </a:endParaRPr>
          </a:p>
        </p:txBody>
      </p:sp>
      <p:sp>
        <p:nvSpPr>
          <p:cNvPr id="14" name="Rectangle 13"/>
          <p:cNvSpPr/>
          <p:nvPr/>
        </p:nvSpPr>
        <p:spPr>
          <a:xfrm>
            <a:off x="2628899" y="3246970"/>
            <a:ext cx="1524001" cy="3725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Program Fetch</a:t>
            </a:r>
            <a:endParaRPr lang="en-IN" sz="1600" dirty="0">
              <a:solidFill>
                <a:schemeClr val="tx1"/>
              </a:solidFill>
            </a:endParaRPr>
          </a:p>
        </p:txBody>
      </p:sp>
      <p:sp>
        <p:nvSpPr>
          <p:cNvPr id="15" name="Rectangle 14"/>
          <p:cNvSpPr/>
          <p:nvPr/>
        </p:nvSpPr>
        <p:spPr>
          <a:xfrm>
            <a:off x="2307439" y="4072469"/>
            <a:ext cx="914400" cy="3301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Data Path A</a:t>
            </a:r>
            <a:endParaRPr lang="en-IN" sz="1200" dirty="0">
              <a:solidFill>
                <a:schemeClr val="tx1"/>
              </a:solidFill>
            </a:endParaRPr>
          </a:p>
        </p:txBody>
      </p:sp>
      <p:sp>
        <p:nvSpPr>
          <p:cNvPr id="16" name="Rectangle 15"/>
          <p:cNvSpPr/>
          <p:nvPr/>
        </p:nvSpPr>
        <p:spPr>
          <a:xfrm>
            <a:off x="3585633" y="4072469"/>
            <a:ext cx="914400" cy="3301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Data Path B</a:t>
            </a:r>
            <a:endParaRPr lang="en-IN" sz="1200" dirty="0">
              <a:solidFill>
                <a:schemeClr val="tx1"/>
              </a:solidFill>
            </a:endParaRPr>
          </a:p>
        </p:txBody>
      </p:sp>
      <p:cxnSp>
        <p:nvCxnSpPr>
          <p:cNvPr id="18" name="Straight Arrow Connector 17"/>
          <p:cNvCxnSpPr>
            <a:stCxn id="8" idx="3"/>
            <a:endCxn id="7" idx="1"/>
          </p:cNvCxnSpPr>
          <p:nvPr/>
        </p:nvCxnSpPr>
        <p:spPr>
          <a:xfrm>
            <a:off x="1371600" y="2218267"/>
            <a:ext cx="774972" cy="917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1" idx="3"/>
            <a:endCxn id="9" idx="3"/>
          </p:cNvCxnSpPr>
          <p:nvPr/>
        </p:nvCxnSpPr>
        <p:spPr>
          <a:xfrm flipV="1">
            <a:off x="1371600" y="5808133"/>
            <a:ext cx="762000" cy="2018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7239000" y="3814232"/>
            <a:ext cx="60960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764639" y="2561307"/>
            <a:ext cx="0" cy="5628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4042833" y="2590800"/>
            <a:ext cx="0" cy="529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2209800" y="4504266"/>
            <a:ext cx="0" cy="9482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2628899" y="4504266"/>
            <a:ext cx="0" cy="9482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H="1" flipV="1">
            <a:off x="3003994" y="4478906"/>
            <a:ext cx="12495" cy="9736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3657600" y="4504266"/>
            <a:ext cx="23215" cy="9482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4045103" y="4504266"/>
            <a:ext cx="23215" cy="9482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flipV="1">
            <a:off x="4442815" y="4487353"/>
            <a:ext cx="12495" cy="9736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Oval 60"/>
          <p:cNvSpPr/>
          <p:nvPr/>
        </p:nvSpPr>
        <p:spPr>
          <a:xfrm rot="16200000">
            <a:off x="1608943" y="4838404"/>
            <a:ext cx="768639" cy="31711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rPr>
              <a:t>DA1</a:t>
            </a:r>
            <a:endParaRPr lang="en-IN" sz="1600" dirty="0">
              <a:solidFill>
                <a:schemeClr val="tx1"/>
              </a:solidFill>
            </a:endParaRPr>
          </a:p>
        </p:txBody>
      </p:sp>
      <p:sp>
        <p:nvSpPr>
          <p:cNvPr id="63" name="Content Placeholder 62"/>
          <p:cNvSpPr>
            <a:spLocks noGrp="1"/>
          </p:cNvSpPr>
          <p:nvPr>
            <p:ph idx="1"/>
          </p:nvPr>
        </p:nvSpPr>
        <p:spPr>
          <a:xfrm rot="16200000">
            <a:off x="2066217" y="4851181"/>
            <a:ext cx="768640" cy="29155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70000" lnSpcReduction="20000"/>
          </a:bodyPr>
          <a:lstStyle/>
          <a:p>
            <a:pPr algn="ctr"/>
            <a:r>
              <a:rPr lang="en-IN" sz="1400" dirty="0" smtClean="0">
                <a:solidFill>
                  <a:schemeClr val="tx1"/>
                </a:solidFill>
              </a:rPr>
              <a:t>ST1</a:t>
            </a:r>
            <a:endParaRPr lang="en-IN" sz="1400" dirty="0">
              <a:solidFill>
                <a:schemeClr val="tx1"/>
              </a:solidFill>
            </a:endParaRPr>
          </a:p>
        </p:txBody>
      </p:sp>
      <p:sp>
        <p:nvSpPr>
          <p:cNvPr id="64" name="Content Placeholder 62"/>
          <p:cNvSpPr txBox="1">
            <a:spLocks/>
          </p:cNvSpPr>
          <p:nvPr/>
        </p:nvSpPr>
        <p:spPr>
          <a:xfrm rot="16200000">
            <a:off x="2437108" y="4839784"/>
            <a:ext cx="791433" cy="29155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lt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lt1"/>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9pPr>
          </a:lstStyle>
          <a:p>
            <a:pPr algn="ctr"/>
            <a:r>
              <a:rPr lang="en-IN" sz="1400" dirty="0" smtClean="0">
                <a:solidFill>
                  <a:schemeClr val="tx1"/>
                </a:solidFill>
              </a:rPr>
              <a:t>LD1</a:t>
            </a:r>
            <a:endParaRPr lang="en-IN" sz="1400" dirty="0">
              <a:solidFill>
                <a:schemeClr val="tx1"/>
              </a:solidFill>
            </a:endParaRPr>
          </a:p>
        </p:txBody>
      </p:sp>
      <p:sp>
        <p:nvSpPr>
          <p:cNvPr id="65" name="Content Placeholder 62"/>
          <p:cNvSpPr txBox="1">
            <a:spLocks/>
          </p:cNvSpPr>
          <p:nvPr/>
        </p:nvSpPr>
        <p:spPr>
          <a:xfrm rot="16200000">
            <a:off x="3041925" y="4839784"/>
            <a:ext cx="854220" cy="29155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lt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lt1"/>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9pPr>
          </a:lstStyle>
          <a:p>
            <a:pPr algn="ctr"/>
            <a:r>
              <a:rPr lang="en-IN" sz="1400" dirty="0" smtClean="0">
                <a:solidFill>
                  <a:schemeClr val="tx1"/>
                </a:solidFill>
              </a:rPr>
              <a:t>DA2</a:t>
            </a:r>
            <a:endParaRPr lang="en-IN" sz="1400" dirty="0">
              <a:solidFill>
                <a:schemeClr val="tx1"/>
              </a:solidFill>
            </a:endParaRPr>
          </a:p>
        </p:txBody>
      </p:sp>
      <p:sp>
        <p:nvSpPr>
          <p:cNvPr id="66" name="Content Placeholder 62"/>
          <p:cNvSpPr txBox="1">
            <a:spLocks/>
          </p:cNvSpPr>
          <p:nvPr/>
        </p:nvSpPr>
        <p:spPr>
          <a:xfrm rot="16200000">
            <a:off x="3446097" y="4839784"/>
            <a:ext cx="854220" cy="29155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lt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lt1"/>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9pPr>
          </a:lstStyle>
          <a:p>
            <a:pPr algn="ctr"/>
            <a:r>
              <a:rPr lang="en-IN" sz="1400" dirty="0" smtClean="0">
                <a:solidFill>
                  <a:schemeClr val="tx1"/>
                </a:solidFill>
              </a:rPr>
              <a:t>ST2</a:t>
            </a:r>
            <a:endParaRPr lang="en-IN" sz="1400" dirty="0">
              <a:solidFill>
                <a:schemeClr val="tx1"/>
              </a:solidFill>
            </a:endParaRPr>
          </a:p>
        </p:txBody>
      </p:sp>
      <p:sp>
        <p:nvSpPr>
          <p:cNvPr id="67" name="Content Placeholder 62"/>
          <p:cNvSpPr txBox="1">
            <a:spLocks/>
          </p:cNvSpPr>
          <p:nvPr/>
        </p:nvSpPr>
        <p:spPr>
          <a:xfrm rot="16200000">
            <a:off x="3852072" y="4848386"/>
            <a:ext cx="854220" cy="29155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lt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lt1"/>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lt1"/>
                </a:solidFill>
                <a:latin typeface="+mn-lt"/>
                <a:ea typeface="+mn-ea"/>
                <a:cs typeface="+mn-cs"/>
              </a:defRPr>
            </a:lvl9pPr>
          </a:lstStyle>
          <a:p>
            <a:pPr algn="ctr"/>
            <a:r>
              <a:rPr lang="en-IN" sz="1400" dirty="0" smtClean="0">
                <a:solidFill>
                  <a:schemeClr val="tx1"/>
                </a:solidFill>
              </a:rPr>
              <a:t>LD2</a:t>
            </a:r>
            <a:endParaRPr lang="en-IN" sz="1400" dirty="0">
              <a:solidFill>
                <a:schemeClr val="tx1"/>
              </a:solidFill>
            </a:endParaRPr>
          </a:p>
        </p:txBody>
      </p:sp>
      <p:sp>
        <p:nvSpPr>
          <p:cNvPr id="68" name="Oval 67"/>
          <p:cNvSpPr/>
          <p:nvPr/>
        </p:nvSpPr>
        <p:spPr>
          <a:xfrm>
            <a:off x="1517498" y="2696209"/>
            <a:ext cx="1202631" cy="39878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Program Address</a:t>
            </a:r>
            <a:endParaRPr lang="en-IN" sz="1200" dirty="0">
              <a:solidFill>
                <a:schemeClr val="tx1"/>
              </a:solidFill>
            </a:endParaRPr>
          </a:p>
        </p:txBody>
      </p:sp>
      <p:sp>
        <p:nvSpPr>
          <p:cNvPr id="69" name="Oval 68"/>
          <p:cNvSpPr/>
          <p:nvPr/>
        </p:nvSpPr>
        <p:spPr>
          <a:xfrm>
            <a:off x="4127933" y="2638212"/>
            <a:ext cx="1202631" cy="39878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Data Address</a:t>
            </a:r>
            <a:endParaRPr lang="en-IN" sz="1200" dirty="0">
              <a:solidFill>
                <a:schemeClr val="tx1"/>
              </a:solidFill>
            </a:endParaRPr>
          </a:p>
        </p:txBody>
      </p:sp>
      <p:cxnSp>
        <p:nvCxnSpPr>
          <p:cNvPr id="84" name="Straight Connector 83"/>
          <p:cNvCxnSpPr/>
          <p:nvPr/>
        </p:nvCxnSpPr>
        <p:spPr>
          <a:xfrm>
            <a:off x="4648200" y="5489650"/>
            <a:ext cx="1295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4648200" y="5715000"/>
            <a:ext cx="1752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4648200" y="6019800"/>
            <a:ext cx="1943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4648200" y="6166983"/>
            <a:ext cx="2590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flipV="1">
            <a:off x="7239000" y="4487353"/>
            <a:ext cx="0" cy="16796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flipV="1">
            <a:off x="5943600" y="4487353"/>
            <a:ext cx="0" cy="10022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p:cNvCxnSpPr/>
          <p:nvPr/>
        </p:nvCxnSpPr>
        <p:spPr>
          <a:xfrm flipV="1">
            <a:off x="6381742" y="4495798"/>
            <a:ext cx="19058" cy="12192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endCxn id="12" idx="2"/>
          </p:cNvCxnSpPr>
          <p:nvPr/>
        </p:nvCxnSpPr>
        <p:spPr>
          <a:xfrm flipV="1">
            <a:off x="6591300" y="4504266"/>
            <a:ext cx="0" cy="15155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Oval 109"/>
          <p:cNvSpPr/>
          <p:nvPr/>
        </p:nvSpPr>
        <p:spPr>
          <a:xfrm>
            <a:off x="4849189" y="5208241"/>
            <a:ext cx="1029055" cy="24658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Address</a:t>
            </a:r>
            <a:endParaRPr lang="en-IN" sz="1200" dirty="0">
              <a:solidFill>
                <a:schemeClr val="tx1"/>
              </a:solidFill>
            </a:endParaRPr>
          </a:p>
        </p:txBody>
      </p:sp>
      <p:sp>
        <p:nvSpPr>
          <p:cNvPr id="111" name="Oval 110"/>
          <p:cNvSpPr/>
          <p:nvPr/>
        </p:nvSpPr>
        <p:spPr>
          <a:xfrm rot="16200000">
            <a:off x="5757696" y="4885376"/>
            <a:ext cx="870796" cy="24658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Data</a:t>
            </a:r>
            <a:endParaRPr lang="en-IN" sz="1200" dirty="0">
              <a:solidFill>
                <a:schemeClr val="tx1"/>
              </a:solidFill>
            </a:endParaRPr>
          </a:p>
        </p:txBody>
      </p:sp>
      <p:sp>
        <p:nvSpPr>
          <p:cNvPr id="112" name="Oval 111"/>
          <p:cNvSpPr/>
          <p:nvPr/>
        </p:nvSpPr>
        <p:spPr>
          <a:xfrm>
            <a:off x="4961256" y="5749326"/>
            <a:ext cx="870796" cy="24658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Data</a:t>
            </a:r>
            <a:endParaRPr lang="en-IN" sz="1200" dirty="0">
              <a:solidFill>
                <a:schemeClr val="tx1"/>
              </a:solidFill>
            </a:endParaRPr>
          </a:p>
        </p:txBody>
      </p:sp>
      <p:sp>
        <p:nvSpPr>
          <p:cNvPr id="113" name="Oval 112"/>
          <p:cNvSpPr/>
          <p:nvPr/>
        </p:nvSpPr>
        <p:spPr>
          <a:xfrm rot="16200000">
            <a:off x="6897336" y="5127776"/>
            <a:ext cx="1202631" cy="39878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Snoop Address</a:t>
            </a:r>
            <a:endParaRPr lang="en-IN" sz="1200" dirty="0">
              <a:solidFill>
                <a:schemeClr val="tx1"/>
              </a:solidFill>
            </a:endParaRPr>
          </a:p>
        </p:txBody>
      </p:sp>
      <p:cxnSp>
        <p:nvCxnSpPr>
          <p:cNvPr id="115" name="Straight Connector 114"/>
          <p:cNvCxnSpPr/>
          <p:nvPr/>
        </p:nvCxnSpPr>
        <p:spPr>
          <a:xfrm>
            <a:off x="4648200" y="2561307"/>
            <a:ext cx="1291964" cy="294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flipH="1">
            <a:off x="5940164" y="2598209"/>
            <a:ext cx="3436" cy="5259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a:endCxn id="12" idx="0"/>
          </p:cNvCxnSpPr>
          <p:nvPr/>
        </p:nvCxnSpPr>
        <p:spPr>
          <a:xfrm>
            <a:off x="6591300" y="2227440"/>
            <a:ext cx="0" cy="8967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a:endCxn id="7" idx="3"/>
          </p:cNvCxnSpPr>
          <p:nvPr/>
        </p:nvCxnSpPr>
        <p:spPr>
          <a:xfrm flipH="1">
            <a:off x="4648200" y="2227440"/>
            <a:ext cx="194310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V="1">
            <a:off x="7131111" y="1981200"/>
            <a:ext cx="0" cy="11387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p:nvPr/>
        </p:nvCxnSpPr>
        <p:spPr>
          <a:xfrm flipH="1" flipV="1">
            <a:off x="4629483" y="1975984"/>
            <a:ext cx="2501628" cy="52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5" name="Oval 134"/>
          <p:cNvSpPr/>
          <p:nvPr/>
        </p:nvSpPr>
        <p:spPr>
          <a:xfrm>
            <a:off x="4777812" y="2302548"/>
            <a:ext cx="1029055" cy="246584"/>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Address</a:t>
            </a:r>
            <a:endParaRPr lang="en-IN" sz="1200" dirty="0">
              <a:solidFill>
                <a:schemeClr val="tx1"/>
              </a:solidFill>
            </a:endParaRPr>
          </a:p>
        </p:txBody>
      </p:sp>
      <p:sp>
        <p:nvSpPr>
          <p:cNvPr id="136" name="Oval 135"/>
          <p:cNvSpPr/>
          <p:nvPr/>
        </p:nvSpPr>
        <p:spPr>
          <a:xfrm>
            <a:off x="5619750" y="2005090"/>
            <a:ext cx="870796" cy="187525"/>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Data</a:t>
            </a:r>
            <a:endParaRPr lang="en-IN" sz="1200" dirty="0">
              <a:solidFill>
                <a:schemeClr val="tx1"/>
              </a:solidFill>
            </a:endParaRPr>
          </a:p>
        </p:txBody>
      </p:sp>
      <p:sp>
        <p:nvSpPr>
          <p:cNvPr id="137" name="Oval 136"/>
          <p:cNvSpPr/>
          <p:nvPr/>
        </p:nvSpPr>
        <p:spPr>
          <a:xfrm rot="16200000">
            <a:off x="6876868" y="2366776"/>
            <a:ext cx="979594" cy="35427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solidFill>
                  <a:schemeClr val="tx1"/>
                </a:solidFill>
              </a:rPr>
              <a:t>Snoop Address</a:t>
            </a:r>
            <a:endParaRPr lang="en-IN" sz="1200" dirty="0">
              <a:solidFill>
                <a:schemeClr val="tx1"/>
              </a:solidFill>
            </a:endParaRPr>
          </a:p>
        </p:txBody>
      </p:sp>
      <p:sp>
        <p:nvSpPr>
          <p:cNvPr id="138" name="TextBox 13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sp>
        <p:nvSpPr>
          <p:cNvPr id="139" name="Round Same Side Corner Rectangle 138">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140" name="Picture 139"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0"/>
            <a:ext cx="990600" cy="852779"/>
          </a:xfrm>
          <a:prstGeom prst="rect">
            <a:avLst/>
          </a:prstGeom>
          <a:noFill/>
          <a:ln w="9525">
            <a:noFill/>
            <a:miter lim="800000"/>
            <a:headEnd/>
            <a:tailEnd/>
          </a:ln>
        </p:spPr>
      </p:pic>
      <p:cxnSp>
        <p:nvCxnSpPr>
          <p:cNvPr id="62" name="Straight Arrow Connector 61"/>
          <p:cNvCxnSpPr/>
          <p:nvPr/>
        </p:nvCxnSpPr>
        <p:spPr>
          <a:xfrm>
            <a:off x="7239000" y="4267200"/>
            <a:ext cx="914400"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Rectangle 69"/>
          <p:cNvSpPr/>
          <p:nvPr/>
        </p:nvSpPr>
        <p:spPr>
          <a:xfrm>
            <a:off x="8153400" y="4191000"/>
            <a:ext cx="838200" cy="4572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EDMA</a:t>
            </a:r>
            <a:endParaRPr lang="en-US" dirty="0">
              <a:solidFill>
                <a:schemeClr val="tx1"/>
              </a:solidFill>
            </a:endParaRPr>
          </a:p>
        </p:txBody>
      </p:sp>
    </p:spTree>
    <p:extLst>
      <p:ext uri="{BB962C8B-B14F-4D97-AF65-F5344CB8AC3E}">
        <p14:creationId xmlns:p14="http://schemas.microsoft.com/office/powerpoint/2010/main" xmlns="" val="1371815826"/>
      </p:ext>
    </p:extLst>
  </p:cSld>
  <p:clrMapOvr>
    <a:masterClrMapping/>
  </p:clrMapOvr>
  <p:transition>
    <p:pull dir="d"/>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rPr>
              <a:t>Direct Memory Access (DMA)</a:t>
            </a:r>
            <a:endParaRPr lang="en-IN" sz="4400" dirty="0">
              <a:solidFill>
                <a:schemeClr val="tx1"/>
              </a:solidFill>
            </a:endParaRPr>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IN" dirty="0" smtClean="0"/>
              <a:t> </a:t>
            </a:r>
            <a:r>
              <a:rPr lang="en-US" dirty="0">
                <a:solidFill>
                  <a:schemeClr val="tx1"/>
                </a:solidFill>
              </a:rPr>
              <a:t>Direct memory access (DMA) is a feature of </a:t>
            </a:r>
            <a:r>
              <a:rPr lang="en-US" dirty="0" smtClean="0">
                <a:solidFill>
                  <a:schemeClr val="tx1"/>
                </a:solidFill>
              </a:rPr>
              <a:t>processors </a:t>
            </a:r>
            <a:r>
              <a:rPr lang="en-US" dirty="0">
                <a:solidFill>
                  <a:schemeClr val="tx1"/>
                </a:solidFill>
              </a:rPr>
              <a:t>that allows certain hardware subsystems to access main system memory (random-access memory), </a:t>
            </a:r>
            <a:r>
              <a:rPr lang="en-US" dirty="0" smtClean="0">
                <a:solidFill>
                  <a:schemeClr val="tx1"/>
                </a:solidFill>
              </a:rPr>
              <a:t>without intervention from </a:t>
            </a:r>
            <a:r>
              <a:rPr lang="en-US" dirty="0">
                <a:solidFill>
                  <a:schemeClr val="tx1"/>
                </a:solidFill>
              </a:rPr>
              <a:t>the central processing unit (CPU</a:t>
            </a:r>
            <a:r>
              <a:rPr lang="en-US" dirty="0" smtClean="0">
                <a:solidFill>
                  <a:schemeClr val="tx1"/>
                </a:solidFill>
              </a:rPr>
              <a:t>).</a:t>
            </a:r>
          </a:p>
          <a:p>
            <a:pPr algn="just">
              <a:buFont typeface="Wingdings" panose="05000000000000000000" pitchFamily="2" charset="2"/>
              <a:buChar char="Ø"/>
            </a:pPr>
            <a:r>
              <a:rPr lang="en-US" dirty="0">
                <a:solidFill>
                  <a:schemeClr val="tx1"/>
                </a:solidFill>
              </a:rPr>
              <a:t> This feature is useful at any time that the CPU cannot keep up with the rate of data transfer, or when the CPU needs to perform work while waiting for a relatively </a:t>
            </a:r>
            <a:r>
              <a:rPr lang="en-US" dirty="0" smtClean="0">
                <a:solidFill>
                  <a:schemeClr val="tx1"/>
                </a:solidFill>
              </a:rPr>
              <a:t>slow </a:t>
            </a:r>
            <a:r>
              <a:rPr lang="en-US" dirty="0">
                <a:solidFill>
                  <a:schemeClr val="tx1"/>
                </a:solidFill>
              </a:rPr>
              <a:t>I/O data transfer</a:t>
            </a:r>
            <a:r>
              <a:rPr lang="en-US" dirty="0" smtClean="0">
                <a:solidFill>
                  <a:schemeClr val="tx1"/>
                </a:solidFill>
              </a:rPr>
              <a:t>.</a:t>
            </a:r>
          </a:p>
          <a:p>
            <a:pPr algn="just">
              <a:buFont typeface="Wingdings" panose="05000000000000000000" pitchFamily="2" charset="2"/>
              <a:buChar char="Ø"/>
            </a:pPr>
            <a:r>
              <a:rPr lang="en-US" dirty="0">
                <a:solidFill>
                  <a:schemeClr val="tx1"/>
                </a:solidFill>
              </a:rPr>
              <a:t> </a:t>
            </a:r>
            <a:r>
              <a:rPr lang="en-US" dirty="0" smtClean="0">
                <a:solidFill>
                  <a:schemeClr val="tx1"/>
                </a:solidFill>
              </a:rPr>
              <a:t>Processors </a:t>
            </a:r>
            <a:r>
              <a:rPr lang="en-US" dirty="0">
                <a:solidFill>
                  <a:schemeClr val="tx1"/>
                </a:solidFill>
              </a:rPr>
              <a:t>that have DMA channels can transfer data to and from devices with much less CPU overhead than </a:t>
            </a:r>
            <a:r>
              <a:rPr lang="en-US" dirty="0" smtClean="0">
                <a:solidFill>
                  <a:schemeClr val="tx1"/>
                </a:solidFill>
              </a:rPr>
              <a:t>processors </a:t>
            </a:r>
            <a:r>
              <a:rPr lang="en-US" dirty="0">
                <a:solidFill>
                  <a:schemeClr val="tx1"/>
                </a:solidFill>
              </a:rPr>
              <a:t>without DMA channels.</a:t>
            </a:r>
            <a:endParaRPr lang="en-IN" dirty="0">
              <a:solidFill>
                <a:schemeClr val="tx1"/>
              </a:solidFill>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74</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0"/>
            <a:ext cx="990600" cy="852779"/>
          </a:xfrm>
          <a:prstGeom prst="rect">
            <a:avLst/>
          </a:prstGeom>
          <a:noFill/>
          <a:ln w="9525">
            <a:noFill/>
            <a:miter lim="800000"/>
            <a:headEnd/>
            <a:tailEnd/>
          </a:ln>
        </p:spPr>
      </p:pic>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spTree>
    <p:extLst>
      <p:ext uri="{BB962C8B-B14F-4D97-AF65-F5344CB8AC3E}">
        <p14:creationId xmlns:p14="http://schemas.microsoft.com/office/powerpoint/2010/main" xmlns="" val="3177018282"/>
      </p:ext>
    </p:extLst>
  </p:cSld>
  <p:clrMapOvr>
    <a:masterClrMapping/>
  </p:clrMapOvr>
  <p:transition>
    <p:pull dir="d"/>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rPr>
              <a:t>Interrupts</a:t>
            </a:r>
            <a:endParaRPr lang="en-IN" sz="4400" dirty="0">
              <a:solidFill>
                <a:schemeClr val="tx1"/>
              </a:solidFill>
            </a:endParaRPr>
          </a:p>
        </p:txBody>
      </p:sp>
      <p:sp>
        <p:nvSpPr>
          <p:cNvPr id="3" name="Content Placeholder 2"/>
          <p:cNvSpPr>
            <a:spLocks noGrp="1"/>
          </p:cNvSpPr>
          <p:nvPr>
            <p:ph idx="1"/>
          </p:nvPr>
        </p:nvSpPr>
        <p:spPr/>
        <p:txBody>
          <a:bodyPr/>
          <a:lstStyle/>
          <a:p>
            <a:pPr>
              <a:buFont typeface="Wingdings" panose="05000000000000000000" pitchFamily="2" charset="2"/>
              <a:buChar char="q"/>
            </a:pPr>
            <a:r>
              <a:rPr lang="en-IN" dirty="0" smtClean="0"/>
              <a:t> </a:t>
            </a:r>
            <a:r>
              <a:rPr lang="en-IN" dirty="0" smtClean="0">
                <a:solidFill>
                  <a:schemeClr val="tx1"/>
                </a:solidFill>
              </a:rPr>
              <a:t>It can be used internally or externally. It stops the current CPU process so that it can perform a required task initiated by the interrupt. </a:t>
            </a:r>
          </a:p>
          <a:p>
            <a:pPr>
              <a:buFont typeface="Wingdings" panose="05000000000000000000" pitchFamily="2" charset="2"/>
              <a:buChar char="q"/>
            </a:pPr>
            <a:r>
              <a:rPr lang="en-IN" dirty="0">
                <a:solidFill>
                  <a:schemeClr val="tx1"/>
                </a:solidFill>
              </a:rPr>
              <a:t> </a:t>
            </a:r>
            <a:r>
              <a:rPr lang="en-IN" dirty="0" smtClean="0">
                <a:solidFill>
                  <a:schemeClr val="tx1"/>
                </a:solidFill>
              </a:rPr>
              <a:t>Total 8 interrupt-control registers (ICR) are there:-</a:t>
            </a:r>
          </a:p>
          <a:p>
            <a:pPr lvl="1"/>
            <a:r>
              <a:rPr lang="en-IN" dirty="0" smtClean="0">
                <a:solidFill>
                  <a:schemeClr val="tx1"/>
                </a:solidFill>
              </a:rPr>
              <a:t>Control Status Register (CSR)</a:t>
            </a:r>
          </a:p>
          <a:p>
            <a:pPr lvl="1"/>
            <a:r>
              <a:rPr lang="en-IN" dirty="0" smtClean="0">
                <a:solidFill>
                  <a:schemeClr val="tx1"/>
                </a:solidFill>
              </a:rPr>
              <a:t>Interrupt Enable Register (IER)</a:t>
            </a:r>
          </a:p>
          <a:p>
            <a:pPr lvl="1"/>
            <a:r>
              <a:rPr lang="en-IN" dirty="0" smtClean="0">
                <a:solidFill>
                  <a:schemeClr val="tx1"/>
                </a:solidFill>
              </a:rPr>
              <a:t>Interrupt Flag Register (IFR)</a:t>
            </a:r>
          </a:p>
          <a:p>
            <a:pPr lvl="1"/>
            <a:r>
              <a:rPr lang="en-IN" dirty="0" smtClean="0">
                <a:solidFill>
                  <a:schemeClr val="tx1"/>
                </a:solidFill>
              </a:rPr>
              <a:t>Interrupt Set Register (ISR)</a:t>
            </a:r>
          </a:p>
          <a:p>
            <a:pPr lvl="1"/>
            <a:r>
              <a:rPr lang="en-IN" dirty="0">
                <a:solidFill>
                  <a:schemeClr val="tx1"/>
                </a:solidFill>
              </a:rPr>
              <a:t>I</a:t>
            </a:r>
            <a:r>
              <a:rPr lang="en-IN" dirty="0" smtClean="0">
                <a:solidFill>
                  <a:schemeClr val="tx1"/>
                </a:solidFill>
              </a:rPr>
              <a:t>nterrupt Clear </a:t>
            </a:r>
            <a:r>
              <a:rPr lang="en-IN" dirty="0">
                <a:solidFill>
                  <a:schemeClr val="tx1"/>
                </a:solidFill>
              </a:rPr>
              <a:t>Register</a:t>
            </a:r>
            <a:r>
              <a:rPr lang="en-IN" dirty="0" smtClean="0">
                <a:solidFill>
                  <a:schemeClr val="tx1"/>
                </a:solidFill>
              </a:rPr>
              <a:t> (ICR)</a:t>
            </a:r>
          </a:p>
          <a:p>
            <a:pPr lvl="1"/>
            <a:r>
              <a:rPr lang="en-IN" dirty="0" smtClean="0">
                <a:solidFill>
                  <a:schemeClr val="tx1"/>
                </a:solidFill>
              </a:rPr>
              <a:t>Interrupt Service Table Pointer (ISTP)</a:t>
            </a:r>
          </a:p>
          <a:p>
            <a:pPr lvl="1"/>
            <a:r>
              <a:rPr lang="en-IN" dirty="0" smtClean="0">
                <a:solidFill>
                  <a:schemeClr val="tx1"/>
                </a:solidFill>
              </a:rPr>
              <a:t>Interrupt Return Pointer (IRP)</a:t>
            </a:r>
          </a:p>
          <a:p>
            <a:pPr lvl="1"/>
            <a:r>
              <a:rPr lang="en-IN" dirty="0" smtClean="0">
                <a:solidFill>
                  <a:schemeClr val="tx1"/>
                </a:solidFill>
              </a:rPr>
              <a:t>Non-Maskable IRP (NRP)    </a:t>
            </a:r>
            <a:endParaRPr lang="en-IN" dirty="0">
              <a:solidFill>
                <a:schemeClr val="tx1"/>
              </a:solidFill>
            </a:endParaRPr>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75</a:t>
            </a:fld>
            <a:endParaRPr lang="en-US" dirty="0"/>
          </a:p>
        </p:txBody>
      </p:sp>
      <p:sp>
        <p:nvSpPr>
          <p:cNvPr id="6" name="Round Same Side Corner Rectangle 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7" name="Picture 6"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0"/>
            <a:ext cx="990600" cy="852779"/>
          </a:xfrm>
          <a:prstGeom prst="rect">
            <a:avLst/>
          </a:prstGeom>
          <a:noFill/>
          <a:ln w="9525">
            <a:noFill/>
            <a:miter lim="800000"/>
            <a:headEnd/>
            <a:tailEnd/>
          </a:ln>
        </p:spPr>
      </p:pic>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spTree>
    <p:extLst>
      <p:ext uri="{BB962C8B-B14F-4D97-AF65-F5344CB8AC3E}">
        <p14:creationId xmlns:p14="http://schemas.microsoft.com/office/powerpoint/2010/main" xmlns="" val="3949136206"/>
      </p:ext>
    </p:extLst>
  </p:cSld>
  <p:clrMapOvr>
    <a:masterClrMapping/>
  </p:clrMapOvr>
  <p:transition>
    <p:pull dir="d"/>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99631"/>
            <a:ext cx="7543800" cy="1450757"/>
          </a:xfrm>
        </p:spPr>
        <p:txBody>
          <a:bodyPr/>
          <a:lstStyle/>
          <a:p>
            <a:r>
              <a:rPr lang="en-IN" dirty="0" smtClean="0">
                <a:solidFill>
                  <a:schemeClr val="tx1"/>
                </a:solidFill>
              </a:rPr>
              <a:t>Timers</a:t>
            </a:r>
            <a:endParaRPr lang="en-IN" dirty="0">
              <a:solidFill>
                <a:schemeClr val="tx1"/>
              </a:solidFill>
            </a:endParaRPr>
          </a:p>
        </p:txBody>
      </p:sp>
      <p:sp>
        <p:nvSpPr>
          <p:cNvPr id="3" name="Content Placeholder 2"/>
          <p:cNvSpPr>
            <a:spLocks noGrp="1"/>
          </p:cNvSpPr>
          <p:nvPr>
            <p:ph idx="1"/>
          </p:nvPr>
        </p:nvSpPr>
        <p:spPr>
          <a:xfrm>
            <a:off x="822959" y="1752600"/>
            <a:ext cx="7543801" cy="4116494"/>
          </a:xfrm>
        </p:spPr>
        <p:txBody>
          <a:bodyPr/>
          <a:lstStyle/>
          <a:p>
            <a:pPr algn="just">
              <a:buFont typeface="Wingdings" panose="05000000000000000000" pitchFamily="2" charset="2"/>
              <a:buChar char="§"/>
            </a:pPr>
            <a:r>
              <a:rPr lang="en-IN" dirty="0"/>
              <a:t> </a:t>
            </a:r>
            <a:r>
              <a:rPr lang="en-IN" dirty="0" smtClean="0">
                <a:solidFill>
                  <a:schemeClr val="tx1"/>
                </a:solidFill>
              </a:rPr>
              <a:t>It is an ‘ON-CHIP’ counter that can be used to periodically generate the CPU interrupt.</a:t>
            </a:r>
          </a:p>
          <a:p>
            <a:pPr algn="just">
              <a:buFont typeface="Wingdings" panose="05000000000000000000" pitchFamily="2" charset="2"/>
              <a:buChar char="§"/>
            </a:pPr>
            <a:r>
              <a:rPr lang="en-IN" dirty="0">
                <a:solidFill>
                  <a:schemeClr val="tx1"/>
                </a:solidFill>
              </a:rPr>
              <a:t> </a:t>
            </a:r>
            <a:r>
              <a:rPr lang="en-IN" dirty="0" smtClean="0">
                <a:solidFill>
                  <a:schemeClr val="tx1"/>
                </a:solidFill>
              </a:rPr>
              <a:t>The timer is driven by a pre-scalar which gets decremented by 1 at the onset of every CPU clock cycle.</a:t>
            </a:r>
          </a:p>
          <a:p>
            <a:pPr algn="just">
              <a:buFont typeface="Wingdings" panose="05000000000000000000" pitchFamily="2" charset="2"/>
              <a:buChar char="§"/>
            </a:pPr>
            <a:r>
              <a:rPr lang="en-IN" dirty="0">
                <a:solidFill>
                  <a:schemeClr val="tx1"/>
                </a:solidFill>
              </a:rPr>
              <a:t> </a:t>
            </a:r>
            <a:r>
              <a:rPr lang="en-IN" dirty="0" smtClean="0">
                <a:solidFill>
                  <a:schemeClr val="tx1"/>
                </a:solidFill>
              </a:rPr>
              <a:t>Each time the counter decrements to 0, a timer interrupt TINT is generated and the counter is reloaded with the period value.</a:t>
            </a:r>
          </a:p>
          <a:p>
            <a:pPr marL="0" indent="0">
              <a:buNone/>
            </a:pPr>
            <a:endParaRPr lang="en-IN" dirty="0"/>
          </a:p>
        </p:txBody>
      </p:sp>
      <p:sp>
        <p:nvSpPr>
          <p:cNvPr id="4" name="Footer Placeholder 3"/>
          <p:cNvSpPr>
            <a:spLocks noGrp="1"/>
          </p:cNvSpPr>
          <p:nvPr>
            <p:ph type="ftr" sz="quarter" idx="11"/>
          </p:nvPr>
        </p:nvSpPr>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76</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xmlns="" val="1657189764"/>
              </p:ext>
            </p:extLst>
          </p:nvPr>
        </p:nvGraphicFramePr>
        <p:xfrm>
          <a:off x="1447800" y="4038600"/>
          <a:ext cx="6096000" cy="1483360"/>
        </p:xfrm>
        <a:graphic>
          <a:graphicData uri="http://schemas.openxmlformats.org/drawingml/2006/table">
            <a:tbl>
              <a:tblPr firstRow="1" bandRow="1">
                <a:tableStyleId>{5C22544A-7EE6-4342-B048-85BDC9FD1C3A}</a:tableStyleId>
              </a:tblPr>
              <a:tblGrid>
                <a:gridCol w="1752600"/>
                <a:gridCol w="1828800"/>
                <a:gridCol w="2514600"/>
              </a:tblGrid>
              <a:tr h="370840">
                <a:tc>
                  <a:txBody>
                    <a:bodyPr/>
                    <a:lstStyle/>
                    <a:p>
                      <a:r>
                        <a:rPr lang="en-IN" dirty="0" smtClean="0">
                          <a:solidFill>
                            <a:sysClr val="windowText" lastClr="000000"/>
                          </a:solidFill>
                        </a:rPr>
                        <a:t>Timer Address</a:t>
                      </a:r>
                      <a:endParaRPr lang="en-IN" dirty="0">
                        <a:solidFill>
                          <a:sysClr val="windowText" lastClr="000000"/>
                        </a:solidFill>
                      </a:endParaRPr>
                    </a:p>
                  </a:txBody>
                  <a:tcPr/>
                </a:tc>
                <a:tc>
                  <a:txBody>
                    <a:bodyPr/>
                    <a:lstStyle/>
                    <a:p>
                      <a:r>
                        <a:rPr lang="en-IN" dirty="0" smtClean="0">
                          <a:solidFill>
                            <a:sysClr val="windowText" lastClr="000000"/>
                          </a:solidFill>
                        </a:rPr>
                        <a:t>Register Name</a:t>
                      </a:r>
                      <a:endParaRPr lang="en-IN" dirty="0">
                        <a:solidFill>
                          <a:sysClr val="windowText" lastClr="000000"/>
                        </a:solidFill>
                      </a:endParaRPr>
                    </a:p>
                  </a:txBody>
                  <a:tcPr/>
                </a:tc>
                <a:tc>
                  <a:txBody>
                    <a:bodyPr/>
                    <a:lstStyle/>
                    <a:p>
                      <a:r>
                        <a:rPr lang="en-IN" dirty="0" smtClean="0">
                          <a:solidFill>
                            <a:sysClr val="windowText" lastClr="000000"/>
                          </a:solidFill>
                        </a:rPr>
                        <a:t>Description</a:t>
                      </a:r>
                      <a:endParaRPr lang="en-IN" dirty="0">
                        <a:solidFill>
                          <a:sysClr val="windowText" lastClr="000000"/>
                        </a:solidFill>
                      </a:endParaRPr>
                    </a:p>
                  </a:txBody>
                  <a:tcPr/>
                </a:tc>
              </a:tr>
              <a:tr h="370840">
                <a:tc>
                  <a:txBody>
                    <a:bodyPr/>
                    <a:lstStyle/>
                    <a:p>
                      <a:r>
                        <a:rPr lang="en-IN" dirty="0" smtClean="0"/>
                        <a:t>0024H</a:t>
                      </a:r>
                      <a:endParaRPr lang="en-IN" dirty="0"/>
                    </a:p>
                  </a:txBody>
                  <a:tcPr/>
                </a:tc>
                <a:tc>
                  <a:txBody>
                    <a:bodyPr/>
                    <a:lstStyle/>
                    <a:p>
                      <a:r>
                        <a:rPr lang="en-IN" dirty="0" smtClean="0"/>
                        <a:t>TIM</a:t>
                      </a:r>
                      <a:endParaRPr lang="en-IN" dirty="0"/>
                    </a:p>
                  </a:txBody>
                  <a:tcPr/>
                </a:tc>
                <a:tc>
                  <a:txBody>
                    <a:bodyPr/>
                    <a:lstStyle/>
                    <a:p>
                      <a:r>
                        <a:rPr lang="en-IN" dirty="0" smtClean="0"/>
                        <a:t>Timer</a:t>
                      </a:r>
                      <a:r>
                        <a:rPr lang="en-IN" baseline="0" dirty="0" smtClean="0"/>
                        <a:t> Registers</a:t>
                      </a:r>
                      <a:endParaRPr lang="en-IN" dirty="0"/>
                    </a:p>
                  </a:txBody>
                  <a:tcPr/>
                </a:tc>
              </a:tr>
              <a:tr h="370840">
                <a:tc>
                  <a:txBody>
                    <a:bodyPr/>
                    <a:lstStyle/>
                    <a:p>
                      <a:r>
                        <a:rPr lang="en-IN" dirty="0" smtClean="0"/>
                        <a:t>0025H</a:t>
                      </a:r>
                      <a:endParaRPr lang="en-IN" dirty="0"/>
                    </a:p>
                  </a:txBody>
                  <a:tcPr/>
                </a:tc>
                <a:tc>
                  <a:txBody>
                    <a:bodyPr/>
                    <a:lstStyle/>
                    <a:p>
                      <a:r>
                        <a:rPr lang="en-IN" dirty="0" smtClean="0"/>
                        <a:t>PRD</a:t>
                      </a:r>
                      <a:endParaRPr lang="en-IN" dirty="0"/>
                    </a:p>
                  </a:txBody>
                  <a:tcPr/>
                </a:tc>
                <a:tc>
                  <a:txBody>
                    <a:bodyPr/>
                    <a:lstStyle/>
                    <a:p>
                      <a:r>
                        <a:rPr lang="en-IN" dirty="0" smtClean="0"/>
                        <a:t>Timer Period Register</a:t>
                      </a:r>
                      <a:endParaRPr lang="en-IN" dirty="0"/>
                    </a:p>
                  </a:txBody>
                  <a:tcPr/>
                </a:tc>
              </a:tr>
              <a:tr h="370840">
                <a:tc>
                  <a:txBody>
                    <a:bodyPr/>
                    <a:lstStyle/>
                    <a:p>
                      <a:r>
                        <a:rPr lang="en-IN" dirty="0" smtClean="0"/>
                        <a:t>0026H</a:t>
                      </a:r>
                      <a:endParaRPr lang="en-IN" dirty="0"/>
                    </a:p>
                  </a:txBody>
                  <a:tcPr/>
                </a:tc>
                <a:tc>
                  <a:txBody>
                    <a:bodyPr/>
                    <a:lstStyle/>
                    <a:p>
                      <a:r>
                        <a:rPr lang="en-IN" dirty="0" smtClean="0"/>
                        <a:t>TCR</a:t>
                      </a:r>
                      <a:endParaRPr lang="en-IN" dirty="0"/>
                    </a:p>
                  </a:txBody>
                  <a:tcPr/>
                </a:tc>
                <a:tc>
                  <a:txBody>
                    <a:bodyPr/>
                    <a:lstStyle/>
                    <a:p>
                      <a:r>
                        <a:rPr lang="en-IN" dirty="0" smtClean="0"/>
                        <a:t>Timer Control Register</a:t>
                      </a:r>
                      <a:endParaRPr lang="en-IN" dirty="0"/>
                    </a:p>
                  </a:txBody>
                  <a:tcPr/>
                </a:tc>
              </a:tr>
            </a:tbl>
          </a:graphicData>
        </a:graphic>
      </p:graphicFrame>
      <p:sp>
        <p:nvSpPr>
          <p:cNvPr id="7" name="Round Same Side Corner Rectangle 6">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8" name="Picture 7" descr="C:\Users\Subhasis\Desktop\logo nit.png">
            <a:extLst>
              <a:ext uri="{FF2B5EF4-FFF2-40B4-BE49-F238E27FC236}">
                <a16:creationId xmlns="" xmlns:a16="http://schemas.microsoft.com/office/drawing/2014/main" id="{000A8C8E-439E-48F1-A8AC-86130FA2896E}"/>
              </a:ext>
            </a:extLst>
          </p:cNvPr>
          <p:cNvPicPr/>
          <p:nvPr/>
        </p:nvPicPr>
        <p:blipFill>
          <a:blip r:embed="rId2" cstate="print"/>
          <a:srcRect/>
          <a:stretch>
            <a:fillRect/>
          </a:stretch>
        </p:blipFill>
        <p:spPr bwMode="auto">
          <a:xfrm>
            <a:off x="8153400" y="0"/>
            <a:ext cx="990600" cy="852779"/>
          </a:xfrm>
          <a:prstGeom prst="rect">
            <a:avLst/>
          </a:prstGeom>
          <a:noFill/>
          <a:ln w="9525">
            <a:noFill/>
            <a:miter lim="800000"/>
            <a:headEnd/>
            <a:tailEnd/>
          </a:ln>
        </p:spPr>
      </p:pic>
      <p:sp>
        <p:nvSpPr>
          <p:cNvPr id="9" name="TextBox 8">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spTree>
    <p:extLst>
      <p:ext uri="{BB962C8B-B14F-4D97-AF65-F5344CB8AC3E}">
        <p14:creationId xmlns:p14="http://schemas.microsoft.com/office/powerpoint/2010/main" xmlns="" val="1906891099"/>
      </p:ext>
    </p:extLst>
  </p:cSld>
  <p:clrMapOvr>
    <a:masterClrMapping/>
  </p:clrMapOvr>
  <p:transition>
    <p:pull dir="d"/>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chemeClr val="tx1"/>
                </a:solidFill>
              </a:rPr>
              <a:t>References</a:t>
            </a:r>
            <a:endParaRPr lang="en-IN" dirty="0">
              <a:solidFill>
                <a:schemeClr val="tx1"/>
              </a:solidFill>
            </a:endParaRPr>
          </a:p>
        </p:txBody>
      </p:sp>
      <p:sp>
        <p:nvSpPr>
          <p:cNvPr id="4" name="Footer Placeholder 3"/>
          <p:cNvSpPr>
            <a:spLocks noGrp="1"/>
          </p:cNvSpPr>
          <p:nvPr>
            <p:ph type="ftr" sz="quarter" idx="11"/>
          </p:nvPr>
        </p:nvSpPr>
        <p:spPr/>
        <p:txBody>
          <a:bodyPr/>
          <a:lstStyle/>
          <a:p>
            <a:r>
              <a:rPr lang="en-US" dirty="0" smtClean="0"/>
              <a:t> </a:t>
            </a:r>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77</a:t>
            </a:fld>
            <a:endParaRPr lang="en-US" dirty="0"/>
          </a:p>
        </p:txBody>
      </p:sp>
      <p:sp>
        <p:nvSpPr>
          <p:cNvPr id="7" name="Content Placeholder 6"/>
          <p:cNvSpPr>
            <a:spLocks noGrp="1"/>
          </p:cNvSpPr>
          <p:nvPr>
            <p:ph idx="1"/>
          </p:nvPr>
        </p:nvSpPr>
        <p:spPr/>
        <p:txBody>
          <a:bodyPr/>
          <a:lstStyle/>
          <a:p>
            <a:pPr marL="342900" indent="-342900" algn="just">
              <a:buClr>
                <a:schemeClr val="accent1">
                  <a:lumMod val="50000"/>
                </a:schemeClr>
              </a:buClr>
              <a:buFont typeface="+mj-lt"/>
              <a:buAutoNum type="arabicPeriod"/>
            </a:pPr>
            <a:r>
              <a:rPr lang="en-US" dirty="0" smtClean="0">
                <a:solidFill>
                  <a:schemeClr val="tx1"/>
                </a:solidFill>
                <a:latin typeface="Times New Roman" panose="02020603050405020304" pitchFamily="18" charset="0"/>
                <a:cs typeface="Times New Roman" panose="02020603050405020304" pitchFamily="18" charset="0"/>
              </a:rPr>
              <a:t>Chassaing R. </a:t>
            </a:r>
            <a:r>
              <a:rPr lang="en-US" i="1" dirty="0">
                <a:solidFill>
                  <a:schemeClr val="tx1"/>
                </a:solidFill>
              </a:rPr>
              <a:t>Digital Signal Processing and Applications with the C6713 and C6416 </a:t>
            </a:r>
            <a:r>
              <a:rPr lang="en-US" i="1" dirty="0" smtClean="0">
                <a:solidFill>
                  <a:schemeClr val="tx1"/>
                </a:solidFill>
              </a:rPr>
              <a:t>DSK. </a:t>
            </a:r>
            <a:r>
              <a:rPr lang="en-US" dirty="0" smtClean="0">
                <a:solidFill>
                  <a:schemeClr val="tx1"/>
                </a:solidFill>
                <a:latin typeface="Times New Roman" panose="02020603050405020304" pitchFamily="18" charset="0"/>
                <a:cs typeface="Times New Roman" panose="02020603050405020304" pitchFamily="18" charset="0"/>
              </a:rPr>
              <a:t>Wiley</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2004.</a:t>
            </a:r>
            <a:endParaRPr lang="en-US"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accent1">
                  <a:lumMod val="50000"/>
                </a:schemeClr>
              </a:buClr>
              <a:buFont typeface="+mj-lt"/>
              <a:buAutoNum type="arabicPeriod"/>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accent1">
                  <a:lumMod val="50000"/>
                </a:schemeClr>
              </a:buClr>
              <a:buFont typeface="+mj-lt"/>
              <a:buAutoNum type="arabicPeriod"/>
            </a:pPr>
            <a:r>
              <a:rPr lang="en-IN" dirty="0">
                <a:solidFill>
                  <a:schemeClr val="tx1"/>
                </a:solidFill>
                <a:hlinkClick r:id="rId2"/>
              </a:rPr>
              <a:t>http://</a:t>
            </a:r>
            <a:r>
              <a:rPr lang="en-IN" dirty="0" smtClean="0">
                <a:solidFill>
                  <a:schemeClr val="tx1"/>
                </a:solidFill>
                <a:hlinkClick r:id="rId2"/>
              </a:rPr>
              <a:t>www.ti.com/lit/ug/spru395b/spru395b.pdf</a:t>
            </a:r>
            <a:r>
              <a:rPr lang="en-IN" dirty="0" smtClean="0">
                <a:solidFill>
                  <a:schemeClr val="tx1"/>
                </a:solidFill>
              </a:rPr>
              <a:t> accessed on 23rd February, 2020.</a:t>
            </a:r>
            <a:endParaRPr lang="en-IN" dirty="0">
              <a:solidFill>
                <a:schemeClr val="tx1"/>
              </a:solidFill>
            </a:endParaRPr>
          </a:p>
        </p:txBody>
      </p:sp>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smtClean="0"/>
              <a:t>February 2020</a:t>
            </a:r>
            <a:endParaRPr lang="en-IN" sz="1100" dirty="0"/>
          </a:p>
        </p:txBody>
      </p:sp>
      <p:sp>
        <p:nvSpPr>
          <p:cNvPr id="9" name="Round Same Side Corner Rectangle 8">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smtClean="0">
                <a:ln w="12700">
                  <a:solidFill>
                    <a:schemeClr val="dk1"/>
                  </a:solidFill>
                </a:ln>
                <a:solidFill>
                  <a:schemeClr val="tx1"/>
                </a:solidFill>
                <a:latin typeface="Arial" panose="020B0604020202020204" pitchFamily="34" charset="0"/>
                <a:cs typeface="Arial" panose="020B0604020202020204" pitchFamily="34" charset="0"/>
              </a:rPr>
              <a:t>DIGITAL SIGNAL PROCESSOR</a:t>
            </a:r>
            <a:endParaRPr lang="en-US" sz="1400" dirty="0">
              <a:ln w="12700">
                <a:solidFill>
                  <a:schemeClr val="dk1"/>
                </a:solidFill>
              </a:ln>
              <a:solidFill>
                <a:schemeClr val="tx1"/>
              </a:solidFill>
              <a:latin typeface="Arial" panose="020B0604020202020204" pitchFamily="34" charset="0"/>
              <a:cs typeface="Arial" panose="020B0604020202020204" pitchFamily="34" charset="0"/>
            </a:endParaRPr>
          </a:p>
        </p:txBody>
      </p:sp>
      <p:pic>
        <p:nvPicPr>
          <p:cNvPr id="10" name="Picture 9" descr="C:\Users\Subhasis\Desktop\logo nit.png">
            <a:extLst>
              <a:ext uri="{FF2B5EF4-FFF2-40B4-BE49-F238E27FC236}">
                <a16:creationId xmlns="" xmlns:a16="http://schemas.microsoft.com/office/drawing/2014/main" id="{000A8C8E-439E-48F1-A8AC-86130FA2896E}"/>
              </a:ext>
            </a:extLst>
          </p:cNvPr>
          <p:cNvPicPr/>
          <p:nvPr/>
        </p:nvPicPr>
        <p:blipFill>
          <a:blip r:embed="rId3" cstate="print"/>
          <a:srcRect/>
          <a:stretch>
            <a:fillRect/>
          </a:stretch>
        </p:blipFill>
        <p:spPr bwMode="auto">
          <a:xfrm>
            <a:off x="8153400" y="0"/>
            <a:ext cx="990600" cy="852779"/>
          </a:xfrm>
          <a:prstGeom prst="rect">
            <a:avLst/>
          </a:prstGeom>
          <a:noFill/>
          <a:ln w="9525">
            <a:noFill/>
            <a:miter lim="800000"/>
            <a:headEnd/>
            <a:tailEnd/>
          </a:ln>
        </p:spPr>
      </p:pic>
    </p:spTree>
    <p:extLst>
      <p:ext uri="{BB962C8B-B14F-4D97-AF65-F5344CB8AC3E}">
        <p14:creationId xmlns:p14="http://schemas.microsoft.com/office/powerpoint/2010/main" xmlns="" val="1861038428"/>
      </p:ext>
    </p:extLst>
  </p:cSld>
  <p:clrMapOvr>
    <a:masterClrMapping/>
  </p:clrMapOvr>
  <p:transition>
    <p:pull di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62F7EE57-3C24-4501-B991-D9E86760D5D3}"/>
              </a:ext>
            </a:extLst>
          </p:cNvPr>
          <p:cNvSpPr>
            <a:spLocks noGrp="1"/>
          </p:cNvSpPr>
          <p:nvPr>
            <p:ph type="title"/>
          </p:nvPr>
        </p:nvSpPr>
        <p:spPr>
          <a:xfrm>
            <a:off x="848976" y="125152"/>
            <a:ext cx="7543800" cy="1449387"/>
          </a:xfrm>
        </p:spPr>
        <p:txBody>
          <a:bodyPr>
            <a:normAutofit/>
          </a:bodyPr>
          <a:lstStyle/>
          <a:p>
            <a:pPr algn="ctr">
              <a:defRPr/>
            </a:pPr>
            <a:r>
              <a:rPr lang="en-US" sz="3200" b="1" dirty="0">
                <a:solidFill>
                  <a:schemeClr val="tx1"/>
                </a:solidFill>
                <a:latin typeface="Calibri" pitchFamily="34" charset="0"/>
                <a:cs typeface="Times New Roman" panose="02020603050405020304" pitchFamily="18" charset="0"/>
              </a:rPr>
              <a:t>Description of </a:t>
            </a:r>
            <a:r>
              <a:rPr lang="en-US" sz="3200" b="1" dirty="0" smtClean="0">
                <a:solidFill>
                  <a:schemeClr val="tx1"/>
                </a:solidFill>
                <a:latin typeface="Calibri" pitchFamily="34" charset="0"/>
                <a:cs typeface="Times New Roman" panose="02020603050405020304" pitchFamily="18" charset="0"/>
              </a:rPr>
              <a:t>course-VII</a:t>
            </a:r>
            <a:endParaRPr lang="en-US" sz="3200" b="1" dirty="0">
              <a:solidFill>
                <a:schemeClr val="accent5">
                  <a:lumMod val="50000"/>
                </a:schemeClr>
              </a:solidFill>
              <a:effectLst>
                <a:outerShdw blurRad="38100" dist="38100" dir="2700000" algn="tl">
                  <a:srgbClr val="000000">
                    <a:alpha val="43137"/>
                  </a:srgbClr>
                </a:outerShdw>
              </a:effectLst>
              <a:latin typeface="+mn-lt"/>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9558A6C-653A-42D5-910F-6320902B3C5C}"/>
              </a:ext>
            </a:extLst>
          </p:cNvPr>
          <p:cNvSpPr>
            <a:spLocks noGrp="1"/>
          </p:cNvSpPr>
          <p:nvPr>
            <p:ph idx="1"/>
          </p:nvPr>
        </p:nvSpPr>
        <p:spPr>
          <a:xfrm>
            <a:off x="1343254" y="1602987"/>
            <a:ext cx="7543801" cy="4023360"/>
          </a:xfrm>
        </p:spPr>
        <p:txBody>
          <a:bodyPr/>
          <a:lstStyle/>
          <a:p>
            <a:r>
              <a:rPr lang="en-US" sz="3000" kern="0" dirty="0" smtClean="0">
                <a:solidFill>
                  <a:schemeClr val="tx1"/>
                </a:solidFill>
                <a:cs typeface="Times New Roman" panose="02020603050405020304" pitchFamily="18" charset="0"/>
              </a:rPr>
              <a:t>          </a:t>
            </a:r>
          </a:p>
          <a:p>
            <a:pPr marL="201168" lvl="1" indent="0">
              <a:buNone/>
            </a:pPr>
            <a:endParaRPr lang="en-US" sz="3000" kern="0" dirty="0">
              <a:solidFill>
                <a:schemeClr val="tx1"/>
              </a:solidFill>
              <a:cs typeface="Times New Roman" panose="02020603050405020304" pitchFamily="18" charset="0"/>
            </a:endParaRPr>
          </a:p>
          <a:p>
            <a:pPr marL="201168" lvl="1" indent="0">
              <a:buNone/>
            </a:pPr>
            <a:r>
              <a:rPr lang="en-US" sz="3000" kern="0" dirty="0">
                <a:solidFill>
                  <a:schemeClr val="tx1"/>
                </a:solidFill>
                <a:effectLst>
                  <a:outerShdw blurRad="38100" dist="38100" dir="2700000" algn="tl">
                    <a:srgbClr val="000000">
                      <a:alpha val="43137"/>
                    </a:srgbClr>
                  </a:outerShdw>
                </a:effectLst>
                <a:cs typeface="Times New Roman" panose="02020603050405020304" pitchFamily="18" charset="0"/>
              </a:rPr>
              <a:t>  </a:t>
            </a:r>
            <a:r>
              <a:rPr lang="en-US" sz="2800" kern="0" dirty="0">
                <a:solidFill>
                  <a:schemeClr val="accent4">
                    <a:lumMod val="50000"/>
                  </a:schemeClr>
                </a:solidFill>
                <a:effectLst>
                  <a:outerShdw blurRad="38100" dist="38100" dir="2700000" algn="tl">
                    <a:srgbClr val="000000">
                      <a:alpha val="43137"/>
                    </a:srgbClr>
                  </a:outerShdw>
                </a:effectLst>
                <a:cs typeface="Times New Roman" panose="02020603050405020304" pitchFamily="18" charset="0"/>
              </a:rPr>
              <a:t>      </a:t>
            </a:r>
            <a:r>
              <a:rPr lang="en-US" sz="3000" b="1" kern="0" dirty="0">
                <a:solidFill>
                  <a:schemeClr val="tx1"/>
                </a:solidFill>
                <a:latin typeface="Calibri" pitchFamily="34" charset="0"/>
                <a:cs typeface="Times New Roman" panose="02020603050405020304" pitchFamily="18" charset="0"/>
              </a:rPr>
              <a:t>EC 538</a:t>
            </a:r>
            <a:r>
              <a:rPr lang="en-US" sz="3000" b="1" dirty="0">
                <a:solidFill>
                  <a:schemeClr val="tx1"/>
                </a:solidFill>
                <a:latin typeface="Calibri" pitchFamily="34" charset="0"/>
                <a:cs typeface="Times New Roman" panose="02020603050405020304" pitchFamily="18" charset="0"/>
              </a:rPr>
              <a:t>: </a:t>
            </a:r>
            <a:r>
              <a:rPr lang="en-US" sz="3000" b="1" dirty="0" smtClean="0">
                <a:solidFill>
                  <a:schemeClr val="tx1"/>
                </a:solidFill>
                <a:latin typeface="Calibri" pitchFamily="34" charset="0"/>
                <a:cs typeface="Times New Roman" panose="02020603050405020304" pitchFamily="18" charset="0"/>
              </a:rPr>
              <a:t>Wireless </a:t>
            </a:r>
            <a:r>
              <a:rPr lang="en-US" sz="3000" b="1" dirty="0">
                <a:solidFill>
                  <a:schemeClr val="tx1"/>
                </a:solidFill>
                <a:latin typeface="Calibri" pitchFamily="34" charset="0"/>
                <a:cs typeface="Times New Roman" panose="02020603050405020304" pitchFamily="18" charset="0"/>
              </a:rPr>
              <a:t>Communication</a:t>
            </a:r>
            <a:endParaRPr lang="en-US" sz="3000" b="1" kern="0" dirty="0">
              <a:solidFill>
                <a:schemeClr val="tx1"/>
              </a:solidFill>
              <a:latin typeface="Calibri" pitchFamily="34" charset="0"/>
              <a:cs typeface="Times New Roman" panose="02020603050405020304" pitchFamily="18" charset="0"/>
            </a:endParaRPr>
          </a:p>
          <a:p>
            <a:pPr marL="1028700" lvl="1" indent="-540000" algn="just">
              <a:buNone/>
            </a:pPr>
            <a:r>
              <a:rPr lang="en-US" sz="3000" b="1" kern="0" dirty="0">
                <a:solidFill>
                  <a:schemeClr val="accent4">
                    <a:lumMod val="50000"/>
                  </a:schemeClr>
                </a:solidFill>
                <a:effectLst>
                  <a:outerShdw blurRad="38100" dist="38100" dir="2700000" algn="tl">
                    <a:srgbClr val="000000">
                      <a:alpha val="43137"/>
                    </a:srgbClr>
                  </a:outerShdw>
                </a:effectLst>
                <a:cs typeface="Times New Roman" panose="02020603050405020304" pitchFamily="18" charset="0"/>
              </a:rPr>
              <a:t>    </a:t>
            </a:r>
            <a:r>
              <a:rPr lang="en-IN" sz="2400" dirty="0">
                <a:solidFill>
                  <a:schemeClr val="tx1"/>
                </a:solidFill>
                <a:latin typeface="Calibri" pitchFamily="34" charset="0"/>
                <a:cs typeface="Times New Roman" panose="02020603050405020304" pitchFamily="18" charset="0"/>
              </a:rPr>
              <a:t>Course Instructor:</a:t>
            </a:r>
          </a:p>
          <a:p>
            <a:pPr marL="1028700" lvl="1" indent="-540000" algn="just">
              <a:buNone/>
            </a:pPr>
            <a:r>
              <a:rPr lang="en-IN" sz="2400" dirty="0">
                <a:solidFill>
                  <a:schemeClr val="tx1"/>
                </a:solidFill>
                <a:latin typeface="Calibri" pitchFamily="34" charset="0"/>
                <a:cs typeface="Times New Roman" panose="02020603050405020304" pitchFamily="18" charset="0"/>
              </a:rPr>
              <a:t>     Dr. </a:t>
            </a:r>
            <a:r>
              <a:rPr lang="en-IN" sz="2400" dirty="0" smtClean="0">
                <a:solidFill>
                  <a:schemeClr val="tx1"/>
                </a:solidFill>
                <a:latin typeface="Calibri" pitchFamily="34" charset="0"/>
                <a:cs typeface="Times New Roman" panose="02020603050405020304" pitchFamily="18" charset="0"/>
              </a:rPr>
              <a:t>P.Pattanayak, </a:t>
            </a:r>
            <a:r>
              <a:rPr lang="en-IN" sz="2400" dirty="0">
                <a:solidFill>
                  <a:schemeClr val="tx1"/>
                </a:solidFill>
                <a:latin typeface="Calibri" pitchFamily="34" charset="0"/>
                <a:cs typeface="Times New Roman" panose="02020603050405020304" pitchFamily="18" charset="0"/>
              </a:rPr>
              <a:t>Assistant professor, </a:t>
            </a:r>
          </a:p>
          <a:p>
            <a:pPr marL="1028700" lvl="1" indent="-540000" algn="just">
              <a:buNone/>
            </a:pPr>
            <a:r>
              <a:rPr lang="en-IN" sz="2400" dirty="0">
                <a:solidFill>
                  <a:schemeClr val="tx1"/>
                </a:solidFill>
                <a:latin typeface="Calibri" pitchFamily="34" charset="0"/>
                <a:cs typeface="Times New Roman" panose="02020603050405020304" pitchFamily="18" charset="0"/>
              </a:rPr>
              <a:t>     Dept. of Electronics and Communication Engineering</a:t>
            </a:r>
          </a:p>
          <a:p>
            <a:pPr marL="2062163" lvl="0" indent="-2062163" algn="ctr">
              <a:lnSpc>
                <a:spcPct val="100000"/>
              </a:lnSpc>
              <a:spcBef>
                <a:spcPct val="0"/>
              </a:spcBef>
              <a:spcAft>
                <a:spcPts val="0"/>
              </a:spcAft>
              <a:buClrTx/>
              <a:buSzTx/>
              <a:buNone/>
              <a:defRPr/>
            </a:pPr>
            <a:endParaRPr lang="en-US" altLang="en-US" sz="3200" b="1" dirty="0">
              <a:solidFill>
                <a:schemeClr val="tx1"/>
              </a:solidFill>
              <a:cs typeface="Calibri" panose="020F0502020204030204" pitchFamily="34" charset="0"/>
            </a:endParaRPr>
          </a:p>
          <a:p>
            <a:pPr marL="2062163" lvl="0" indent="-2062163">
              <a:lnSpc>
                <a:spcPct val="100000"/>
              </a:lnSpc>
              <a:spcBef>
                <a:spcPct val="0"/>
              </a:spcBef>
              <a:spcAft>
                <a:spcPts val="0"/>
              </a:spcAft>
              <a:buClrTx/>
              <a:buSzTx/>
              <a:buNone/>
              <a:defRPr/>
            </a:pPr>
            <a:endParaRPr lang="en-US" sz="3000" b="1" dirty="0">
              <a:solidFill>
                <a:schemeClr val="tx1"/>
              </a:solidFill>
              <a:cs typeface="Times New Roman" pitchFamily="18" charset="0"/>
            </a:endParaRPr>
          </a:p>
          <a:p>
            <a:endParaRPr lang="en-IN" dirty="0"/>
          </a:p>
        </p:txBody>
      </p:sp>
      <p:sp>
        <p:nvSpPr>
          <p:cNvPr id="47"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ADAA7110-07E3-4531-A869-BA67F91F7D2A}"/>
              </a:ext>
            </a:extLst>
          </p:cNvPr>
          <p:cNvSpPr>
            <a:spLocks noGrp="1"/>
          </p:cNvSpPr>
          <p:nvPr>
            <p:ph type="sldNum" sz="quarter" idx="12"/>
          </p:nvPr>
        </p:nvSpPr>
        <p:spPr/>
        <p:txBody>
          <a:bodyPr/>
          <a:lstStyle/>
          <a:p>
            <a:fld id="{B6F15528-21DE-4FAA-801E-634DDDAF4B2B}" type="slidenum">
              <a:rPr lang="en-US" smtClean="0"/>
              <a:pPr/>
              <a:t>78</a:t>
            </a:fld>
            <a:endParaRPr lang="en-US" dirty="0"/>
          </a:p>
        </p:txBody>
      </p:sp>
      <mc:AlternateContent xmlns:mc="http://schemas.openxmlformats.org/markup-compatibility/2006">
        <mc:Choice xmlns:p14="http://schemas.microsoft.com/office/powerpoint/2010/main" xmlns="" Requires="p14">
          <p:contentPart p14:bwMode="auto" r:id="rId3">
            <p14:nvContentPartPr>
              <p14:cNvPr id="9" name="Ink 8">
                <a:extLst>
                  <a:ext uri="{FF2B5EF4-FFF2-40B4-BE49-F238E27FC236}">
                    <a16:creationId xmlns="" xmlns:a16="http://schemas.microsoft.com/office/drawing/2014/main" id="{EC47A80E-8DAF-4CB2-8925-6403D2AD8EDE}"/>
                  </a:ext>
                </a:extLst>
              </p14:cNvPr>
              <p14:cNvContentPartPr/>
              <p14:nvPr/>
            </p14:nvContentPartPr>
            <p14:xfrm>
              <a:off x="877056" y="1696614"/>
              <a:ext cx="289800" cy="48600"/>
            </p14:xfrm>
          </p:contentPart>
        </mc:Choice>
        <mc:Fallback>
          <p:pic>
            <p:nvPicPr>
              <p:cNvPr id="9" name="Ink 8">
                <a:extLst>
                  <a:ext uri="{FF2B5EF4-FFF2-40B4-BE49-F238E27FC236}">
                    <a16:creationId xmlns:a16="http://schemas.microsoft.com/office/drawing/2014/main" xmlns="" xmlns:p14="http://schemas.microsoft.com/office/powerpoint/2010/main" id="{EC47A80E-8DAF-4CB2-8925-6403D2AD8EDE}"/>
                  </a:ext>
                </a:extLst>
              </p:cNvPr>
              <p:cNvPicPr/>
              <p:nvPr/>
            </p:nvPicPr>
            <p:blipFill>
              <a:blip r:embed="rId4" cstate="print"/>
              <a:stretch>
                <a:fillRect/>
              </a:stretch>
            </p:blipFill>
            <p:spPr>
              <a:xfrm>
                <a:off x="868056" y="1687614"/>
                <a:ext cx="307800" cy="66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
            <p14:nvContentPartPr>
              <p14:cNvPr id="11" name="Ink 10">
                <a:extLst>
                  <a:ext uri="{FF2B5EF4-FFF2-40B4-BE49-F238E27FC236}">
                    <a16:creationId xmlns="" xmlns:a16="http://schemas.microsoft.com/office/drawing/2014/main" id="{E68075B0-B2EC-4B6E-9788-3918A7CE26FF}"/>
                  </a:ext>
                </a:extLst>
              </p14:cNvPr>
              <p14:cNvContentPartPr/>
              <p14:nvPr/>
            </p14:nvContentPartPr>
            <p14:xfrm>
              <a:off x="811896" y="1534974"/>
              <a:ext cx="2751120" cy="351000"/>
            </p14:xfrm>
          </p:contentPart>
        </mc:Choice>
        <mc:Fallback>
          <p:pic>
            <p:nvPicPr>
              <p:cNvPr id="11" name="Ink 10">
                <a:extLst>
                  <a:ext uri="{FF2B5EF4-FFF2-40B4-BE49-F238E27FC236}">
                    <a16:creationId xmlns:a16="http://schemas.microsoft.com/office/drawing/2014/main" xmlns="" xmlns:p14="http://schemas.microsoft.com/office/powerpoint/2010/main" id="{E68075B0-B2EC-4B6E-9788-3918A7CE26FF}"/>
                  </a:ext>
                </a:extLst>
              </p:cNvPr>
              <p:cNvPicPr/>
              <p:nvPr/>
            </p:nvPicPr>
            <p:blipFill>
              <a:blip r:embed="rId6" cstate="print"/>
              <a:stretch>
                <a:fillRect/>
              </a:stretch>
            </p:blipFill>
            <p:spPr>
              <a:xfrm>
                <a:off x="802896" y="1525974"/>
                <a:ext cx="2769120" cy="369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
            <p14:nvContentPartPr>
              <p14:cNvPr id="34" name="Ink 33">
                <a:extLst>
                  <a:ext uri="{FF2B5EF4-FFF2-40B4-BE49-F238E27FC236}">
                    <a16:creationId xmlns="" xmlns:a16="http://schemas.microsoft.com/office/drawing/2014/main" id="{7554D1FA-C4FE-41AA-9AAC-AD104842C677}"/>
                  </a:ext>
                </a:extLst>
              </p14:cNvPr>
              <p14:cNvContentPartPr/>
              <p14:nvPr/>
            </p14:nvContentPartPr>
            <p14:xfrm>
              <a:off x="895776" y="1691574"/>
              <a:ext cx="662760" cy="333360"/>
            </p14:xfrm>
          </p:contentPart>
        </mc:Choice>
        <mc:Fallback>
          <p:pic>
            <p:nvPicPr>
              <p:cNvPr id="34" name="Ink 33">
                <a:extLst>
                  <a:ext uri="{FF2B5EF4-FFF2-40B4-BE49-F238E27FC236}">
                    <a16:creationId xmlns:a16="http://schemas.microsoft.com/office/drawing/2014/main" xmlns="" xmlns:p14="http://schemas.microsoft.com/office/powerpoint/2010/main" id="{7554D1FA-C4FE-41AA-9AAC-AD104842C677}"/>
                  </a:ext>
                </a:extLst>
              </p:cNvPr>
              <p:cNvPicPr/>
              <p:nvPr/>
            </p:nvPicPr>
            <p:blipFill>
              <a:blip r:embed="rId8" cstate="print"/>
              <a:stretch>
                <a:fillRect/>
              </a:stretch>
            </p:blipFill>
            <p:spPr>
              <a:xfrm>
                <a:off x="886776" y="1682574"/>
                <a:ext cx="680760" cy="351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9">
            <p14:nvContentPartPr>
              <p14:cNvPr id="35" name="Ink 34">
                <a:extLst>
                  <a:ext uri="{FF2B5EF4-FFF2-40B4-BE49-F238E27FC236}">
                    <a16:creationId xmlns="" xmlns:a16="http://schemas.microsoft.com/office/drawing/2014/main" id="{03BC26BD-C788-4CC9-8059-53C28980678E}"/>
                  </a:ext>
                </a:extLst>
              </p14:cNvPr>
              <p14:cNvContentPartPr/>
              <p14:nvPr/>
            </p14:nvContentPartPr>
            <p14:xfrm>
              <a:off x="1203576" y="1744854"/>
              <a:ext cx="28440" cy="360"/>
            </p14:xfrm>
          </p:contentPart>
        </mc:Choice>
        <mc:Fallback>
          <p:pic>
            <p:nvPicPr>
              <p:cNvPr id="35" name="Ink 34">
                <a:extLst>
                  <a:ext uri="{FF2B5EF4-FFF2-40B4-BE49-F238E27FC236}">
                    <a16:creationId xmlns:a16="http://schemas.microsoft.com/office/drawing/2014/main" xmlns="" xmlns:p14="http://schemas.microsoft.com/office/powerpoint/2010/main" id="{03BC26BD-C788-4CC9-8059-53C28980678E}"/>
                  </a:ext>
                </a:extLst>
              </p:cNvPr>
              <p:cNvPicPr/>
              <p:nvPr/>
            </p:nvPicPr>
            <p:blipFill>
              <a:blip r:embed="rId10" cstate="print"/>
              <a:stretch>
                <a:fillRect/>
              </a:stretch>
            </p:blipFill>
            <p:spPr>
              <a:xfrm>
                <a:off x="1194576" y="1735854"/>
                <a:ext cx="46440" cy="18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1">
            <p14:nvContentPartPr>
              <p14:cNvPr id="36" name="Ink 35">
                <a:extLst>
                  <a:ext uri="{FF2B5EF4-FFF2-40B4-BE49-F238E27FC236}">
                    <a16:creationId xmlns="" xmlns:a16="http://schemas.microsoft.com/office/drawing/2014/main" id="{87F8D73A-9859-4255-BB9A-57118043E9CA}"/>
                  </a:ext>
                </a:extLst>
              </p14:cNvPr>
              <p14:cNvContentPartPr/>
              <p14:nvPr/>
            </p14:nvContentPartPr>
            <p14:xfrm>
              <a:off x="1175496" y="1732974"/>
              <a:ext cx="1530720" cy="41400"/>
            </p14:xfrm>
          </p:contentPart>
        </mc:Choice>
        <mc:Fallback>
          <p:pic>
            <p:nvPicPr>
              <p:cNvPr id="36" name="Ink 35">
                <a:extLst>
                  <a:ext uri="{FF2B5EF4-FFF2-40B4-BE49-F238E27FC236}">
                    <a16:creationId xmlns:a16="http://schemas.microsoft.com/office/drawing/2014/main" xmlns="" xmlns:p14="http://schemas.microsoft.com/office/powerpoint/2010/main" id="{87F8D73A-9859-4255-BB9A-57118043E9CA}"/>
                  </a:ext>
                </a:extLst>
              </p:cNvPr>
              <p:cNvPicPr/>
              <p:nvPr/>
            </p:nvPicPr>
            <p:blipFill>
              <a:blip r:embed="rId12" cstate="print"/>
              <a:stretch>
                <a:fillRect/>
              </a:stretch>
            </p:blipFill>
            <p:spPr>
              <a:xfrm>
                <a:off x="1166496" y="1723974"/>
                <a:ext cx="1548720" cy="594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3">
            <p14:nvContentPartPr>
              <p14:cNvPr id="37" name="Ink 36">
                <a:extLst>
                  <a:ext uri="{FF2B5EF4-FFF2-40B4-BE49-F238E27FC236}">
                    <a16:creationId xmlns="" xmlns:a16="http://schemas.microsoft.com/office/drawing/2014/main" id="{C1AC544E-6469-4812-8E52-20DEF62F72AC}"/>
                  </a:ext>
                </a:extLst>
              </p14:cNvPr>
              <p14:cNvContentPartPr/>
              <p14:nvPr/>
            </p14:nvContentPartPr>
            <p14:xfrm>
              <a:off x="2143896" y="1866174"/>
              <a:ext cx="24840" cy="304200"/>
            </p14:xfrm>
          </p:contentPart>
        </mc:Choice>
        <mc:Fallback>
          <p:pic>
            <p:nvPicPr>
              <p:cNvPr id="37" name="Ink 36">
                <a:extLst>
                  <a:ext uri="{FF2B5EF4-FFF2-40B4-BE49-F238E27FC236}">
                    <a16:creationId xmlns:a16="http://schemas.microsoft.com/office/drawing/2014/main" xmlns="" xmlns:p14="http://schemas.microsoft.com/office/powerpoint/2010/main" id="{C1AC544E-6469-4812-8E52-20DEF62F72AC}"/>
                  </a:ext>
                </a:extLst>
              </p:cNvPr>
              <p:cNvPicPr/>
              <p:nvPr/>
            </p:nvPicPr>
            <p:blipFill>
              <a:blip r:embed="rId14" cstate="print"/>
              <a:stretch>
                <a:fillRect/>
              </a:stretch>
            </p:blipFill>
            <p:spPr>
              <a:xfrm>
                <a:off x="2134896" y="1857174"/>
                <a:ext cx="42840" cy="3222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5">
            <p14:nvContentPartPr>
              <p14:cNvPr id="38" name="Ink 37">
                <a:extLst>
                  <a:ext uri="{FF2B5EF4-FFF2-40B4-BE49-F238E27FC236}">
                    <a16:creationId xmlns="" xmlns:a16="http://schemas.microsoft.com/office/drawing/2014/main" id="{C342040A-D3F7-462A-8960-E6DAB6EE8580}"/>
                  </a:ext>
                </a:extLst>
              </p14:cNvPr>
              <p14:cNvContentPartPr/>
              <p14:nvPr/>
            </p14:nvContentPartPr>
            <p14:xfrm>
              <a:off x="1167576" y="1730814"/>
              <a:ext cx="2415600" cy="109800"/>
            </p14:xfrm>
          </p:contentPart>
        </mc:Choice>
        <mc:Fallback>
          <p:pic>
            <p:nvPicPr>
              <p:cNvPr id="38" name="Ink 37">
                <a:extLst>
                  <a:ext uri="{FF2B5EF4-FFF2-40B4-BE49-F238E27FC236}">
                    <a16:creationId xmlns:a16="http://schemas.microsoft.com/office/drawing/2014/main" xmlns="" xmlns:p14="http://schemas.microsoft.com/office/powerpoint/2010/main" id="{C342040A-D3F7-462A-8960-E6DAB6EE8580}"/>
                  </a:ext>
                </a:extLst>
              </p:cNvPr>
              <p:cNvPicPr/>
              <p:nvPr/>
            </p:nvPicPr>
            <p:blipFill>
              <a:blip r:embed="rId16" cstate="print"/>
              <a:stretch>
                <a:fillRect/>
              </a:stretch>
            </p:blipFill>
            <p:spPr>
              <a:xfrm>
                <a:off x="1158576" y="1721814"/>
                <a:ext cx="2433600" cy="1278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7">
            <p14:nvContentPartPr>
              <p14:cNvPr id="41" name="Ink 40">
                <a:extLst>
                  <a:ext uri="{FF2B5EF4-FFF2-40B4-BE49-F238E27FC236}">
                    <a16:creationId xmlns="" xmlns:a16="http://schemas.microsoft.com/office/drawing/2014/main" id="{43E15590-51C9-4C51-B131-5007681F9A6B}"/>
                  </a:ext>
                </a:extLst>
              </p14:cNvPr>
              <p14:cNvContentPartPr/>
              <p14:nvPr/>
            </p14:nvContentPartPr>
            <p14:xfrm>
              <a:off x="2323176" y="1726134"/>
              <a:ext cx="1045440" cy="19800"/>
            </p14:xfrm>
          </p:contentPart>
        </mc:Choice>
        <mc:Fallback>
          <p:pic>
            <p:nvPicPr>
              <p:cNvPr id="41" name="Ink 40">
                <a:extLst>
                  <a:ext uri="{FF2B5EF4-FFF2-40B4-BE49-F238E27FC236}">
                    <a16:creationId xmlns:a16="http://schemas.microsoft.com/office/drawing/2014/main" xmlns="" xmlns:p14="http://schemas.microsoft.com/office/powerpoint/2010/main" id="{43E15590-51C9-4C51-B131-5007681F9A6B}"/>
                  </a:ext>
                </a:extLst>
              </p:cNvPr>
              <p:cNvPicPr/>
              <p:nvPr/>
            </p:nvPicPr>
            <p:blipFill>
              <a:blip r:embed="rId18" cstate="print"/>
              <a:stretch>
                <a:fillRect/>
              </a:stretch>
            </p:blipFill>
            <p:spPr>
              <a:xfrm>
                <a:off x="2314176" y="1717134"/>
                <a:ext cx="1063440" cy="378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19">
            <p14:nvContentPartPr>
              <p14:cNvPr id="42" name="Ink 41">
                <a:extLst>
                  <a:ext uri="{FF2B5EF4-FFF2-40B4-BE49-F238E27FC236}">
                    <a16:creationId xmlns="" xmlns:a16="http://schemas.microsoft.com/office/drawing/2014/main" id="{9B0F2D85-998C-44B0-AB2F-81548552D83E}"/>
                  </a:ext>
                </a:extLst>
              </p14:cNvPr>
              <p14:cNvContentPartPr/>
              <p14:nvPr/>
            </p14:nvContentPartPr>
            <p14:xfrm>
              <a:off x="2174136" y="1741254"/>
              <a:ext cx="942480" cy="62280"/>
            </p14:xfrm>
          </p:contentPart>
        </mc:Choice>
        <mc:Fallback>
          <p:pic>
            <p:nvPicPr>
              <p:cNvPr id="42" name="Ink 41">
                <a:extLst>
                  <a:ext uri="{FF2B5EF4-FFF2-40B4-BE49-F238E27FC236}">
                    <a16:creationId xmlns:a16="http://schemas.microsoft.com/office/drawing/2014/main" xmlns="" xmlns:p14="http://schemas.microsoft.com/office/powerpoint/2010/main" id="{9B0F2D85-998C-44B0-AB2F-81548552D83E}"/>
                  </a:ext>
                </a:extLst>
              </p:cNvPr>
              <p:cNvPicPr/>
              <p:nvPr/>
            </p:nvPicPr>
            <p:blipFill>
              <a:blip r:embed="rId20" cstate="print"/>
              <a:stretch>
                <a:fillRect/>
              </a:stretch>
            </p:blipFill>
            <p:spPr>
              <a:xfrm>
                <a:off x="2165136" y="1732254"/>
                <a:ext cx="960480" cy="802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1">
            <p14:nvContentPartPr>
              <p14:cNvPr id="49" name="Ink 48">
                <a:extLst>
                  <a:ext uri="{FF2B5EF4-FFF2-40B4-BE49-F238E27FC236}">
                    <a16:creationId xmlns="" xmlns:a16="http://schemas.microsoft.com/office/drawing/2014/main" id="{75FA5907-242C-46EE-865A-B4C3176687F0}"/>
                  </a:ext>
                </a:extLst>
              </p14:cNvPr>
              <p14:cNvContentPartPr/>
              <p14:nvPr/>
            </p14:nvContentPartPr>
            <p14:xfrm>
              <a:off x="2864616" y="1726134"/>
              <a:ext cx="634680" cy="47160"/>
            </p14:xfrm>
          </p:contentPart>
        </mc:Choice>
        <mc:Fallback>
          <p:pic>
            <p:nvPicPr>
              <p:cNvPr id="49" name="Ink 48">
                <a:extLst>
                  <a:ext uri="{FF2B5EF4-FFF2-40B4-BE49-F238E27FC236}">
                    <a16:creationId xmlns:a16="http://schemas.microsoft.com/office/drawing/2014/main" xmlns="" xmlns:p14="http://schemas.microsoft.com/office/powerpoint/2010/main" id="{75FA5907-242C-46EE-865A-B4C3176687F0}"/>
                  </a:ext>
                </a:extLst>
              </p:cNvPr>
              <p:cNvPicPr/>
              <p:nvPr/>
            </p:nvPicPr>
            <p:blipFill>
              <a:blip r:embed="rId22" cstate="print"/>
              <a:stretch>
                <a:fillRect/>
              </a:stretch>
            </p:blipFill>
            <p:spPr>
              <a:xfrm>
                <a:off x="2855616" y="1717134"/>
                <a:ext cx="652680" cy="651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3">
            <p14:nvContentPartPr>
              <p14:cNvPr id="50" name="Ink 49">
                <a:extLst>
                  <a:ext uri="{FF2B5EF4-FFF2-40B4-BE49-F238E27FC236}">
                    <a16:creationId xmlns="" xmlns:a16="http://schemas.microsoft.com/office/drawing/2014/main" id="{1EC82F07-35E5-4C66-9A4E-691B72292363}"/>
                  </a:ext>
                </a:extLst>
              </p14:cNvPr>
              <p14:cNvContentPartPr/>
              <p14:nvPr/>
            </p14:nvContentPartPr>
            <p14:xfrm>
              <a:off x="3051096" y="1754214"/>
              <a:ext cx="252360" cy="360"/>
            </p14:xfrm>
          </p:contentPart>
        </mc:Choice>
        <mc:Fallback>
          <p:pic>
            <p:nvPicPr>
              <p:cNvPr id="50" name="Ink 49">
                <a:extLst>
                  <a:ext uri="{FF2B5EF4-FFF2-40B4-BE49-F238E27FC236}">
                    <a16:creationId xmlns:a16="http://schemas.microsoft.com/office/drawing/2014/main" xmlns="" xmlns:p14="http://schemas.microsoft.com/office/powerpoint/2010/main" id="{1EC82F07-35E5-4C66-9A4E-691B72292363}"/>
                  </a:ext>
                </a:extLst>
              </p:cNvPr>
              <p:cNvPicPr/>
              <p:nvPr/>
            </p:nvPicPr>
            <p:blipFill>
              <a:blip r:embed="rId24" cstate="print"/>
              <a:stretch>
                <a:fillRect/>
              </a:stretch>
            </p:blipFill>
            <p:spPr>
              <a:xfrm>
                <a:off x="3042096" y="1745214"/>
                <a:ext cx="270360" cy="18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5">
            <p14:nvContentPartPr>
              <p14:cNvPr id="60" name="Ink 59">
                <a:extLst>
                  <a:ext uri="{FF2B5EF4-FFF2-40B4-BE49-F238E27FC236}">
                    <a16:creationId xmlns="" xmlns:a16="http://schemas.microsoft.com/office/drawing/2014/main" id="{7AD17C50-9674-424A-BE6B-D4551DF8EBE6}"/>
                  </a:ext>
                </a:extLst>
              </p14:cNvPr>
              <p14:cNvContentPartPr/>
              <p14:nvPr/>
            </p14:nvContentPartPr>
            <p14:xfrm>
              <a:off x="3097896" y="1697334"/>
              <a:ext cx="1194480" cy="141120"/>
            </p14:xfrm>
          </p:contentPart>
        </mc:Choice>
        <mc:Fallback>
          <p:pic>
            <p:nvPicPr>
              <p:cNvPr id="60" name="Ink 59">
                <a:extLst>
                  <a:ext uri="{FF2B5EF4-FFF2-40B4-BE49-F238E27FC236}">
                    <a16:creationId xmlns:a16="http://schemas.microsoft.com/office/drawing/2014/main" xmlns="" xmlns:p14="http://schemas.microsoft.com/office/powerpoint/2010/main" id="{7AD17C50-9674-424A-BE6B-D4551DF8EBE6}"/>
                  </a:ext>
                </a:extLst>
              </p:cNvPr>
              <p:cNvPicPr/>
              <p:nvPr/>
            </p:nvPicPr>
            <p:blipFill>
              <a:blip r:embed="rId26" cstate="print"/>
              <a:stretch>
                <a:fillRect/>
              </a:stretch>
            </p:blipFill>
            <p:spPr>
              <a:xfrm>
                <a:off x="3088896" y="1688334"/>
                <a:ext cx="1212480" cy="1591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7">
            <p14:nvContentPartPr>
              <p14:cNvPr id="65" name="Ink 64">
                <a:extLst>
                  <a:ext uri="{FF2B5EF4-FFF2-40B4-BE49-F238E27FC236}">
                    <a16:creationId xmlns="" xmlns:a16="http://schemas.microsoft.com/office/drawing/2014/main" id="{4201962A-0D4D-437C-A60F-F32A5F5B52F9}"/>
                  </a:ext>
                </a:extLst>
              </p14:cNvPr>
              <p14:cNvContentPartPr/>
              <p14:nvPr/>
            </p14:nvContentPartPr>
            <p14:xfrm>
              <a:off x="3079176" y="1754214"/>
              <a:ext cx="345600" cy="38880"/>
            </p14:xfrm>
          </p:contentPart>
        </mc:Choice>
        <mc:Fallback>
          <p:pic>
            <p:nvPicPr>
              <p:cNvPr id="65" name="Ink 64">
                <a:extLst>
                  <a:ext uri="{FF2B5EF4-FFF2-40B4-BE49-F238E27FC236}">
                    <a16:creationId xmlns:a16="http://schemas.microsoft.com/office/drawing/2014/main" xmlns="" xmlns:p14="http://schemas.microsoft.com/office/powerpoint/2010/main" id="{4201962A-0D4D-437C-A60F-F32A5F5B52F9}"/>
                  </a:ext>
                </a:extLst>
              </p:cNvPr>
              <p:cNvPicPr/>
              <p:nvPr/>
            </p:nvPicPr>
            <p:blipFill>
              <a:blip r:embed="rId28" cstate="print"/>
              <a:stretch>
                <a:fillRect/>
              </a:stretch>
            </p:blipFill>
            <p:spPr>
              <a:xfrm>
                <a:off x="3070176" y="1745214"/>
                <a:ext cx="363600" cy="568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29">
            <p14:nvContentPartPr>
              <p14:cNvPr id="68" name="Ink 67">
                <a:extLst>
                  <a:ext uri="{FF2B5EF4-FFF2-40B4-BE49-F238E27FC236}">
                    <a16:creationId xmlns="" xmlns:a16="http://schemas.microsoft.com/office/drawing/2014/main" id="{4419E9B2-F198-4750-8410-73ED63C7D2D7}"/>
                  </a:ext>
                </a:extLst>
              </p14:cNvPr>
              <p14:cNvContentPartPr/>
              <p14:nvPr/>
            </p14:nvContentPartPr>
            <p14:xfrm>
              <a:off x="3079176" y="1744494"/>
              <a:ext cx="410760" cy="47520"/>
            </p14:xfrm>
          </p:contentPart>
        </mc:Choice>
        <mc:Fallback>
          <p:pic>
            <p:nvPicPr>
              <p:cNvPr id="68" name="Ink 67">
                <a:extLst>
                  <a:ext uri="{FF2B5EF4-FFF2-40B4-BE49-F238E27FC236}">
                    <a16:creationId xmlns:a16="http://schemas.microsoft.com/office/drawing/2014/main" xmlns="" xmlns:p14="http://schemas.microsoft.com/office/powerpoint/2010/main" id="{4419E9B2-F198-4750-8410-73ED63C7D2D7}"/>
                  </a:ext>
                </a:extLst>
              </p:cNvPr>
              <p:cNvPicPr/>
              <p:nvPr/>
            </p:nvPicPr>
            <p:blipFill>
              <a:blip r:embed="rId30" cstate="print"/>
              <a:stretch>
                <a:fillRect/>
              </a:stretch>
            </p:blipFill>
            <p:spPr>
              <a:xfrm>
                <a:off x="3070176" y="1735494"/>
                <a:ext cx="428760" cy="65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1">
            <p14:nvContentPartPr>
              <p14:cNvPr id="69" name="Ink 68">
                <a:extLst>
                  <a:ext uri="{FF2B5EF4-FFF2-40B4-BE49-F238E27FC236}">
                    <a16:creationId xmlns="" xmlns:a16="http://schemas.microsoft.com/office/drawing/2014/main" id="{B85250F9-8560-4351-97FD-58EA6A8462C9}"/>
                  </a:ext>
                </a:extLst>
              </p14:cNvPr>
              <p14:cNvContentPartPr/>
              <p14:nvPr/>
            </p14:nvContentPartPr>
            <p14:xfrm>
              <a:off x="3069816" y="1757094"/>
              <a:ext cx="504000" cy="36000"/>
            </p14:xfrm>
          </p:contentPart>
        </mc:Choice>
        <mc:Fallback>
          <p:pic>
            <p:nvPicPr>
              <p:cNvPr id="69" name="Ink 68">
                <a:extLst>
                  <a:ext uri="{FF2B5EF4-FFF2-40B4-BE49-F238E27FC236}">
                    <a16:creationId xmlns:a16="http://schemas.microsoft.com/office/drawing/2014/main" xmlns="" xmlns:p14="http://schemas.microsoft.com/office/powerpoint/2010/main" id="{B85250F9-8560-4351-97FD-58EA6A8462C9}"/>
                  </a:ext>
                </a:extLst>
              </p:cNvPr>
              <p:cNvPicPr/>
              <p:nvPr/>
            </p:nvPicPr>
            <p:blipFill>
              <a:blip r:embed="rId32" cstate="print"/>
              <a:stretch>
                <a:fillRect/>
              </a:stretch>
            </p:blipFill>
            <p:spPr>
              <a:xfrm>
                <a:off x="3060816" y="1748094"/>
                <a:ext cx="522000" cy="54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3">
            <p14:nvContentPartPr>
              <p14:cNvPr id="72" name="Ink 71">
                <a:extLst>
                  <a:ext uri="{FF2B5EF4-FFF2-40B4-BE49-F238E27FC236}">
                    <a16:creationId xmlns="" xmlns:a16="http://schemas.microsoft.com/office/drawing/2014/main" id="{D11DB87E-86EB-405A-8788-101C3F91C7CE}"/>
                  </a:ext>
                </a:extLst>
              </p14:cNvPr>
              <p14:cNvContentPartPr/>
              <p14:nvPr/>
            </p14:nvContentPartPr>
            <p14:xfrm>
              <a:off x="3095736" y="1734054"/>
              <a:ext cx="642240" cy="57960"/>
            </p14:xfrm>
          </p:contentPart>
        </mc:Choice>
        <mc:Fallback>
          <p:pic>
            <p:nvPicPr>
              <p:cNvPr id="72" name="Ink 71">
                <a:extLst>
                  <a:ext uri="{FF2B5EF4-FFF2-40B4-BE49-F238E27FC236}">
                    <a16:creationId xmlns:a16="http://schemas.microsoft.com/office/drawing/2014/main" xmlns="" xmlns:p14="http://schemas.microsoft.com/office/powerpoint/2010/main" id="{D11DB87E-86EB-405A-8788-101C3F91C7CE}"/>
                  </a:ext>
                </a:extLst>
              </p:cNvPr>
              <p:cNvPicPr/>
              <p:nvPr/>
            </p:nvPicPr>
            <p:blipFill>
              <a:blip r:embed="rId34" cstate="print"/>
              <a:stretch>
                <a:fillRect/>
              </a:stretch>
            </p:blipFill>
            <p:spPr>
              <a:xfrm>
                <a:off x="3086736" y="1725054"/>
                <a:ext cx="660240" cy="759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5">
            <p14:nvContentPartPr>
              <p14:cNvPr id="73" name="Ink 72">
                <a:extLst>
                  <a:ext uri="{FF2B5EF4-FFF2-40B4-BE49-F238E27FC236}">
                    <a16:creationId xmlns="" xmlns:a16="http://schemas.microsoft.com/office/drawing/2014/main" id="{FB2A8D7E-20C8-423D-99A2-D4811A8F55CB}"/>
                  </a:ext>
                </a:extLst>
              </p14:cNvPr>
              <p14:cNvContentPartPr/>
              <p14:nvPr/>
            </p14:nvContentPartPr>
            <p14:xfrm>
              <a:off x="3405696" y="1715334"/>
              <a:ext cx="3517920" cy="94320"/>
            </p14:xfrm>
          </p:contentPart>
        </mc:Choice>
        <mc:Fallback>
          <p:pic>
            <p:nvPicPr>
              <p:cNvPr id="73" name="Ink 72">
                <a:extLst>
                  <a:ext uri="{FF2B5EF4-FFF2-40B4-BE49-F238E27FC236}">
                    <a16:creationId xmlns:a16="http://schemas.microsoft.com/office/drawing/2014/main" xmlns="" xmlns:p14="http://schemas.microsoft.com/office/powerpoint/2010/main" id="{FB2A8D7E-20C8-423D-99A2-D4811A8F55CB}"/>
                  </a:ext>
                </a:extLst>
              </p:cNvPr>
              <p:cNvPicPr/>
              <p:nvPr/>
            </p:nvPicPr>
            <p:blipFill>
              <a:blip r:embed="rId36" cstate="print"/>
              <a:stretch>
                <a:fillRect/>
              </a:stretch>
            </p:blipFill>
            <p:spPr>
              <a:xfrm>
                <a:off x="3396696" y="1706334"/>
                <a:ext cx="3535920" cy="112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7">
            <p14:nvContentPartPr>
              <p14:cNvPr id="78" name="Ink 77">
                <a:extLst>
                  <a:ext uri="{FF2B5EF4-FFF2-40B4-BE49-F238E27FC236}">
                    <a16:creationId xmlns="" xmlns:a16="http://schemas.microsoft.com/office/drawing/2014/main" id="{D0DECC6C-48EF-4E91-8893-90C6DA5C852A}"/>
                  </a:ext>
                </a:extLst>
              </p14:cNvPr>
              <p14:cNvContentPartPr/>
              <p14:nvPr/>
            </p14:nvContentPartPr>
            <p14:xfrm>
              <a:off x="6549936" y="1740894"/>
              <a:ext cx="1820160" cy="52200"/>
            </p14:xfrm>
          </p:contentPart>
        </mc:Choice>
        <mc:Fallback>
          <p:pic>
            <p:nvPicPr>
              <p:cNvPr id="78" name="Ink 77">
                <a:extLst>
                  <a:ext uri="{FF2B5EF4-FFF2-40B4-BE49-F238E27FC236}">
                    <a16:creationId xmlns:a16="http://schemas.microsoft.com/office/drawing/2014/main" xmlns="" xmlns:p14="http://schemas.microsoft.com/office/powerpoint/2010/main" id="{D0DECC6C-48EF-4E91-8893-90C6DA5C852A}"/>
                  </a:ext>
                </a:extLst>
              </p:cNvPr>
              <p:cNvPicPr/>
              <p:nvPr/>
            </p:nvPicPr>
            <p:blipFill>
              <a:blip r:embed="rId38" cstate="print"/>
              <a:stretch>
                <a:fillRect/>
              </a:stretch>
            </p:blipFill>
            <p:spPr>
              <a:xfrm>
                <a:off x="6540936" y="1731894"/>
                <a:ext cx="1838160" cy="702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39">
            <p14:nvContentPartPr>
              <p14:cNvPr id="79" name="Ink 78">
                <a:extLst>
                  <a:ext uri="{FF2B5EF4-FFF2-40B4-BE49-F238E27FC236}">
                    <a16:creationId xmlns="" xmlns:a16="http://schemas.microsoft.com/office/drawing/2014/main" id="{E0876DB8-F819-4514-9AD2-EA4753BE1D9D}"/>
                  </a:ext>
                </a:extLst>
              </p14:cNvPr>
              <p14:cNvContentPartPr/>
              <p14:nvPr/>
            </p14:nvContentPartPr>
            <p14:xfrm>
              <a:off x="7595016" y="1721814"/>
              <a:ext cx="606960" cy="51840"/>
            </p14:xfrm>
          </p:contentPart>
        </mc:Choice>
        <mc:Fallback>
          <p:pic>
            <p:nvPicPr>
              <p:cNvPr id="79" name="Ink 78">
                <a:extLst>
                  <a:ext uri="{FF2B5EF4-FFF2-40B4-BE49-F238E27FC236}">
                    <a16:creationId xmlns:a16="http://schemas.microsoft.com/office/drawing/2014/main" xmlns="" xmlns:p14="http://schemas.microsoft.com/office/powerpoint/2010/main" id="{E0876DB8-F819-4514-9AD2-EA4753BE1D9D}"/>
                  </a:ext>
                </a:extLst>
              </p:cNvPr>
              <p:cNvPicPr/>
              <p:nvPr/>
            </p:nvPicPr>
            <p:blipFill>
              <a:blip r:embed="rId40" cstate="print"/>
              <a:stretch>
                <a:fillRect/>
              </a:stretch>
            </p:blipFill>
            <p:spPr>
              <a:xfrm>
                <a:off x="7586016" y="1712814"/>
                <a:ext cx="624960" cy="698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1">
            <p14:nvContentPartPr>
              <p14:cNvPr id="80" name="Ink 79">
                <a:extLst>
                  <a:ext uri="{FF2B5EF4-FFF2-40B4-BE49-F238E27FC236}">
                    <a16:creationId xmlns="" xmlns:a16="http://schemas.microsoft.com/office/drawing/2014/main" id="{EE205391-6A97-4064-B959-CF564DCFB264}"/>
                  </a:ext>
                </a:extLst>
              </p14:cNvPr>
              <p14:cNvContentPartPr/>
              <p14:nvPr/>
            </p14:nvContentPartPr>
            <p14:xfrm>
              <a:off x="7552896" y="1725054"/>
              <a:ext cx="369360" cy="29520"/>
            </p14:xfrm>
          </p:contentPart>
        </mc:Choice>
        <mc:Fallback>
          <p:pic>
            <p:nvPicPr>
              <p:cNvPr id="80" name="Ink 79">
                <a:extLst>
                  <a:ext uri="{FF2B5EF4-FFF2-40B4-BE49-F238E27FC236}">
                    <a16:creationId xmlns:a16="http://schemas.microsoft.com/office/drawing/2014/main" xmlns="" xmlns:p14="http://schemas.microsoft.com/office/powerpoint/2010/main" id="{EE205391-6A97-4064-B959-CF564DCFB264}"/>
                  </a:ext>
                </a:extLst>
              </p:cNvPr>
              <p:cNvPicPr/>
              <p:nvPr/>
            </p:nvPicPr>
            <p:blipFill>
              <a:blip r:embed="rId42" cstate="print"/>
              <a:stretch>
                <a:fillRect/>
              </a:stretch>
            </p:blipFill>
            <p:spPr>
              <a:xfrm>
                <a:off x="7543896" y="1716054"/>
                <a:ext cx="387360" cy="47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3">
            <p14:nvContentPartPr>
              <p14:cNvPr id="81" name="Ink 80">
                <a:extLst>
                  <a:ext uri="{FF2B5EF4-FFF2-40B4-BE49-F238E27FC236}">
                    <a16:creationId xmlns="" xmlns:a16="http://schemas.microsoft.com/office/drawing/2014/main" id="{CFC1B927-A51A-4F9C-B055-210A9EF9C734}"/>
                  </a:ext>
                </a:extLst>
              </p14:cNvPr>
              <p14:cNvContentPartPr/>
              <p14:nvPr/>
            </p14:nvContentPartPr>
            <p14:xfrm>
              <a:off x="7035216" y="1741254"/>
              <a:ext cx="928440" cy="65520"/>
            </p14:xfrm>
          </p:contentPart>
        </mc:Choice>
        <mc:Fallback>
          <p:pic>
            <p:nvPicPr>
              <p:cNvPr id="81" name="Ink 80">
                <a:extLst>
                  <a:ext uri="{FF2B5EF4-FFF2-40B4-BE49-F238E27FC236}">
                    <a16:creationId xmlns:a16="http://schemas.microsoft.com/office/drawing/2014/main" xmlns="" xmlns:p14="http://schemas.microsoft.com/office/powerpoint/2010/main" id="{CFC1B927-A51A-4F9C-B055-210A9EF9C734}"/>
                  </a:ext>
                </a:extLst>
              </p:cNvPr>
              <p:cNvPicPr/>
              <p:nvPr/>
            </p:nvPicPr>
            <p:blipFill>
              <a:blip r:embed="rId44" cstate="print"/>
              <a:stretch>
                <a:fillRect/>
              </a:stretch>
            </p:blipFill>
            <p:spPr>
              <a:xfrm>
                <a:off x="7026216" y="1732254"/>
                <a:ext cx="946440" cy="83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5">
            <p14:nvContentPartPr>
              <p14:cNvPr id="86" name="Ink 85">
                <a:extLst>
                  <a:ext uri="{FF2B5EF4-FFF2-40B4-BE49-F238E27FC236}">
                    <a16:creationId xmlns="" xmlns:a16="http://schemas.microsoft.com/office/drawing/2014/main" id="{680B3DB5-96A1-4B39-B0D8-97CF3B027241}"/>
                  </a:ext>
                </a:extLst>
              </p14:cNvPr>
              <p14:cNvContentPartPr/>
              <p14:nvPr/>
            </p14:nvContentPartPr>
            <p14:xfrm>
              <a:off x="3722856" y="1726854"/>
              <a:ext cx="1138680" cy="83520"/>
            </p14:xfrm>
          </p:contentPart>
        </mc:Choice>
        <mc:Fallback>
          <p:pic>
            <p:nvPicPr>
              <p:cNvPr id="86" name="Ink 85">
                <a:extLst>
                  <a:ext uri="{FF2B5EF4-FFF2-40B4-BE49-F238E27FC236}">
                    <a16:creationId xmlns:a16="http://schemas.microsoft.com/office/drawing/2014/main" xmlns="" xmlns:p14="http://schemas.microsoft.com/office/powerpoint/2010/main" id="{680B3DB5-96A1-4B39-B0D8-97CF3B027241}"/>
                  </a:ext>
                </a:extLst>
              </p:cNvPr>
              <p:cNvPicPr/>
              <p:nvPr/>
            </p:nvPicPr>
            <p:blipFill>
              <a:blip r:embed="rId46" cstate="print"/>
              <a:stretch>
                <a:fillRect/>
              </a:stretch>
            </p:blipFill>
            <p:spPr>
              <a:xfrm>
                <a:off x="3713856" y="1717854"/>
                <a:ext cx="1156680" cy="1015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7">
            <p14:nvContentPartPr>
              <p14:cNvPr id="87" name="Ink 86">
                <a:extLst>
                  <a:ext uri="{FF2B5EF4-FFF2-40B4-BE49-F238E27FC236}">
                    <a16:creationId xmlns="" xmlns:a16="http://schemas.microsoft.com/office/drawing/2014/main" id="{27704C8B-6BA2-416D-B8DF-DBBD3CCEA979}"/>
                  </a:ext>
                </a:extLst>
              </p14:cNvPr>
              <p14:cNvContentPartPr/>
              <p14:nvPr/>
            </p14:nvContentPartPr>
            <p14:xfrm>
              <a:off x="3744816" y="1735494"/>
              <a:ext cx="435600" cy="57240"/>
            </p14:xfrm>
          </p:contentPart>
        </mc:Choice>
        <mc:Fallback>
          <p:pic>
            <p:nvPicPr>
              <p:cNvPr id="87" name="Ink 86">
                <a:extLst>
                  <a:ext uri="{FF2B5EF4-FFF2-40B4-BE49-F238E27FC236}">
                    <a16:creationId xmlns:a16="http://schemas.microsoft.com/office/drawing/2014/main" xmlns="" xmlns:p14="http://schemas.microsoft.com/office/powerpoint/2010/main" id="{27704C8B-6BA2-416D-B8DF-DBBD3CCEA979}"/>
                  </a:ext>
                </a:extLst>
              </p:cNvPr>
              <p:cNvPicPr/>
              <p:nvPr/>
            </p:nvPicPr>
            <p:blipFill>
              <a:blip r:embed="rId48" cstate="print"/>
              <a:stretch>
                <a:fillRect/>
              </a:stretch>
            </p:blipFill>
            <p:spPr>
              <a:xfrm>
                <a:off x="3735816" y="1726494"/>
                <a:ext cx="453600" cy="75240"/>
              </a:xfrm>
              <a:prstGeom prst="rect">
                <a:avLst/>
              </a:prstGeom>
            </p:spPr>
          </p:pic>
        </mc:Fallback>
      </mc:AlternateContent>
      <mc:AlternateContent xmlns:mc="http://schemas.openxmlformats.org/markup-compatibility/2006">
        <mc:Choice xmlns:p14="http://schemas.microsoft.com/office/powerpoint/2010/main" xmlns="" Requires="p14">
          <p:contentPart p14:bwMode="auto" r:id="rId49">
            <p14:nvContentPartPr>
              <p14:cNvPr id="88" name="Ink 87">
                <a:extLst>
                  <a:ext uri="{FF2B5EF4-FFF2-40B4-BE49-F238E27FC236}">
                    <a16:creationId xmlns="" xmlns:a16="http://schemas.microsoft.com/office/drawing/2014/main" id="{C52AEB5C-01B4-491E-A7BE-2D75D61C248C}"/>
                  </a:ext>
                </a:extLst>
              </p14:cNvPr>
              <p14:cNvContentPartPr/>
              <p14:nvPr/>
            </p14:nvContentPartPr>
            <p14:xfrm>
              <a:off x="3731496" y="1763574"/>
              <a:ext cx="113040" cy="360"/>
            </p14:xfrm>
          </p:contentPart>
        </mc:Choice>
        <mc:Fallback>
          <p:pic>
            <p:nvPicPr>
              <p:cNvPr id="88" name="Ink 87">
                <a:extLst>
                  <a:ext uri="{FF2B5EF4-FFF2-40B4-BE49-F238E27FC236}">
                    <a16:creationId xmlns:a16="http://schemas.microsoft.com/office/drawing/2014/main" xmlns="" xmlns:p14="http://schemas.microsoft.com/office/powerpoint/2010/main" id="{C52AEB5C-01B4-491E-A7BE-2D75D61C248C}"/>
                  </a:ext>
                </a:extLst>
              </p:cNvPr>
              <p:cNvPicPr/>
              <p:nvPr/>
            </p:nvPicPr>
            <p:blipFill>
              <a:blip r:embed="rId50" cstate="print"/>
              <a:stretch>
                <a:fillRect/>
              </a:stretch>
            </p:blipFill>
            <p:spPr>
              <a:xfrm>
                <a:off x="3722496" y="1754574"/>
                <a:ext cx="131040" cy="183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1">
            <p14:nvContentPartPr>
              <p14:cNvPr id="89" name="Ink 88">
                <a:extLst>
                  <a:ext uri="{FF2B5EF4-FFF2-40B4-BE49-F238E27FC236}">
                    <a16:creationId xmlns="" xmlns:a16="http://schemas.microsoft.com/office/drawing/2014/main" id="{0E73A748-59A9-4FCF-9CB1-28412EA820FE}"/>
                  </a:ext>
                </a:extLst>
              </p14:cNvPr>
              <p14:cNvContentPartPr/>
              <p14:nvPr/>
            </p14:nvContentPartPr>
            <p14:xfrm>
              <a:off x="3731136" y="1754214"/>
              <a:ext cx="187920" cy="12600"/>
            </p14:xfrm>
          </p:contentPart>
        </mc:Choice>
        <mc:Fallback>
          <p:pic>
            <p:nvPicPr>
              <p:cNvPr id="89" name="Ink 88">
                <a:extLst>
                  <a:ext uri="{FF2B5EF4-FFF2-40B4-BE49-F238E27FC236}">
                    <a16:creationId xmlns:a16="http://schemas.microsoft.com/office/drawing/2014/main" xmlns="" xmlns:p14="http://schemas.microsoft.com/office/powerpoint/2010/main" id="{0E73A748-59A9-4FCF-9CB1-28412EA820FE}"/>
                  </a:ext>
                </a:extLst>
              </p:cNvPr>
              <p:cNvPicPr/>
              <p:nvPr/>
            </p:nvPicPr>
            <p:blipFill>
              <a:blip r:embed="rId52" cstate="print"/>
              <a:stretch>
                <a:fillRect/>
              </a:stretch>
            </p:blipFill>
            <p:spPr>
              <a:xfrm>
                <a:off x="3722136" y="1745214"/>
                <a:ext cx="205920" cy="30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3">
            <p14:nvContentPartPr>
              <p14:cNvPr id="90" name="Ink 89">
                <a:extLst>
                  <a:ext uri="{FF2B5EF4-FFF2-40B4-BE49-F238E27FC236}">
                    <a16:creationId xmlns="" xmlns:a16="http://schemas.microsoft.com/office/drawing/2014/main" id="{C1FB180F-DC98-4FC4-81DE-741E4BEECFC3}"/>
                  </a:ext>
                </a:extLst>
              </p14:cNvPr>
              <p14:cNvContentPartPr/>
              <p14:nvPr/>
            </p14:nvContentPartPr>
            <p14:xfrm>
              <a:off x="3638976" y="1716774"/>
              <a:ext cx="718920" cy="67320"/>
            </p14:xfrm>
          </p:contentPart>
        </mc:Choice>
        <mc:Fallback>
          <p:pic>
            <p:nvPicPr>
              <p:cNvPr id="90" name="Ink 89">
                <a:extLst>
                  <a:ext uri="{FF2B5EF4-FFF2-40B4-BE49-F238E27FC236}">
                    <a16:creationId xmlns:a16="http://schemas.microsoft.com/office/drawing/2014/main" xmlns="" xmlns:p14="http://schemas.microsoft.com/office/powerpoint/2010/main" id="{C1FB180F-DC98-4FC4-81DE-741E4BEECFC3}"/>
                  </a:ext>
                </a:extLst>
              </p:cNvPr>
              <p:cNvPicPr/>
              <p:nvPr/>
            </p:nvPicPr>
            <p:blipFill>
              <a:blip r:embed="rId54" cstate="print"/>
              <a:stretch>
                <a:fillRect/>
              </a:stretch>
            </p:blipFill>
            <p:spPr>
              <a:xfrm>
                <a:off x="3629976" y="1707774"/>
                <a:ext cx="736920" cy="85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5">
            <p14:nvContentPartPr>
              <p14:cNvPr id="100" name="Ink 99">
                <a:extLst>
                  <a:ext uri="{FF2B5EF4-FFF2-40B4-BE49-F238E27FC236}">
                    <a16:creationId xmlns="" xmlns:a16="http://schemas.microsoft.com/office/drawing/2014/main" id="{4D1BBD5A-47ED-4710-9FA7-61F160E30EEC}"/>
                  </a:ext>
                </a:extLst>
              </p14:cNvPr>
              <p14:cNvContentPartPr/>
              <p14:nvPr/>
            </p14:nvContentPartPr>
            <p14:xfrm>
              <a:off x="5536896" y="1735494"/>
              <a:ext cx="621720" cy="23400"/>
            </p14:xfrm>
          </p:contentPart>
        </mc:Choice>
        <mc:Fallback>
          <p:pic>
            <p:nvPicPr>
              <p:cNvPr id="100" name="Ink 99">
                <a:extLst>
                  <a:ext uri="{FF2B5EF4-FFF2-40B4-BE49-F238E27FC236}">
                    <a16:creationId xmlns:a16="http://schemas.microsoft.com/office/drawing/2014/main" xmlns="" xmlns:p14="http://schemas.microsoft.com/office/powerpoint/2010/main" id="{4D1BBD5A-47ED-4710-9FA7-61F160E30EEC}"/>
                  </a:ext>
                </a:extLst>
              </p:cNvPr>
              <p:cNvPicPr/>
              <p:nvPr/>
            </p:nvPicPr>
            <p:blipFill>
              <a:blip r:embed="rId56" cstate="print"/>
              <a:stretch>
                <a:fillRect/>
              </a:stretch>
            </p:blipFill>
            <p:spPr>
              <a:xfrm>
                <a:off x="5527896" y="1726494"/>
                <a:ext cx="639720" cy="414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7">
            <p14:nvContentPartPr>
              <p14:cNvPr id="105" name="Ink 104">
                <a:extLst>
                  <a:ext uri="{FF2B5EF4-FFF2-40B4-BE49-F238E27FC236}">
                    <a16:creationId xmlns="" xmlns:a16="http://schemas.microsoft.com/office/drawing/2014/main" id="{B3F6357F-E95A-45F4-BDB2-0C1E522C4473}"/>
                  </a:ext>
                </a:extLst>
              </p14:cNvPr>
              <p14:cNvContentPartPr/>
              <p14:nvPr/>
            </p14:nvContentPartPr>
            <p14:xfrm>
              <a:off x="5517096" y="1715694"/>
              <a:ext cx="567000" cy="30960"/>
            </p14:xfrm>
          </p:contentPart>
        </mc:Choice>
        <mc:Fallback>
          <p:pic>
            <p:nvPicPr>
              <p:cNvPr id="105" name="Ink 104">
                <a:extLst>
                  <a:ext uri="{FF2B5EF4-FFF2-40B4-BE49-F238E27FC236}">
                    <a16:creationId xmlns:a16="http://schemas.microsoft.com/office/drawing/2014/main" xmlns="" xmlns:p14="http://schemas.microsoft.com/office/powerpoint/2010/main" id="{B3F6357F-E95A-45F4-BDB2-0C1E522C4473}"/>
                  </a:ext>
                </a:extLst>
              </p:cNvPr>
              <p:cNvPicPr/>
              <p:nvPr/>
            </p:nvPicPr>
            <p:blipFill>
              <a:blip r:embed="rId58" cstate="print"/>
              <a:stretch>
                <a:fillRect/>
              </a:stretch>
            </p:blipFill>
            <p:spPr>
              <a:xfrm>
                <a:off x="5508096" y="1706694"/>
                <a:ext cx="585000" cy="489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59">
            <p14:nvContentPartPr>
              <p14:cNvPr id="108" name="Ink 107">
                <a:extLst>
                  <a:ext uri="{FF2B5EF4-FFF2-40B4-BE49-F238E27FC236}">
                    <a16:creationId xmlns="" xmlns:a16="http://schemas.microsoft.com/office/drawing/2014/main" id="{AA0F3008-A8D5-48C7-B092-9DAFF2A2627B}"/>
                  </a:ext>
                </a:extLst>
              </p14:cNvPr>
              <p14:cNvContentPartPr/>
              <p14:nvPr/>
            </p14:nvContentPartPr>
            <p14:xfrm>
              <a:off x="5756856" y="1670334"/>
              <a:ext cx="513720" cy="121680"/>
            </p14:xfrm>
          </p:contentPart>
        </mc:Choice>
        <mc:Fallback>
          <p:pic>
            <p:nvPicPr>
              <p:cNvPr id="108" name="Ink 107">
                <a:extLst>
                  <a:ext uri="{FF2B5EF4-FFF2-40B4-BE49-F238E27FC236}">
                    <a16:creationId xmlns:a16="http://schemas.microsoft.com/office/drawing/2014/main" xmlns="" xmlns:p14="http://schemas.microsoft.com/office/powerpoint/2010/main" id="{AA0F3008-A8D5-48C7-B092-9DAFF2A2627B}"/>
                  </a:ext>
                </a:extLst>
              </p:cNvPr>
              <p:cNvPicPr/>
              <p:nvPr/>
            </p:nvPicPr>
            <p:blipFill>
              <a:blip r:embed="rId60" cstate="print"/>
              <a:stretch>
                <a:fillRect/>
              </a:stretch>
            </p:blipFill>
            <p:spPr>
              <a:xfrm>
                <a:off x="5747856" y="1661334"/>
                <a:ext cx="531720" cy="1396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1">
            <p14:nvContentPartPr>
              <p14:cNvPr id="109" name="Ink 108">
                <a:extLst>
                  <a:ext uri="{FF2B5EF4-FFF2-40B4-BE49-F238E27FC236}">
                    <a16:creationId xmlns="" xmlns:a16="http://schemas.microsoft.com/office/drawing/2014/main" id="{651931D2-1AE9-4C51-9388-2B8121AE8399}"/>
                  </a:ext>
                </a:extLst>
              </p14:cNvPr>
              <p14:cNvContentPartPr/>
              <p14:nvPr/>
            </p14:nvContentPartPr>
            <p14:xfrm>
              <a:off x="5784936" y="1713894"/>
              <a:ext cx="1446480" cy="39600"/>
            </p14:xfrm>
          </p:contentPart>
        </mc:Choice>
        <mc:Fallback>
          <p:pic>
            <p:nvPicPr>
              <p:cNvPr id="109" name="Ink 108">
                <a:extLst>
                  <a:ext uri="{FF2B5EF4-FFF2-40B4-BE49-F238E27FC236}">
                    <a16:creationId xmlns:a16="http://schemas.microsoft.com/office/drawing/2014/main" xmlns="" xmlns:p14="http://schemas.microsoft.com/office/powerpoint/2010/main" id="{651931D2-1AE9-4C51-9388-2B8121AE8399}"/>
                  </a:ext>
                </a:extLst>
              </p:cNvPr>
              <p:cNvPicPr/>
              <p:nvPr/>
            </p:nvPicPr>
            <p:blipFill>
              <a:blip r:embed="rId62" cstate="print"/>
              <a:stretch>
                <a:fillRect/>
              </a:stretch>
            </p:blipFill>
            <p:spPr>
              <a:xfrm>
                <a:off x="5775936" y="1704894"/>
                <a:ext cx="1464480" cy="576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3">
            <p14:nvContentPartPr>
              <p14:cNvPr id="113" name="Ink 112">
                <a:extLst>
                  <a:ext uri="{FF2B5EF4-FFF2-40B4-BE49-F238E27FC236}">
                    <a16:creationId xmlns="" xmlns:a16="http://schemas.microsoft.com/office/drawing/2014/main" id="{FDF1AD9D-28A4-46A7-A67D-45E73F20B4DB}"/>
                  </a:ext>
                </a:extLst>
              </p14:cNvPr>
              <p14:cNvContentPartPr/>
              <p14:nvPr/>
            </p14:nvContentPartPr>
            <p14:xfrm>
              <a:off x="5617176" y="1659534"/>
              <a:ext cx="1642320" cy="76320"/>
            </p14:xfrm>
          </p:contentPart>
        </mc:Choice>
        <mc:Fallback>
          <p:pic>
            <p:nvPicPr>
              <p:cNvPr id="113" name="Ink 112">
                <a:extLst>
                  <a:ext uri="{FF2B5EF4-FFF2-40B4-BE49-F238E27FC236}">
                    <a16:creationId xmlns:a16="http://schemas.microsoft.com/office/drawing/2014/main" xmlns="" xmlns:p14="http://schemas.microsoft.com/office/powerpoint/2010/main" id="{FDF1AD9D-28A4-46A7-A67D-45E73F20B4DB}"/>
                  </a:ext>
                </a:extLst>
              </p:cNvPr>
              <p:cNvPicPr/>
              <p:nvPr/>
            </p:nvPicPr>
            <p:blipFill>
              <a:blip r:embed="rId64" cstate="print"/>
              <a:stretch>
                <a:fillRect/>
              </a:stretch>
            </p:blipFill>
            <p:spPr>
              <a:xfrm>
                <a:off x="5608176" y="1650534"/>
                <a:ext cx="1660320" cy="943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5">
            <p14:nvContentPartPr>
              <p14:cNvPr id="120" name="Ink 119">
                <a:extLst>
                  <a:ext uri="{FF2B5EF4-FFF2-40B4-BE49-F238E27FC236}">
                    <a16:creationId xmlns="" xmlns:a16="http://schemas.microsoft.com/office/drawing/2014/main" id="{48D3C061-E0B2-4D2D-B431-0D3ED127744A}"/>
                  </a:ext>
                </a:extLst>
              </p14:cNvPr>
              <p14:cNvContentPartPr/>
              <p14:nvPr/>
            </p14:nvContentPartPr>
            <p14:xfrm>
              <a:off x="6111456" y="1712454"/>
              <a:ext cx="308520" cy="88560"/>
            </p14:xfrm>
          </p:contentPart>
        </mc:Choice>
        <mc:Fallback>
          <p:pic>
            <p:nvPicPr>
              <p:cNvPr id="120" name="Ink 119">
                <a:extLst>
                  <a:ext uri="{FF2B5EF4-FFF2-40B4-BE49-F238E27FC236}">
                    <a16:creationId xmlns:a16="http://schemas.microsoft.com/office/drawing/2014/main" xmlns="" xmlns:p14="http://schemas.microsoft.com/office/powerpoint/2010/main" id="{48D3C061-E0B2-4D2D-B431-0D3ED127744A}"/>
                  </a:ext>
                </a:extLst>
              </p:cNvPr>
              <p:cNvPicPr/>
              <p:nvPr/>
            </p:nvPicPr>
            <p:blipFill>
              <a:blip r:embed="rId66" cstate="print"/>
              <a:stretch>
                <a:fillRect/>
              </a:stretch>
            </p:blipFill>
            <p:spPr>
              <a:xfrm>
                <a:off x="6102456" y="1703454"/>
                <a:ext cx="326520" cy="1065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7">
            <p14:nvContentPartPr>
              <p14:cNvPr id="123" name="Ink 122">
                <a:extLst>
                  <a:ext uri="{FF2B5EF4-FFF2-40B4-BE49-F238E27FC236}">
                    <a16:creationId xmlns="" xmlns:a16="http://schemas.microsoft.com/office/drawing/2014/main" id="{450839BB-464F-4814-A868-91488BC23B48}"/>
                  </a:ext>
                </a:extLst>
              </p14:cNvPr>
              <p14:cNvContentPartPr/>
              <p14:nvPr/>
            </p14:nvContentPartPr>
            <p14:xfrm>
              <a:off x="7184616" y="1502214"/>
              <a:ext cx="410760" cy="149760"/>
            </p14:xfrm>
          </p:contentPart>
        </mc:Choice>
        <mc:Fallback>
          <p:pic>
            <p:nvPicPr>
              <p:cNvPr id="123" name="Ink 122">
                <a:extLst>
                  <a:ext uri="{FF2B5EF4-FFF2-40B4-BE49-F238E27FC236}">
                    <a16:creationId xmlns:a16="http://schemas.microsoft.com/office/drawing/2014/main" xmlns="" xmlns:p14="http://schemas.microsoft.com/office/powerpoint/2010/main" id="{450839BB-464F-4814-A868-91488BC23B48}"/>
                  </a:ext>
                </a:extLst>
              </p:cNvPr>
              <p:cNvPicPr/>
              <p:nvPr/>
            </p:nvPicPr>
            <p:blipFill>
              <a:blip r:embed="rId68" cstate="print"/>
              <a:stretch>
                <a:fillRect/>
              </a:stretch>
            </p:blipFill>
            <p:spPr>
              <a:xfrm>
                <a:off x="7175616" y="1493214"/>
                <a:ext cx="428760" cy="1677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69">
            <p14:nvContentPartPr>
              <p14:cNvPr id="126" name="Ink 125">
                <a:extLst>
                  <a:ext uri="{FF2B5EF4-FFF2-40B4-BE49-F238E27FC236}">
                    <a16:creationId xmlns="" xmlns:a16="http://schemas.microsoft.com/office/drawing/2014/main" id="{7BE41629-13E2-444E-A46B-65F2718ADFEA}"/>
                  </a:ext>
                </a:extLst>
              </p14:cNvPr>
              <p14:cNvContentPartPr/>
              <p14:nvPr/>
            </p14:nvContentPartPr>
            <p14:xfrm>
              <a:off x="7286136" y="1679334"/>
              <a:ext cx="356040" cy="495000"/>
            </p14:xfrm>
          </p:contentPart>
        </mc:Choice>
        <mc:Fallback>
          <p:pic>
            <p:nvPicPr>
              <p:cNvPr id="126" name="Ink 125">
                <a:extLst>
                  <a:ext uri="{FF2B5EF4-FFF2-40B4-BE49-F238E27FC236}">
                    <a16:creationId xmlns:a16="http://schemas.microsoft.com/office/drawing/2014/main" xmlns="" xmlns:p14="http://schemas.microsoft.com/office/powerpoint/2010/main" id="{7BE41629-13E2-444E-A46B-65F2718ADFEA}"/>
                  </a:ext>
                </a:extLst>
              </p:cNvPr>
              <p:cNvPicPr/>
              <p:nvPr/>
            </p:nvPicPr>
            <p:blipFill>
              <a:blip r:embed="rId70" cstate="print"/>
              <a:stretch>
                <a:fillRect/>
              </a:stretch>
            </p:blipFill>
            <p:spPr>
              <a:xfrm>
                <a:off x="7277136" y="1670334"/>
                <a:ext cx="374040" cy="51300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1">
            <p14:nvContentPartPr>
              <p14:cNvPr id="131" name="Ink 130">
                <a:extLst>
                  <a:ext uri="{FF2B5EF4-FFF2-40B4-BE49-F238E27FC236}">
                    <a16:creationId xmlns="" xmlns:a16="http://schemas.microsoft.com/office/drawing/2014/main" id="{F23BD231-9789-4EFF-A73E-EC23D9AC60B3}"/>
                  </a:ext>
                </a:extLst>
              </p14:cNvPr>
              <p14:cNvContentPartPr/>
              <p14:nvPr/>
            </p14:nvContentPartPr>
            <p14:xfrm>
              <a:off x="6571896" y="1754214"/>
              <a:ext cx="446760" cy="322560"/>
            </p14:xfrm>
          </p:contentPart>
        </mc:Choice>
        <mc:Fallback>
          <p:pic>
            <p:nvPicPr>
              <p:cNvPr id="131" name="Ink 130">
                <a:extLst>
                  <a:ext uri="{FF2B5EF4-FFF2-40B4-BE49-F238E27FC236}">
                    <a16:creationId xmlns:a16="http://schemas.microsoft.com/office/drawing/2014/main" xmlns="" xmlns:p14="http://schemas.microsoft.com/office/powerpoint/2010/main" id="{F23BD231-9789-4EFF-A73E-EC23D9AC60B3}"/>
                  </a:ext>
                </a:extLst>
              </p:cNvPr>
              <p:cNvPicPr/>
              <p:nvPr/>
            </p:nvPicPr>
            <p:blipFill>
              <a:blip r:embed="rId72" cstate="print"/>
              <a:stretch>
                <a:fillRect/>
              </a:stretch>
            </p:blipFill>
            <p:spPr>
              <a:xfrm>
                <a:off x="6562896" y="1745214"/>
                <a:ext cx="464760" cy="34056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3">
            <p14:nvContentPartPr>
              <p14:cNvPr id="134" name="Ink 133">
                <a:extLst>
                  <a:ext uri="{FF2B5EF4-FFF2-40B4-BE49-F238E27FC236}">
                    <a16:creationId xmlns="" xmlns:a16="http://schemas.microsoft.com/office/drawing/2014/main" id="{39D441B0-05C6-4962-8F80-8317FB01E22F}"/>
                  </a:ext>
                </a:extLst>
              </p14:cNvPr>
              <p14:cNvContentPartPr/>
              <p14:nvPr/>
            </p14:nvContentPartPr>
            <p14:xfrm>
              <a:off x="6503496" y="1809654"/>
              <a:ext cx="905400" cy="85680"/>
            </p14:xfrm>
          </p:contentPart>
        </mc:Choice>
        <mc:Fallback>
          <p:pic>
            <p:nvPicPr>
              <p:cNvPr id="134" name="Ink 133">
                <a:extLst>
                  <a:ext uri="{FF2B5EF4-FFF2-40B4-BE49-F238E27FC236}">
                    <a16:creationId xmlns:a16="http://schemas.microsoft.com/office/drawing/2014/main" xmlns="" xmlns:p14="http://schemas.microsoft.com/office/powerpoint/2010/main" id="{39D441B0-05C6-4962-8F80-8317FB01E22F}"/>
                  </a:ext>
                </a:extLst>
              </p:cNvPr>
              <p:cNvPicPr/>
              <p:nvPr/>
            </p:nvPicPr>
            <p:blipFill>
              <a:blip r:embed="rId74" cstate="print"/>
              <a:stretch>
                <a:fillRect/>
              </a:stretch>
            </p:blipFill>
            <p:spPr>
              <a:xfrm>
                <a:off x="6494496" y="1800654"/>
                <a:ext cx="923400" cy="10368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5">
            <p14:nvContentPartPr>
              <p14:cNvPr id="136" name="Ink 135">
                <a:extLst>
                  <a:ext uri="{FF2B5EF4-FFF2-40B4-BE49-F238E27FC236}">
                    <a16:creationId xmlns="" xmlns:a16="http://schemas.microsoft.com/office/drawing/2014/main" id="{242ABB3D-B180-449E-8BF6-07141398977A}"/>
                  </a:ext>
                </a:extLst>
              </p14:cNvPr>
              <p14:cNvContentPartPr/>
              <p14:nvPr/>
            </p14:nvContentPartPr>
            <p14:xfrm>
              <a:off x="6232776" y="1884894"/>
              <a:ext cx="1058400" cy="60120"/>
            </p14:xfrm>
          </p:contentPart>
        </mc:Choice>
        <mc:Fallback>
          <p:pic>
            <p:nvPicPr>
              <p:cNvPr id="136" name="Ink 135">
                <a:extLst>
                  <a:ext uri="{FF2B5EF4-FFF2-40B4-BE49-F238E27FC236}">
                    <a16:creationId xmlns:a16="http://schemas.microsoft.com/office/drawing/2014/main" xmlns="" xmlns:p14="http://schemas.microsoft.com/office/powerpoint/2010/main" id="{242ABB3D-B180-449E-8BF6-07141398977A}"/>
                  </a:ext>
                </a:extLst>
              </p:cNvPr>
              <p:cNvPicPr/>
              <p:nvPr/>
            </p:nvPicPr>
            <p:blipFill>
              <a:blip r:embed="rId76" cstate="print"/>
              <a:stretch>
                <a:fillRect/>
              </a:stretch>
            </p:blipFill>
            <p:spPr>
              <a:xfrm>
                <a:off x="6223776" y="1875894"/>
                <a:ext cx="1076400" cy="78120"/>
              </a:xfrm>
              <a:prstGeom prst="rect">
                <a:avLst/>
              </a:prstGeom>
            </p:spPr>
          </p:pic>
        </mc:Fallback>
      </mc:AlternateContent>
      <mc:AlternateContent xmlns:mc="http://schemas.openxmlformats.org/markup-compatibility/2006">
        <mc:Choice xmlns:p14="http://schemas.microsoft.com/office/powerpoint/2010/main" xmlns="" Requires="p14">
          <p:contentPart p14:bwMode="auto" r:id="rId77">
            <p14:nvContentPartPr>
              <p14:cNvPr id="137" name="Ink 136">
                <a:extLst>
                  <a:ext uri="{FF2B5EF4-FFF2-40B4-BE49-F238E27FC236}">
                    <a16:creationId xmlns="" xmlns:a16="http://schemas.microsoft.com/office/drawing/2014/main" id="{B96B9DBC-E72A-4BA0-95E3-D2083312D946}"/>
                  </a:ext>
                </a:extLst>
              </p14:cNvPr>
              <p14:cNvContentPartPr/>
              <p14:nvPr/>
            </p14:nvContentPartPr>
            <p14:xfrm>
              <a:off x="6839376" y="-429186"/>
              <a:ext cx="775080" cy="2484000"/>
            </p14:xfrm>
          </p:contentPart>
        </mc:Choice>
        <mc:Fallback>
          <p:pic>
            <p:nvPicPr>
              <p:cNvPr id="137" name="Ink 136">
                <a:extLst>
                  <a:ext uri="{FF2B5EF4-FFF2-40B4-BE49-F238E27FC236}">
                    <a16:creationId xmlns:a16="http://schemas.microsoft.com/office/drawing/2014/main" xmlns="" xmlns:p14="http://schemas.microsoft.com/office/powerpoint/2010/main" id="{B96B9DBC-E72A-4BA0-95E3-D2083312D946}"/>
                  </a:ext>
                </a:extLst>
              </p:cNvPr>
              <p:cNvPicPr/>
              <p:nvPr/>
            </p:nvPicPr>
            <p:blipFill>
              <a:blip r:embed="rId78" cstate="print"/>
              <a:stretch>
                <a:fillRect/>
              </a:stretch>
            </p:blipFill>
            <p:spPr>
              <a:xfrm>
                <a:off x="6830376" y="-438186"/>
                <a:ext cx="793080" cy="2502000"/>
              </a:xfrm>
              <a:prstGeom prst="rect">
                <a:avLst/>
              </a:prstGeom>
            </p:spPr>
          </p:pic>
        </mc:Fallback>
      </mc:AlternateContent>
      <p:sp>
        <p:nvSpPr>
          <p:cNvPr id="55" name="TextBox 54">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
        <p:nvSpPr>
          <p:cNvPr id="4" name="TextBox 3"/>
          <p:cNvSpPr txBox="1"/>
          <p:nvPr/>
        </p:nvSpPr>
        <p:spPr>
          <a:xfrm>
            <a:off x="1015188" y="1599081"/>
            <a:ext cx="7211376" cy="886332"/>
          </a:xfrm>
          <a:prstGeom prst="rect">
            <a:avLst/>
          </a:prstGeom>
          <a:solidFill>
            <a:schemeClr val="bg1"/>
          </a:solidFill>
        </p:spPr>
        <p:txBody>
          <a:bodyPr wrap="square" rtlCol="0">
            <a:spAutoFit/>
          </a:bodyPr>
          <a:lstStyle/>
          <a:p>
            <a:endParaRPr lang="en-US" dirty="0"/>
          </a:p>
        </p:txBody>
      </p:sp>
      <p:sp>
        <p:nvSpPr>
          <p:cNvPr id="46" name="Round Same Side Corner Rectangle 45">
            <a:extLst>
              <a:ext uri="{FF2B5EF4-FFF2-40B4-BE49-F238E27FC236}">
                <a16:creationId xmlns="" xmlns:a16="http://schemas.microsoft.com/office/drawing/2014/main" id="{4E36087A-3B78-40E5-A2ED-B3773820A0A4}"/>
              </a:ext>
            </a:extLst>
          </p:cNvPr>
          <p:cNvSpPr/>
          <p:nvPr/>
        </p:nvSpPr>
        <p:spPr>
          <a:xfrm>
            <a:off x="0" y="0"/>
            <a:ext cx="3015343"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400" b="1" dirty="0">
                <a:latin typeface="Times New Roman" pitchFamily="18" charset="0"/>
                <a:cs typeface="Times New Roman" pitchFamily="18" charset="0"/>
              </a:rPr>
              <a:t>WIRELESS COMMUNICATION</a:t>
            </a:r>
          </a:p>
        </p:txBody>
      </p:sp>
      <p:pic>
        <p:nvPicPr>
          <p:cNvPr id="48" name="Picture 47" descr="C:\Users\Subhasis\Desktop\logo nit.png">
            <a:extLst>
              <a:ext uri="{FF2B5EF4-FFF2-40B4-BE49-F238E27FC236}">
                <a16:creationId xmlns="" xmlns:a16="http://schemas.microsoft.com/office/drawing/2014/main" id="{000A8C8E-439E-48F1-A8AC-86130FA2896E}"/>
              </a:ext>
            </a:extLst>
          </p:cNvPr>
          <p:cNvPicPr/>
          <p:nvPr/>
        </p:nvPicPr>
        <p:blipFill>
          <a:blip r:embed="rId79"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779692986"/>
      </p:ext>
    </p:extLst>
  </p:cSld>
  <p:clrMapOvr>
    <a:masterClrMapping/>
  </p:clrMapOvr>
  <p:transition>
    <p:pull dir="d"/>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07F3D7-3C62-40DA-BC04-AD01951B4892}"/>
              </a:ext>
            </a:extLst>
          </p:cNvPr>
          <p:cNvSpPr>
            <a:spLocks noGrp="1"/>
          </p:cNvSpPr>
          <p:nvPr>
            <p:ph type="title"/>
          </p:nvPr>
        </p:nvSpPr>
        <p:spPr/>
        <p:txBody>
          <a:bodyPr>
            <a:normAutofit/>
          </a:bodyPr>
          <a:lstStyle/>
          <a:p>
            <a:r>
              <a:rPr lang="en-IN" sz="4400" dirty="0">
                <a:solidFill>
                  <a:schemeClr val="tx1"/>
                </a:solidFill>
                <a:latin typeface="Calibri" panose="020F0502020204030204" pitchFamily="34" charset="0"/>
              </a:rPr>
              <a:t>Content</a:t>
            </a:r>
          </a:p>
        </p:txBody>
      </p:sp>
      <p:sp>
        <p:nvSpPr>
          <p:cNvPr id="3" name="Content Placeholder 2">
            <a:extLst>
              <a:ext uri="{FF2B5EF4-FFF2-40B4-BE49-F238E27FC236}">
                <a16:creationId xmlns="" xmlns:a16="http://schemas.microsoft.com/office/drawing/2014/main" id="{429E8363-D234-47E7-8914-077E54540972}"/>
              </a:ext>
            </a:extLst>
          </p:cNvPr>
          <p:cNvSpPr>
            <a:spLocks noGrp="1"/>
          </p:cNvSpPr>
          <p:nvPr>
            <p:ph idx="1"/>
          </p:nvPr>
        </p:nvSpPr>
        <p:spPr>
          <a:xfrm>
            <a:off x="822959" y="1845733"/>
            <a:ext cx="7543801" cy="4161647"/>
          </a:xfrm>
        </p:spPr>
        <p:txBody>
          <a:bodyPr>
            <a:normAutofit/>
          </a:bodyPr>
          <a:lstStyle/>
          <a:p>
            <a:pPr marL="341313" indent="-341313">
              <a:buClrTx/>
              <a:buFont typeface="Wingdings" panose="05000000000000000000" pitchFamily="2" charset="2"/>
              <a:buChar char="q"/>
            </a:pPr>
            <a:r>
              <a:rPr lang="en-US" dirty="0">
                <a:solidFill>
                  <a:schemeClr val="tx1"/>
                </a:solidFill>
              </a:rPr>
              <a:t>Antenna </a:t>
            </a:r>
            <a:r>
              <a:rPr lang="en-US" dirty="0" smtClean="0">
                <a:solidFill>
                  <a:schemeClr val="tx1"/>
                </a:solidFill>
              </a:rPr>
              <a:t>Configurations</a:t>
            </a:r>
          </a:p>
          <a:p>
            <a:pPr marL="341313" indent="-341313">
              <a:buClrTx/>
              <a:buFont typeface="Wingdings" panose="05000000000000000000" pitchFamily="2" charset="2"/>
              <a:buChar char="q"/>
            </a:pPr>
            <a:r>
              <a:rPr lang="en-US" dirty="0">
                <a:solidFill>
                  <a:schemeClr val="tx1"/>
                </a:solidFill>
              </a:rPr>
              <a:t>MIMO channel </a:t>
            </a:r>
            <a:r>
              <a:rPr lang="en-US" dirty="0" smtClean="0">
                <a:solidFill>
                  <a:schemeClr val="tx1"/>
                </a:solidFill>
              </a:rPr>
              <a:t>Model</a:t>
            </a:r>
          </a:p>
          <a:p>
            <a:pPr marL="341313" indent="-341313">
              <a:buClrTx/>
              <a:buFont typeface="Wingdings" panose="05000000000000000000" pitchFamily="2" charset="2"/>
              <a:buChar char="q"/>
            </a:pPr>
            <a:r>
              <a:rPr lang="en-US" dirty="0">
                <a:solidFill>
                  <a:schemeClr val="tx1"/>
                </a:solidFill>
              </a:rPr>
              <a:t>Channel state information (</a:t>
            </a:r>
            <a:r>
              <a:rPr lang="en-US" dirty="0" smtClean="0">
                <a:solidFill>
                  <a:schemeClr val="tx1"/>
                </a:solidFill>
              </a:rPr>
              <a:t>CSI)</a:t>
            </a:r>
          </a:p>
          <a:p>
            <a:pPr marL="341313" indent="-341313">
              <a:buClrTx/>
              <a:buFont typeface="Wingdings" panose="05000000000000000000" pitchFamily="2" charset="2"/>
              <a:buChar char="q"/>
            </a:pPr>
            <a:r>
              <a:rPr lang="en-US" dirty="0">
                <a:solidFill>
                  <a:schemeClr val="tx1"/>
                </a:solidFill>
              </a:rPr>
              <a:t>Spatial Diversity </a:t>
            </a:r>
            <a:r>
              <a:rPr lang="en-US" dirty="0" smtClean="0">
                <a:solidFill>
                  <a:schemeClr val="tx1"/>
                </a:solidFill>
              </a:rPr>
              <a:t>Gain</a:t>
            </a:r>
          </a:p>
          <a:p>
            <a:pPr marL="341313" indent="-341313">
              <a:buClrTx/>
              <a:buFont typeface="Wingdings" panose="05000000000000000000" pitchFamily="2" charset="2"/>
              <a:buChar char="q"/>
            </a:pPr>
            <a:r>
              <a:rPr lang="en-US" dirty="0">
                <a:solidFill>
                  <a:schemeClr val="tx1"/>
                </a:solidFill>
              </a:rPr>
              <a:t>Spatial Multiplexing</a:t>
            </a:r>
            <a:endParaRPr lang="en-US" dirty="0" smtClean="0">
              <a:solidFill>
                <a:schemeClr val="tx1"/>
              </a:solidFill>
            </a:endParaRPr>
          </a:p>
          <a:p>
            <a:pPr marL="341313" indent="-341313">
              <a:buClrTx/>
              <a:buFont typeface="Wingdings" panose="05000000000000000000" pitchFamily="2" charset="2"/>
              <a:buChar char="q"/>
            </a:pPr>
            <a:r>
              <a:rPr lang="en-US" dirty="0" smtClean="0">
                <a:solidFill>
                  <a:schemeClr val="tx1"/>
                </a:solidFill>
              </a:rPr>
              <a:t>Zero–Forcing </a:t>
            </a:r>
            <a:r>
              <a:rPr lang="en-US" dirty="0">
                <a:solidFill>
                  <a:schemeClr val="tx1"/>
                </a:solidFill>
              </a:rPr>
              <a:t>(ZF) </a:t>
            </a:r>
            <a:r>
              <a:rPr lang="en-US" dirty="0" smtClean="0">
                <a:solidFill>
                  <a:schemeClr val="tx1"/>
                </a:solidFill>
              </a:rPr>
              <a:t>Receiver</a:t>
            </a:r>
          </a:p>
          <a:p>
            <a:pPr marL="341313" indent="-341313">
              <a:buClrTx/>
              <a:buFont typeface="Wingdings" panose="05000000000000000000" pitchFamily="2" charset="2"/>
              <a:buChar char="q"/>
            </a:pPr>
            <a:r>
              <a:rPr lang="en-US" dirty="0">
                <a:solidFill>
                  <a:schemeClr val="tx1"/>
                </a:solidFill>
              </a:rPr>
              <a:t>Minimum mean–square error (MMSE) </a:t>
            </a:r>
            <a:r>
              <a:rPr lang="en-US" dirty="0" smtClean="0">
                <a:solidFill>
                  <a:schemeClr val="tx1"/>
                </a:solidFill>
              </a:rPr>
              <a:t>Receiver</a:t>
            </a:r>
          </a:p>
          <a:p>
            <a:pPr marL="341313" indent="-341313">
              <a:buClrTx/>
              <a:buFont typeface="Wingdings" panose="05000000000000000000" pitchFamily="2" charset="2"/>
              <a:buChar char="q"/>
            </a:pPr>
            <a:r>
              <a:rPr lang="en-US" dirty="0">
                <a:solidFill>
                  <a:schemeClr val="tx1"/>
                </a:solidFill>
              </a:rPr>
              <a:t>V–BLAST/ successive interference </a:t>
            </a:r>
            <a:r>
              <a:rPr lang="en-US" dirty="0" smtClean="0">
                <a:solidFill>
                  <a:schemeClr val="tx1"/>
                </a:solidFill>
              </a:rPr>
              <a:t>cancellation</a:t>
            </a:r>
          </a:p>
        </p:txBody>
      </p:sp>
      <p:sp>
        <p:nvSpPr>
          <p:cNvPr id="1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D1EC7D55-7322-4BF9-9A33-C2D507633057}"/>
              </a:ext>
            </a:extLst>
          </p:cNvPr>
          <p:cNvSpPr>
            <a:spLocks noGrp="1"/>
          </p:cNvSpPr>
          <p:nvPr>
            <p:ph type="sldNum" sz="quarter" idx="12"/>
          </p:nvPr>
        </p:nvSpPr>
        <p:spPr/>
        <p:txBody>
          <a:bodyPr/>
          <a:lstStyle/>
          <a:p>
            <a:fld id="{B6F15528-21DE-4FAA-801E-634DDDAF4B2B}" type="slidenum">
              <a:rPr lang="en-US" smtClean="0"/>
              <a:pPr/>
              <a:t>79</a:t>
            </a:fld>
            <a:endParaRPr lang="en-US" dirty="0"/>
          </a:p>
        </p:txBody>
      </p:sp>
      <p:sp>
        <p:nvSpPr>
          <p:cNvPr id="6" name="Rectangle 5">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F008C9A6-9A0E-4921-A679-AAC35E560816}"/>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DCFE27E6-0514-4193-ADC9-50A542715314}"/>
              </a:ext>
            </a:extLst>
          </p:cNvPr>
          <p:cNvSpPr/>
          <p:nvPr/>
        </p:nvSpPr>
        <p:spPr>
          <a:xfrm>
            <a:off x="0" y="0"/>
            <a:ext cx="32004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600" b="1" dirty="0" smtClean="0">
                <a:latin typeface="Times New Roman" pitchFamily="18" charset="0"/>
                <a:cs typeface="Times New Roman" pitchFamily="18" charset="0"/>
              </a:rPr>
              <a:t>WIRELESS COMMUNICATION</a:t>
            </a:r>
            <a:endParaRPr lang="en-US" sz="1600" b="1" dirty="0">
              <a:latin typeface="Times New Roman" pitchFamily="18" charset="0"/>
              <a:cs typeface="Times New Roman" pitchFamily="18" charset="0"/>
            </a:endParaRPr>
          </a:p>
        </p:txBody>
      </p:sp>
      <p:pic>
        <p:nvPicPr>
          <p:cNvPr id="9" name="Picture 8"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Tree>
    <p:extLst>
      <p:ext uri="{BB962C8B-B14F-4D97-AF65-F5344CB8AC3E}">
        <p14:creationId xmlns:p14="http://schemas.microsoft.com/office/powerpoint/2010/main" xmlns="" val="2843457317"/>
      </p:ext>
    </p:extLst>
  </p:cSld>
  <p:clrMapOvr>
    <a:masterClrMapping/>
  </p:clrMapOvr>
  <p:transition>
    <p:pull dir="d"/>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cstate="print"/>
          <a:stretch>
            <a:fillRect/>
          </a:stretch>
        </p:blipFill>
        <p:spPr>
          <a:xfrm>
            <a:off x="1593055" y="3487406"/>
            <a:ext cx="6653213" cy="2261715"/>
          </a:xfrm>
          <a:prstGeom prst="rect">
            <a:avLst/>
          </a:prstGeom>
        </p:spPr>
      </p:pic>
      <p:sp>
        <p:nvSpPr>
          <p:cNvPr id="2" name="Title 1">
            <a:extLst>
              <a:ext uri="{FF2B5EF4-FFF2-40B4-BE49-F238E27FC236}">
                <a16:creationId xmlns="" xmlns:a16="http://schemas.microsoft.com/office/drawing/2014/main" id="{0307F3D7-3C62-40DA-BC04-AD01951B4892}"/>
              </a:ext>
            </a:extLst>
          </p:cNvPr>
          <p:cNvSpPr>
            <a:spLocks noGrp="1"/>
          </p:cNvSpPr>
          <p:nvPr>
            <p:ph type="title"/>
          </p:nvPr>
        </p:nvSpPr>
        <p:spPr/>
        <p:txBody>
          <a:bodyPr>
            <a:normAutofit/>
          </a:bodyPr>
          <a:lstStyle/>
          <a:p>
            <a:r>
              <a:rPr lang="en-US" sz="4400" dirty="0">
                <a:solidFill>
                  <a:schemeClr val="tx1"/>
                </a:solidFill>
                <a:latin typeface="Calibri" panose="020F0502020204030204" pitchFamily="34" charset="0"/>
              </a:rPr>
              <a:t>Antenna Configurations</a:t>
            </a:r>
            <a:endParaRPr lang="en-IN" sz="4400" dirty="0">
              <a:solidFill>
                <a:schemeClr val="tx1"/>
              </a:solidFill>
              <a:latin typeface="Calibri" panose="020F0502020204030204" pitchFamily="34" charset="0"/>
            </a:endParaRPr>
          </a:p>
        </p:txBody>
      </p:sp>
      <p:sp>
        <p:nvSpPr>
          <p:cNvPr id="3" name="Content Placeholder 2">
            <a:extLst>
              <a:ext uri="{FF2B5EF4-FFF2-40B4-BE49-F238E27FC236}">
                <a16:creationId xmlns="" xmlns:a16="http://schemas.microsoft.com/office/drawing/2014/main" id="{429E8363-D234-47E7-8914-077E54540972}"/>
              </a:ext>
            </a:extLst>
          </p:cNvPr>
          <p:cNvSpPr>
            <a:spLocks noGrp="1"/>
          </p:cNvSpPr>
          <p:nvPr>
            <p:ph idx="1"/>
          </p:nvPr>
        </p:nvSpPr>
        <p:spPr>
          <a:xfrm>
            <a:off x="822959" y="1845733"/>
            <a:ext cx="7711441" cy="4396907"/>
          </a:xfrm>
        </p:spPr>
        <p:txBody>
          <a:bodyPr>
            <a:normAutofit/>
          </a:bodyPr>
          <a:lstStyle/>
          <a:p>
            <a:pPr marL="341313" indent="-341313">
              <a:buClrTx/>
              <a:buFont typeface="Wingdings" panose="05000000000000000000" pitchFamily="2" charset="2"/>
              <a:buChar char="q"/>
              <a:tabLst>
                <a:tab pos="403225" algn="l"/>
              </a:tabLst>
            </a:pPr>
            <a:r>
              <a:rPr lang="en-US" dirty="0">
                <a:solidFill>
                  <a:schemeClr val="tx1"/>
                </a:solidFill>
              </a:rPr>
              <a:t>Single-Input-Single-Output (SISO) antenna system</a:t>
            </a:r>
          </a:p>
          <a:p>
            <a:pPr marL="341313" indent="-341313">
              <a:buClrTx/>
              <a:buFont typeface="Wingdings" panose="05000000000000000000" pitchFamily="2" charset="2"/>
              <a:buChar char="q"/>
              <a:tabLst>
                <a:tab pos="403225" algn="l"/>
              </a:tabLst>
            </a:pPr>
            <a:endParaRPr lang="en-US" dirty="0"/>
          </a:p>
          <a:p>
            <a:pPr marL="341313" indent="-341313">
              <a:buClrTx/>
              <a:buFont typeface="Wingdings" panose="05000000000000000000" pitchFamily="2" charset="2"/>
              <a:buChar char="q"/>
              <a:tabLst>
                <a:tab pos="403225" algn="l"/>
              </a:tabLst>
            </a:pPr>
            <a:endParaRPr lang="en-US" dirty="0"/>
          </a:p>
          <a:p>
            <a:pPr marL="341313" indent="-341313">
              <a:buClrTx/>
              <a:buFont typeface="Wingdings" panose="05000000000000000000" pitchFamily="2" charset="2"/>
              <a:buChar char="q"/>
              <a:tabLst>
                <a:tab pos="403225" algn="l"/>
              </a:tabLst>
            </a:pPr>
            <a:r>
              <a:rPr lang="en-US" dirty="0">
                <a:solidFill>
                  <a:schemeClr val="tx1"/>
                </a:solidFill>
              </a:rPr>
              <a:t>Use multiple transmit and multiple receive </a:t>
            </a:r>
            <a:r>
              <a:rPr lang="en-US" dirty="0" smtClean="0">
                <a:solidFill>
                  <a:schemeClr val="tx1"/>
                </a:solidFill>
              </a:rPr>
              <a:t>antennas.</a:t>
            </a:r>
            <a:endParaRPr lang="en-US" dirty="0" smtClean="0">
              <a:solidFill>
                <a:schemeClr val="tx1"/>
              </a:solidFill>
            </a:endParaRPr>
          </a:p>
          <a:p>
            <a:pPr marL="341313" indent="-341313">
              <a:buFont typeface="Wingdings" panose="05000000000000000000" pitchFamily="2" charset="2"/>
              <a:buChar char="q"/>
              <a:tabLst>
                <a:tab pos="403225" algn="l"/>
              </a:tabLst>
            </a:pPr>
            <a:endParaRPr lang="en-US" dirty="0">
              <a:solidFill>
                <a:schemeClr val="tx1"/>
              </a:solidFill>
            </a:endParaRPr>
          </a:p>
          <a:p>
            <a:pPr marL="341313" indent="-341313">
              <a:buFont typeface="Wingdings" panose="05000000000000000000" pitchFamily="2" charset="2"/>
              <a:buChar char="q"/>
              <a:tabLst>
                <a:tab pos="403225" algn="l"/>
              </a:tabLst>
            </a:pPr>
            <a:endParaRPr lang="en-US" dirty="0" smtClean="0">
              <a:solidFill>
                <a:schemeClr val="tx1"/>
              </a:solidFill>
            </a:endParaRPr>
          </a:p>
          <a:p>
            <a:pPr marL="341313" indent="-341313">
              <a:buFont typeface="Wingdings" panose="05000000000000000000" pitchFamily="2" charset="2"/>
              <a:buChar char="q"/>
              <a:tabLst>
                <a:tab pos="403225" algn="l"/>
              </a:tabLst>
            </a:pPr>
            <a:endParaRPr lang="en-US" dirty="0">
              <a:solidFill>
                <a:schemeClr val="tx1"/>
              </a:solidFill>
            </a:endParaRPr>
          </a:p>
          <a:p>
            <a:pPr marL="341313" indent="-341313">
              <a:buFont typeface="Wingdings" panose="05000000000000000000" pitchFamily="2" charset="2"/>
              <a:buChar char="q"/>
              <a:tabLst>
                <a:tab pos="403225" algn="l"/>
              </a:tabLst>
            </a:pPr>
            <a:endParaRPr lang="en-US" dirty="0" smtClean="0">
              <a:solidFill>
                <a:schemeClr val="tx1"/>
              </a:solidFill>
            </a:endParaRPr>
          </a:p>
          <a:p>
            <a:pPr marL="0" indent="0">
              <a:buNone/>
              <a:tabLst>
                <a:tab pos="403225" algn="l"/>
              </a:tabLst>
            </a:pPr>
            <a:r>
              <a:rPr lang="en-US" dirty="0" smtClean="0"/>
              <a:t>                             </a:t>
            </a:r>
            <a:r>
              <a:rPr lang="en-US" dirty="0">
                <a:solidFill>
                  <a:schemeClr val="tx1"/>
                </a:solidFill>
              </a:rPr>
              <a:t>T</a:t>
            </a:r>
            <a:r>
              <a:rPr lang="en-US" dirty="0" smtClean="0">
                <a:solidFill>
                  <a:schemeClr val="tx1"/>
                </a:solidFill>
              </a:rPr>
              <a:t>his </a:t>
            </a:r>
            <a:r>
              <a:rPr lang="en-US" dirty="0">
                <a:solidFill>
                  <a:schemeClr val="tx1"/>
                </a:solidFill>
              </a:rPr>
              <a:t>system promises enormous data rates</a:t>
            </a:r>
          </a:p>
        </p:txBody>
      </p:sp>
      <p:sp>
        <p:nvSpPr>
          <p:cNvPr id="13"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a:extLst>
              <a:ext uri="{FF2B5EF4-FFF2-40B4-BE49-F238E27FC236}">
                <a16:creationId xmlns="" xmlns:a16="http://schemas.microsoft.com/office/drawing/2014/main" id="{D1EC7D55-7322-4BF9-9A33-C2D507633057}"/>
              </a:ext>
            </a:extLst>
          </p:cNvPr>
          <p:cNvSpPr>
            <a:spLocks noGrp="1"/>
          </p:cNvSpPr>
          <p:nvPr>
            <p:ph type="sldNum" sz="quarter" idx="12"/>
          </p:nvPr>
        </p:nvSpPr>
        <p:spPr/>
        <p:txBody>
          <a:bodyPr/>
          <a:lstStyle/>
          <a:p>
            <a:fld id="{B6F15528-21DE-4FAA-801E-634DDDAF4B2B}" type="slidenum">
              <a:rPr lang="en-US" smtClean="0"/>
              <a:pPr/>
              <a:t>80</a:t>
            </a:fld>
            <a:endParaRPr lang="en-US" dirty="0"/>
          </a:p>
        </p:txBody>
      </p:sp>
      <p:sp>
        <p:nvSpPr>
          <p:cNvPr id="6" name="Rectangle 5">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Rectangle 6">
            <a:extLst>
              <a:ext uri="{FF2B5EF4-FFF2-40B4-BE49-F238E27FC236}">
                <a16:creationId xmlns="" xmlns:a16="http://schemas.microsoft.com/office/drawing/2014/main" id="{F008C9A6-9A0E-4921-A679-AAC35E560816}"/>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Round Same Side Corner Rectangle 9">
            <a:extLst>
              <a:ext uri="{FF2B5EF4-FFF2-40B4-BE49-F238E27FC236}">
                <a16:creationId xmlns="" xmlns:a16="http://schemas.microsoft.com/office/drawing/2014/main" id="{DCFE27E6-0514-4193-ADC9-50A542715314}"/>
              </a:ext>
            </a:extLst>
          </p:cNvPr>
          <p:cNvSpPr/>
          <p:nvPr/>
        </p:nvSpPr>
        <p:spPr>
          <a:xfrm>
            <a:off x="0" y="0"/>
            <a:ext cx="32004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600" b="1" dirty="0" smtClean="0">
                <a:latin typeface="Times New Roman" pitchFamily="18" charset="0"/>
                <a:cs typeface="Times New Roman" pitchFamily="18" charset="0"/>
              </a:rPr>
              <a:t>WIRELESS COMMUNICATION</a:t>
            </a:r>
            <a:endParaRPr lang="en-US" sz="1600" b="1" dirty="0">
              <a:latin typeface="Times New Roman" pitchFamily="18" charset="0"/>
              <a:cs typeface="Times New Roman" pitchFamily="18" charset="0"/>
            </a:endParaRPr>
          </a:p>
        </p:txBody>
      </p:sp>
      <p:pic>
        <p:nvPicPr>
          <p:cNvPr id="9" name="Picture 8" descr="C:\Users\Subhasis\Desktop\logo nit.png">
            <a:extLst>
              <a:ext uri="{FF2B5EF4-FFF2-40B4-BE49-F238E27FC236}">
                <a16:creationId xmlns="" xmlns:a16="http://schemas.microsoft.com/office/drawing/2014/main" id="{2961F01F-4C3E-4631-B88B-04A88CCA29A6}"/>
              </a:ext>
            </a:extLst>
          </p:cNvPr>
          <p:cNvPicPr/>
          <p:nvPr/>
        </p:nvPicPr>
        <p:blipFill>
          <a:blip r:embed="rId4" cstate="print"/>
          <a:srcRect/>
          <a:stretch>
            <a:fillRect/>
          </a:stretch>
        </p:blipFill>
        <p:spPr bwMode="auto">
          <a:xfrm>
            <a:off x="8153400" y="15357"/>
            <a:ext cx="990600" cy="852779"/>
          </a:xfrm>
          <a:prstGeom prst="rect">
            <a:avLst/>
          </a:prstGeom>
          <a:noFill/>
          <a:ln w="9525">
            <a:noFill/>
            <a:miter lim="800000"/>
            <a:headEnd/>
            <a:tailEnd/>
          </a:ln>
        </p:spPr>
      </p:pic>
      <p:pic>
        <p:nvPicPr>
          <p:cNvPr id="11" name="Picture 10"/>
          <p:cNvPicPr>
            <a:picLocks noChangeAspect="1"/>
          </p:cNvPicPr>
          <p:nvPr/>
        </p:nvPicPr>
        <p:blipFill>
          <a:blip r:embed="rId5" cstate="print"/>
          <a:stretch>
            <a:fillRect/>
          </a:stretch>
        </p:blipFill>
        <p:spPr>
          <a:xfrm>
            <a:off x="1066800" y="2209800"/>
            <a:ext cx="6916697" cy="957565"/>
          </a:xfrm>
          <a:prstGeom prst="rect">
            <a:avLst/>
          </a:prstGeom>
        </p:spPr>
      </p:pic>
      <p:sp>
        <p:nvSpPr>
          <p:cNvPr id="16" name="TextBox 1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Tree>
    <p:extLst>
      <p:ext uri="{BB962C8B-B14F-4D97-AF65-F5344CB8AC3E}">
        <p14:creationId xmlns:p14="http://schemas.microsoft.com/office/powerpoint/2010/main" xmlns="" val="390631745"/>
      </p:ext>
    </p:extLst>
  </p:cSld>
  <p:clrMapOvr>
    <a:masterClrMapping/>
  </p:clrMapOvr>
  <p:transition>
    <p:pull dir="d"/>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solidFill>
                  <a:schemeClr val="tx1"/>
                </a:solidFill>
                <a:latin typeface="Calibri" panose="020F0502020204030204" pitchFamily="34" charset="0"/>
              </a:rPr>
              <a:t>MIMO channel Model </a:t>
            </a:r>
            <a:endParaRPr lang="en-US" sz="4400" dirty="0">
              <a:solidFill>
                <a:schemeClr val="tx1"/>
              </a:solidFill>
              <a:latin typeface="Calibri" panose="020F0502020204030204" pitchFamily="34" charset="0"/>
            </a:endParaRPr>
          </a:p>
        </p:txBody>
      </p:sp>
      <p:sp>
        <p:nvSpPr>
          <p:cNvPr id="83"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81</a:t>
            </a:fld>
            <a:endParaRPr lang="en-US" dirty="0"/>
          </a:p>
        </p:txBody>
      </p:sp>
      <p:cxnSp>
        <p:nvCxnSpPr>
          <p:cNvPr id="19" name="Straight Arrow Connector 18"/>
          <p:cNvCxnSpPr/>
          <p:nvPr/>
        </p:nvCxnSpPr>
        <p:spPr>
          <a:xfrm>
            <a:off x="2019074" y="2076044"/>
            <a:ext cx="381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2" name="Object 41"/>
          <p:cNvGraphicFramePr>
            <a:graphicFrameLocks noChangeAspect="1"/>
          </p:cNvGraphicFramePr>
          <p:nvPr>
            <p:extLst>
              <p:ext uri="{D42A27DB-BD31-4B8C-83A1-F6EECF244321}">
                <p14:modId xmlns:p14="http://schemas.microsoft.com/office/powerpoint/2010/main" xmlns="" val="665162563"/>
              </p:ext>
            </p:extLst>
          </p:nvPr>
        </p:nvGraphicFramePr>
        <p:xfrm>
          <a:off x="2819400" y="1905000"/>
          <a:ext cx="410482" cy="1977923"/>
        </p:xfrm>
        <a:graphic>
          <a:graphicData uri="http://schemas.openxmlformats.org/presentationml/2006/ole">
            <p:oleObj spid="_x0000_s8019" name="Equation" r:id="rId4" imgW="330200" imgH="1168400" progId="Equation.DSMT4">
              <p:embed/>
            </p:oleObj>
          </a:graphicData>
        </a:graphic>
      </p:graphicFrame>
      <p:graphicFrame>
        <p:nvGraphicFramePr>
          <p:cNvPr id="63" name="Object 62"/>
          <p:cNvGraphicFramePr>
            <a:graphicFrameLocks noChangeAspect="1"/>
          </p:cNvGraphicFramePr>
          <p:nvPr>
            <p:extLst>
              <p:ext uri="{D42A27DB-BD31-4B8C-83A1-F6EECF244321}">
                <p14:modId xmlns:p14="http://schemas.microsoft.com/office/powerpoint/2010/main" xmlns="" val="2390357244"/>
              </p:ext>
            </p:extLst>
          </p:nvPr>
        </p:nvGraphicFramePr>
        <p:xfrm>
          <a:off x="4870450" y="1944688"/>
          <a:ext cx="396875" cy="1938337"/>
        </p:xfrm>
        <a:graphic>
          <a:graphicData uri="http://schemas.openxmlformats.org/presentationml/2006/ole">
            <p:oleObj spid="_x0000_s8020" name="Equation" r:id="rId5" imgW="368300" imgH="1168400" progId="Equation.DSMT4">
              <p:embed/>
            </p:oleObj>
          </a:graphicData>
        </a:graphic>
      </p:graphicFrame>
      <p:grpSp>
        <p:nvGrpSpPr>
          <p:cNvPr id="74" name="Group 73"/>
          <p:cNvGrpSpPr/>
          <p:nvPr/>
        </p:nvGrpSpPr>
        <p:grpSpPr>
          <a:xfrm>
            <a:off x="1066800" y="1828800"/>
            <a:ext cx="5791200" cy="2057400"/>
            <a:chOff x="685800" y="1828800"/>
            <a:chExt cx="6400800" cy="2133600"/>
          </a:xfrm>
        </p:grpSpPr>
        <p:grpSp>
          <p:nvGrpSpPr>
            <p:cNvPr id="65" name="Group 64"/>
            <p:cNvGrpSpPr/>
            <p:nvPr/>
          </p:nvGrpSpPr>
          <p:grpSpPr>
            <a:xfrm>
              <a:off x="685800" y="1905000"/>
              <a:ext cx="6400800" cy="2057400"/>
              <a:chOff x="685800" y="1905000"/>
              <a:chExt cx="6400800" cy="2057400"/>
            </a:xfrm>
          </p:grpSpPr>
          <p:grpSp>
            <p:nvGrpSpPr>
              <p:cNvPr id="41" name="Group 40"/>
              <p:cNvGrpSpPr/>
              <p:nvPr/>
            </p:nvGrpSpPr>
            <p:grpSpPr>
              <a:xfrm>
                <a:off x="685800" y="1905000"/>
                <a:ext cx="1881187" cy="1981200"/>
                <a:chOff x="685800" y="1905000"/>
                <a:chExt cx="1881187" cy="2133600"/>
              </a:xfrm>
            </p:grpSpPr>
            <p:cxnSp>
              <p:nvCxnSpPr>
                <p:cNvPr id="14" name="Straight Arrow Connector 13"/>
                <p:cNvCxnSpPr/>
                <p:nvPr/>
              </p:nvCxnSpPr>
              <p:spPr>
                <a:xfrm>
                  <a:off x="685800" y="2819400"/>
                  <a:ext cx="1524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738314" y="2099062"/>
                  <a:ext cx="14288" cy="16389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1752600" y="3737966"/>
                  <a:ext cx="457200" cy="45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a:xfrm>
                  <a:off x="2209800" y="1905000"/>
                  <a:ext cx="352425" cy="457200"/>
                  <a:chOff x="2209800" y="1981200"/>
                  <a:chExt cx="352425" cy="457200"/>
                </a:xfrm>
              </p:grpSpPr>
              <p:cxnSp>
                <p:nvCxnSpPr>
                  <p:cNvPr id="24" name="Straight Connector 23"/>
                  <p:cNvCxnSpPr/>
                  <p:nvPr/>
                </p:nvCxnSpPr>
                <p:spPr>
                  <a:xfrm>
                    <a:off x="2209800" y="1981200"/>
                    <a:ext cx="15240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2362200" y="1981200"/>
                    <a:ext cx="200025" cy="228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362200" y="2209800"/>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30"/>
                <p:cNvGrpSpPr/>
                <p:nvPr/>
              </p:nvGrpSpPr>
              <p:grpSpPr>
                <a:xfrm>
                  <a:off x="2185987" y="2590800"/>
                  <a:ext cx="352425" cy="457200"/>
                  <a:chOff x="2209800" y="1981200"/>
                  <a:chExt cx="352425" cy="457200"/>
                </a:xfrm>
              </p:grpSpPr>
              <p:cxnSp>
                <p:nvCxnSpPr>
                  <p:cNvPr id="32" name="Straight Connector 31"/>
                  <p:cNvCxnSpPr/>
                  <p:nvPr/>
                </p:nvCxnSpPr>
                <p:spPr>
                  <a:xfrm>
                    <a:off x="2209800" y="1981200"/>
                    <a:ext cx="15240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2362200" y="1981200"/>
                    <a:ext cx="200025" cy="228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362200" y="2209800"/>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a:xfrm>
                  <a:off x="2214562" y="3581400"/>
                  <a:ext cx="352425" cy="457200"/>
                  <a:chOff x="2209800" y="1981200"/>
                  <a:chExt cx="352425" cy="457200"/>
                </a:xfrm>
              </p:grpSpPr>
              <p:cxnSp>
                <p:nvCxnSpPr>
                  <p:cNvPr id="36" name="Straight Connector 35"/>
                  <p:cNvCxnSpPr/>
                  <p:nvPr/>
                </p:nvCxnSpPr>
                <p:spPr>
                  <a:xfrm>
                    <a:off x="2209800" y="1981200"/>
                    <a:ext cx="15240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2362200" y="1981200"/>
                    <a:ext cx="200025" cy="228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362200" y="2209800"/>
                    <a:ext cx="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 name="TextBox 38"/>
                <p:cNvSpPr txBox="1"/>
                <p:nvPr/>
              </p:nvSpPr>
              <p:spPr>
                <a:xfrm>
                  <a:off x="2352675" y="2886670"/>
                  <a:ext cx="85725" cy="662903"/>
                </a:xfrm>
                <a:prstGeom prst="rect">
                  <a:avLst/>
                </a:prstGeom>
                <a:noFill/>
              </p:spPr>
              <p:txBody>
                <a:bodyPr wrap="square" lIns="0" tIns="0" rIns="0" bIns="0" rtlCol="0">
                  <a:spAutoFit/>
                </a:bodyPr>
                <a:lstStyle/>
                <a:p>
                  <a:r>
                    <a:rPr lang="en-US" sz="2000" dirty="0" smtClean="0"/>
                    <a:t>.</a:t>
                  </a:r>
                </a:p>
                <a:p>
                  <a:r>
                    <a:rPr lang="en-US" sz="2000" dirty="0" smtClean="0"/>
                    <a:t>.</a:t>
                  </a:r>
                  <a:endParaRPr lang="en-US" sz="2000" dirty="0"/>
                </a:p>
              </p:txBody>
            </p:sp>
          </p:grpSp>
          <p:grpSp>
            <p:nvGrpSpPr>
              <p:cNvPr id="64" name="Group 63"/>
              <p:cNvGrpSpPr/>
              <p:nvPr/>
            </p:nvGrpSpPr>
            <p:grpSpPr>
              <a:xfrm>
                <a:off x="5410200" y="1981200"/>
                <a:ext cx="1676400" cy="1981200"/>
                <a:chOff x="5410200" y="1981200"/>
                <a:chExt cx="1676400" cy="1981200"/>
              </a:xfrm>
            </p:grpSpPr>
            <p:cxnSp>
              <p:nvCxnSpPr>
                <p:cNvPr id="43" name="Straight Connector 42"/>
                <p:cNvCxnSpPr/>
                <p:nvPr/>
              </p:nvCxnSpPr>
              <p:spPr>
                <a:xfrm>
                  <a:off x="5438775" y="1981200"/>
                  <a:ext cx="152400" cy="212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5591175" y="1981200"/>
                  <a:ext cx="200025" cy="212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5591175" y="2193472"/>
                  <a:ext cx="0" cy="212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5410200" y="2590800"/>
                  <a:ext cx="152400" cy="212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562600" y="2590800"/>
                  <a:ext cx="200025" cy="212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5562600" y="2803072"/>
                  <a:ext cx="0" cy="212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410200" y="3537856"/>
                  <a:ext cx="152400" cy="212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5562600" y="3537856"/>
                  <a:ext cx="200025" cy="212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5562600" y="3750128"/>
                  <a:ext cx="0" cy="2122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6324600" y="2046514"/>
                  <a:ext cx="0" cy="1534886"/>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rot="10800000" flipH="1">
                  <a:off x="5791200" y="2046514"/>
                  <a:ext cx="533400" cy="108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p:cNvCxnSpPr/>
                <p:nvPr/>
              </p:nvCxnSpPr>
              <p:spPr>
                <a:xfrm rot="10800000" flipH="1">
                  <a:off x="5867400" y="2754086"/>
                  <a:ext cx="1219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TextBox 59"/>
                <p:cNvSpPr txBox="1"/>
                <p:nvPr/>
              </p:nvSpPr>
              <p:spPr>
                <a:xfrm>
                  <a:off x="5553075" y="2895600"/>
                  <a:ext cx="85725" cy="615553"/>
                </a:xfrm>
                <a:prstGeom prst="rect">
                  <a:avLst/>
                </a:prstGeom>
                <a:noFill/>
              </p:spPr>
              <p:txBody>
                <a:bodyPr wrap="square" lIns="0" tIns="0" rIns="0" bIns="0" rtlCol="0">
                  <a:spAutoFit/>
                </a:bodyPr>
                <a:lstStyle/>
                <a:p>
                  <a:r>
                    <a:rPr lang="en-US" sz="2000" dirty="0" smtClean="0"/>
                    <a:t>.</a:t>
                  </a:r>
                </a:p>
                <a:p>
                  <a:r>
                    <a:rPr lang="en-US" sz="2000" dirty="0" smtClean="0"/>
                    <a:t>.</a:t>
                  </a:r>
                  <a:endParaRPr lang="en-US" sz="2000" dirty="0"/>
                </a:p>
              </p:txBody>
            </p:sp>
            <p:cxnSp>
              <p:nvCxnSpPr>
                <p:cNvPr id="62" name="Straight Arrow Connector 61"/>
                <p:cNvCxnSpPr/>
                <p:nvPr/>
              </p:nvCxnSpPr>
              <p:spPr>
                <a:xfrm rot="10800000" flipH="1">
                  <a:off x="5867400" y="3581400"/>
                  <a:ext cx="4572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cxnSp>
          <p:nvCxnSpPr>
            <p:cNvPr id="67" name="Straight Arrow Connector 66"/>
            <p:cNvCxnSpPr/>
            <p:nvPr/>
          </p:nvCxnSpPr>
          <p:spPr>
            <a:xfrm>
              <a:off x="3124200" y="2117272"/>
              <a:ext cx="1676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p:cNvCxnSpPr/>
            <p:nvPr/>
          </p:nvCxnSpPr>
          <p:spPr>
            <a:xfrm>
              <a:off x="3124200" y="2117272"/>
              <a:ext cx="1752600" cy="4245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0" name="TextBox 69"/>
            <p:cNvSpPr txBox="1"/>
            <p:nvPr/>
          </p:nvSpPr>
          <p:spPr>
            <a:xfrm>
              <a:off x="3800475" y="2432447"/>
              <a:ext cx="85725" cy="615553"/>
            </a:xfrm>
            <a:prstGeom prst="rect">
              <a:avLst/>
            </a:prstGeom>
            <a:noFill/>
          </p:spPr>
          <p:txBody>
            <a:bodyPr wrap="square" lIns="0" tIns="0" rIns="0" bIns="0" rtlCol="0">
              <a:spAutoFit/>
            </a:bodyPr>
            <a:lstStyle/>
            <a:p>
              <a:r>
                <a:rPr lang="en-US" sz="2000" dirty="0" smtClean="0"/>
                <a:t>.</a:t>
              </a:r>
            </a:p>
            <a:p>
              <a:r>
                <a:rPr lang="en-US" sz="2000" dirty="0" smtClean="0"/>
                <a:t>.</a:t>
              </a:r>
              <a:endParaRPr lang="en-US" sz="2000" dirty="0"/>
            </a:p>
          </p:txBody>
        </p:sp>
        <p:sp>
          <p:nvSpPr>
            <p:cNvPr id="71" name="TextBox 70"/>
            <p:cNvSpPr txBox="1"/>
            <p:nvPr/>
          </p:nvSpPr>
          <p:spPr>
            <a:xfrm>
              <a:off x="3276600" y="3200400"/>
              <a:ext cx="1066800" cy="461665"/>
            </a:xfrm>
            <a:prstGeom prst="rect">
              <a:avLst/>
            </a:prstGeom>
            <a:noFill/>
          </p:spPr>
          <p:txBody>
            <a:bodyPr wrap="square" rtlCol="0">
              <a:spAutoFit/>
            </a:bodyPr>
            <a:lstStyle/>
            <a:p>
              <a:r>
                <a:rPr lang="en-US" sz="1200" b="1" dirty="0" smtClean="0"/>
                <a:t>Channel Matrix H</a:t>
              </a:r>
              <a:endParaRPr lang="en-US" sz="1200" b="1" dirty="0"/>
            </a:p>
          </p:txBody>
        </p:sp>
        <p:sp>
          <p:nvSpPr>
            <p:cNvPr id="72" name="TextBox 71"/>
            <p:cNvSpPr txBox="1"/>
            <p:nvPr/>
          </p:nvSpPr>
          <p:spPr>
            <a:xfrm>
              <a:off x="3592512" y="1828800"/>
              <a:ext cx="369888" cy="276999"/>
            </a:xfrm>
            <a:prstGeom prst="rect">
              <a:avLst/>
            </a:prstGeom>
            <a:noFill/>
          </p:spPr>
          <p:txBody>
            <a:bodyPr wrap="square" lIns="0" tIns="0" rIns="0" bIns="0" rtlCol="0">
              <a:spAutoFit/>
            </a:bodyPr>
            <a:lstStyle/>
            <a:p>
              <a:r>
                <a:rPr lang="en-US" dirty="0" smtClean="0"/>
                <a:t>h</a:t>
              </a:r>
              <a:r>
                <a:rPr lang="en-US" baseline="-25000" dirty="0" smtClean="0"/>
                <a:t>11</a:t>
              </a:r>
              <a:endParaRPr lang="en-US" baseline="-25000" dirty="0"/>
            </a:p>
          </p:txBody>
        </p:sp>
        <p:sp>
          <p:nvSpPr>
            <p:cNvPr id="73" name="TextBox 72"/>
            <p:cNvSpPr txBox="1"/>
            <p:nvPr/>
          </p:nvSpPr>
          <p:spPr>
            <a:xfrm>
              <a:off x="4049712" y="2085201"/>
              <a:ext cx="369888" cy="276999"/>
            </a:xfrm>
            <a:prstGeom prst="rect">
              <a:avLst/>
            </a:prstGeom>
            <a:noFill/>
          </p:spPr>
          <p:txBody>
            <a:bodyPr wrap="square" lIns="0" tIns="0" rIns="0" bIns="0" rtlCol="0">
              <a:spAutoFit/>
            </a:bodyPr>
            <a:lstStyle/>
            <a:p>
              <a:r>
                <a:rPr lang="en-US" dirty="0" smtClean="0"/>
                <a:t>h</a:t>
              </a:r>
              <a:r>
                <a:rPr lang="en-US" baseline="-25000" dirty="0" smtClean="0"/>
                <a:t>12</a:t>
              </a:r>
              <a:endParaRPr lang="en-US" baseline="-25000" dirty="0"/>
            </a:p>
          </p:txBody>
        </p:sp>
      </p:grpSp>
      <p:sp>
        <p:nvSpPr>
          <p:cNvPr id="75" name="TextBox 74"/>
          <p:cNvSpPr txBox="1"/>
          <p:nvPr/>
        </p:nvSpPr>
        <p:spPr>
          <a:xfrm>
            <a:off x="2583543" y="4114800"/>
            <a:ext cx="1113139" cy="584775"/>
          </a:xfrm>
          <a:prstGeom prst="rect">
            <a:avLst/>
          </a:prstGeom>
          <a:noFill/>
        </p:spPr>
        <p:txBody>
          <a:bodyPr wrap="square" lIns="0" tIns="0" rIns="0" bIns="0" rtlCol="0">
            <a:spAutoFit/>
          </a:bodyPr>
          <a:lstStyle/>
          <a:p>
            <a:pPr algn="ctr"/>
            <a:r>
              <a:rPr lang="en-US" sz="1400" b="1" dirty="0" smtClean="0"/>
              <a:t>S</a:t>
            </a:r>
          </a:p>
          <a:p>
            <a:pPr algn="ctr"/>
            <a:r>
              <a:rPr lang="en-US" sz="1200" b="1" dirty="0" smtClean="0"/>
              <a:t>TRANSMITTED VECTOR</a:t>
            </a:r>
            <a:endParaRPr lang="en-US" sz="1200" b="1" dirty="0"/>
          </a:p>
        </p:txBody>
      </p:sp>
      <p:sp>
        <p:nvSpPr>
          <p:cNvPr id="76" name="TextBox 75"/>
          <p:cNvSpPr txBox="1"/>
          <p:nvPr/>
        </p:nvSpPr>
        <p:spPr>
          <a:xfrm>
            <a:off x="4816475" y="4114800"/>
            <a:ext cx="746125" cy="584775"/>
          </a:xfrm>
          <a:prstGeom prst="rect">
            <a:avLst/>
          </a:prstGeom>
          <a:noFill/>
        </p:spPr>
        <p:txBody>
          <a:bodyPr wrap="square" lIns="0" tIns="0" rIns="0" bIns="0" rtlCol="0">
            <a:spAutoFit/>
          </a:bodyPr>
          <a:lstStyle/>
          <a:p>
            <a:pPr algn="ctr"/>
            <a:r>
              <a:rPr lang="en-US" sz="1400" b="1" dirty="0"/>
              <a:t>y</a:t>
            </a:r>
            <a:endParaRPr lang="en-US" sz="1400" b="1" dirty="0" smtClean="0"/>
          </a:p>
          <a:p>
            <a:r>
              <a:rPr lang="en-US" sz="1200" b="1" dirty="0" smtClean="0"/>
              <a:t>RECEIVED</a:t>
            </a:r>
          </a:p>
          <a:p>
            <a:pPr algn="ctr"/>
            <a:r>
              <a:rPr lang="en-US" sz="1200" b="1" dirty="0" smtClean="0"/>
              <a:t>VECTOR</a:t>
            </a:r>
            <a:endParaRPr lang="en-US" sz="1200" b="1" dirty="0"/>
          </a:p>
        </p:txBody>
      </p:sp>
      <p:sp>
        <p:nvSpPr>
          <p:cNvPr id="78" name="TextBox 77"/>
          <p:cNvSpPr txBox="1"/>
          <p:nvPr/>
        </p:nvSpPr>
        <p:spPr>
          <a:xfrm>
            <a:off x="762000" y="2482334"/>
            <a:ext cx="1250043" cy="184666"/>
          </a:xfrm>
          <a:prstGeom prst="rect">
            <a:avLst/>
          </a:prstGeom>
          <a:noFill/>
        </p:spPr>
        <p:txBody>
          <a:bodyPr wrap="square" lIns="0" tIns="0" rIns="0" bIns="0" rtlCol="0">
            <a:spAutoFit/>
          </a:bodyPr>
          <a:lstStyle/>
          <a:p>
            <a:r>
              <a:rPr lang="en-US" sz="1200" b="1" dirty="0" smtClean="0"/>
              <a:t>User data stream</a:t>
            </a:r>
            <a:endParaRPr lang="en-US" sz="1200" b="1" dirty="0"/>
          </a:p>
        </p:txBody>
      </p:sp>
      <p:sp>
        <p:nvSpPr>
          <p:cNvPr id="79" name="TextBox 78"/>
          <p:cNvSpPr txBox="1"/>
          <p:nvPr/>
        </p:nvSpPr>
        <p:spPr>
          <a:xfrm>
            <a:off x="6217557" y="2514600"/>
            <a:ext cx="1250043" cy="184666"/>
          </a:xfrm>
          <a:prstGeom prst="rect">
            <a:avLst/>
          </a:prstGeom>
          <a:noFill/>
        </p:spPr>
        <p:txBody>
          <a:bodyPr wrap="square" lIns="0" tIns="0" rIns="0" bIns="0" rtlCol="0">
            <a:spAutoFit/>
          </a:bodyPr>
          <a:lstStyle/>
          <a:p>
            <a:r>
              <a:rPr lang="en-US" sz="1200" b="1" dirty="0" smtClean="0"/>
              <a:t>User data stream</a:t>
            </a:r>
            <a:endParaRPr lang="en-US" sz="1200" b="1" dirty="0"/>
          </a:p>
        </p:txBody>
      </p:sp>
      <p:cxnSp>
        <p:nvCxnSpPr>
          <p:cNvPr id="81" name="Straight Arrow Connector 80"/>
          <p:cNvCxnSpPr/>
          <p:nvPr/>
        </p:nvCxnSpPr>
        <p:spPr>
          <a:xfrm>
            <a:off x="3048000" y="3882923"/>
            <a:ext cx="0" cy="2318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p:cNvCxnSpPr/>
          <p:nvPr/>
        </p:nvCxnSpPr>
        <p:spPr>
          <a:xfrm>
            <a:off x="5105400" y="3886200"/>
            <a:ext cx="0" cy="2318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84" name="Object 83"/>
          <p:cNvGraphicFramePr>
            <a:graphicFrameLocks noChangeAspect="1"/>
          </p:cNvGraphicFramePr>
          <p:nvPr>
            <p:extLst>
              <p:ext uri="{D42A27DB-BD31-4B8C-83A1-F6EECF244321}">
                <p14:modId xmlns:p14="http://schemas.microsoft.com/office/powerpoint/2010/main" xmlns="" val="3885391185"/>
              </p:ext>
            </p:extLst>
          </p:nvPr>
        </p:nvGraphicFramePr>
        <p:xfrm>
          <a:off x="3779837" y="4557352"/>
          <a:ext cx="933785" cy="276677"/>
        </p:xfrm>
        <a:graphic>
          <a:graphicData uri="http://schemas.openxmlformats.org/presentationml/2006/ole">
            <p:oleObj spid="_x0000_s8021" name="Equation" r:id="rId6" imgW="685800" imgH="203200" progId="Equation.DSMT4">
              <p:embed/>
            </p:oleObj>
          </a:graphicData>
        </a:graphic>
      </p:graphicFrame>
      <p:graphicFrame>
        <p:nvGraphicFramePr>
          <p:cNvPr id="85" name="Object 84"/>
          <p:cNvGraphicFramePr>
            <a:graphicFrameLocks noChangeAspect="1"/>
          </p:cNvGraphicFramePr>
          <p:nvPr>
            <p:extLst>
              <p:ext uri="{D42A27DB-BD31-4B8C-83A1-F6EECF244321}">
                <p14:modId xmlns:p14="http://schemas.microsoft.com/office/powerpoint/2010/main" xmlns="" val="2447001199"/>
              </p:ext>
            </p:extLst>
          </p:nvPr>
        </p:nvGraphicFramePr>
        <p:xfrm>
          <a:off x="3048000" y="4826693"/>
          <a:ext cx="1970089" cy="1345507"/>
        </p:xfrm>
        <a:graphic>
          <a:graphicData uri="http://schemas.openxmlformats.org/presentationml/2006/ole">
            <p:oleObj spid="_x0000_s8022" name="Equation" r:id="rId7" imgW="1040948" imgH="710891" progId="Equation.DSMT4">
              <p:embed/>
            </p:oleObj>
          </a:graphicData>
        </a:graphic>
      </p:graphicFrame>
      <p:graphicFrame>
        <p:nvGraphicFramePr>
          <p:cNvPr id="86" name="Object 85"/>
          <p:cNvGraphicFramePr>
            <a:graphicFrameLocks noChangeAspect="1"/>
          </p:cNvGraphicFramePr>
          <p:nvPr>
            <p:extLst>
              <p:ext uri="{D42A27DB-BD31-4B8C-83A1-F6EECF244321}">
                <p14:modId xmlns:p14="http://schemas.microsoft.com/office/powerpoint/2010/main" xmlns="" val="1553262395"/>
              </p:ext>
            </p:extLst>
          </p:nvPr>
        </p:nvGraphicFramePr>
        <p:xfrm>
          <a:off x="5249862" y="5305206"/>
          <a:ext cx="1608138" cy="242887"/>
        </p:xfrm>
        <a:graphic>
          <a:graphicData uri="http://schemas.openxmlformats.org/presentationml/2006/ole">
            <p:oleObj spid="_x0000_s8023" name="Equation" r:id="rId8" imgW="1180588" imgH="177723" progId="Equation.DSMT4">
              <p:embed/>
            </p:oleObj>
          </a:graphicData>
        </a:graphic>
      </p:graphicFrame>
      <p:sp>
        <p:nvSpPr>
          <p:cNvPr id="61" name="TextBox 60">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
        <p:nvSpPr>
          <p:cNvPr id="66" name="Rectangle 65">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68" name="Rectangle 67">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7" name="Round Same Side Corner Rectangle 9">
            <a:extLst>
              <a:ext uri="{FF2B5EF4-FFF2-40B4-BE49-F238E27FC236}">
                <a16:creationId xmlns="" xmlns:a16="http://schemas.microsoft.com/office/drawing/2014/main" id="{DCFE27E6-0514-4193-ADC9-50A542715314}"/>
              </a:ext>
            </a:extLst>
          </p:cNvPr>
          <p:cNvSpPr/>
          <p:nvPr/>
        </p:nvSpPr>
        <p:spPr>
          <a:xfrm>
            <a:off x="0" y="0"/>
            <a:ext cx="32004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600" b="1" dirty="0" smtClean="0">
                <a:latin typeface="Times New Roman" pitchFamily="18" charset="0"/>
                <a:cs typeface="Times New Roman" pitchFamily="18" charset="0"/>
              </a:rPr>
              <a:t>WIRELESS COMMUNICATION</a:t>
            </a:r>
            <a:endParaRPr lang="en-US" sz="1600" b="1" dirty="0">
              <a:latin typeface="Times New Roman" pitchFamily="18" charset="0"/>
              <a:cs typeface="Times New Roman" pitchFamily="18" charset="0"/>
            </a:endParaRPr>
          </a:p>
        </p:txBody>
      </p:sp>
      <p:pic>
        <p:nvPicPr>
          <p:cNvPr id="80" name="Picture 79" descr="C:\Users\Subhasis\Desktop\logo nit.png">
            <a:extLst>
              <a:ext uri="{FF2B5EF4-FFF2-40B4-BE49-F238E27FC236}">
                <a16:creationId xmlns="" xmlns:a16="http://schemas.microsoft.com/office/drawing/2014/main" id="{2961F01F-4C3E-4631-B88B-04A88CCA29A6}"/>
              </a:ext>
            </a:extLst>
          </p:cNvPr>
          <p:cNvPicPr/>
          <p:nvPr/>
        </p:nvPicPr>
        <p:blipFill>
          <a:blip r:embed="rId9" cstate="print"/>
          <a:srcRect/>
          <a:stretch>
            <a:fillRect/>
          </a:stretch>
        </p:blipFill>
        <p:spPr bwMode="auto">
          <a:xfrm>
            <a:off x="8153400" y="15357"/>
            <a:ext cx="990600" cy="852779"/>
          </a:xfrm>
          <a:prstGeom prst="rect">
            <a:avLst/>
          </a:prstGeom>
          <a:noFill/>
          <a:ln w="9525">
            <a:noFill/>
            <a:miter lim="800000"/>
            <a:headEnd/>
            <a:tailEnd/>
          </a:ln>
        </p:spPr>
      </p:pic>
      <p:sp>
        <p:nvSpPr>
          <p:cNvPr id="3" name="TextBox 2"/>
          <p:cNvSpPr txBox="1"/>
          <p:nvPr/>
        </p:nvSpPr>
        <p:spPr>
          <a:xfrm>
            <a:off x="2391455" y="5230671"/>
            <a:ext cx="647310" cy="461665"/>
          </a:xfrm>
          <a:prstGeom prst="rect">
            <a:avLst/>
          </a:prstGeom>
          <a:noFill/>
        </p:spPr>
        <p:txBody>
          <a:bodyPr wrap="square" rtlCol="0">
            <a:spAutoFit/>
          </a:bodyPr>
          <a:lstStyle/>
          <a:p>
            <a:r>
              <a:rPr lang="en-IN" sz="2400" b="1" dirty="0" smtClean="0">
                <a:latin typeface="Times New Roman" panose="02020603050405020304" pitchFamily="18" charset="0"/>
                <a:cs typeface="Times New Roman" panose="02020603050405020304" pitchFamily="18" charset="0"/>
              </a:rPr>
              <a:t>H</a:t>
            </a:r>
            <a:r>
              <a:rPr lang="en-IN" sz="2400" dirty="0" smtClean="0"/>
              <a:t> =</a:t>
            </a:r>
            <a:endParaRPr lang="en-IN" sz="2400" dirty="0"/>
          </a:p>
        </p:txBody>
      </p:sp>
      <p:sp>
        <p:nvSpPr>
          <p:cNvPr id="6" name="TextBox 5"/>
          <p:cNvSpPr txBox="1"/>
          <p:nvPr/>
        </p:nvSpPr>
        <p:spPr>
          <a:xfrm>
            <a:off x="5215240" y="5241983"/>
            <a:ext cx="184731" cy="369332"/>
          </a:xfrm>
          <a:prstGeom prst="rect">
            <a:avLst/>
          </a:prstGeom>
          <a:solidFill>
            <a:schemeClr val="bg1"/>
          </a:solidFill>
        </p:spPr>
        <p:txBody>
          <a:bodyPr wrap="none" rtlCol="0">
            <a:spAutoFit/>
          </a:bodyPr>
          <a:lstStyle/>
          <a:p>
            <a:endParaRPr lang="en-IN" dirty="0"/>
          </a:p>
        </p:txBody>
      </p:sp>
    </p:spTree>
    <p:extLst>
      <p:ext uri="{BB962C8B-B14F-4D97-AF65-F5344CB8AC3E}">
        <p14:creationId xmlns:p14="http://schemas.microsoft.com/office/powerpoint/2010/main" xmlns="" val="1884019661"/>
      </p:ext>
    </p:extLst>
  </p:cSld>
  <p:clrMapOvr>
    <a:masterClrMapping/>
  </p:clrMapOvr>
  <p:transition>
    <p:pull dir="d"/>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59" y="286604"/>
            <a:ext cx="7787641" cy="1450757"/>
          </a:xfrm>
        </p:spPr>
        <p:txBody>
          <a:bodyPr>
            <a:normAutofit/>
          </a:bodyPr>
          <a:lstStyle/>
          <a:p>
            <a:r>
              <a:rPr lang="en-US" sz="4400" dirty="0">
                <a:solidFill>
                  <a:schemeClr val="tx1"/>
                </a:solidFill>
                <a:latin typeface="Calibri" panose="020F0502020204030204" pitchFamily="34" charset="0"/>
              </a:rPr>
              <a:t>Channel state </a:t>
            </a:r>
            <a:r>
              <a:rPr lang="en-US" sz="4400" dirty="0" smtClean="0">
                <a:solidFill>
                  <a:schemeClr val="tx1"/>
                </a:solidFill>
                <a:latin typeface="Calibri" panose="020F0502020204030204" pitchFamily="34" charset="0"/>
              </a:rPr>
              <a:t>information (CSI)</a:t>
            </a:r>
            <a:endParaRPr lang="en-US" sz="4400" dirty="0">
              <a:solidFill>
                <a:schemeClr val="tx1"/>
              </a:solidFill>
              <a:latin typeface="Calibri" panose="020F0502020204030204" pitchFamily="34" charset="0"/>
            </a:endParaRPr>
          </a:p>
        </p:txBody>
      </p:sp>
      <p:sp>
        <p:nvSpPr>
          <p:cNvPr id="3" name="Content Placeholder 2"/>
          <p:cNvSpPr>
            <a:spLocks noGrp="1"/>
          </p:cNvSpPr>
          <p:nvPr>
            <p:ph idx="1"/>
          </p:nvPr>
        </p:nvSpPr>
        <p:spPr>
          <a:xfrm>
            <a:off x="822959" y="1845734"/>
            <a:ext cx="7586403" cy="4023360"/>
          </a:xfrm>
        </p:spPr>
        <p:txBody>
          <a:bodyPr>
            <a:normAutofit/>
          </a:bodyPr>
          <a:lstStyle/>
          <a:p>
            <a:pPr marL="341313" indent="-341313" algn="just">
              <a:buClrTx/>
              <a:buFont typeface="Wingdings" panose="05000000000000000000" pitchFamily="2" charset="2"/>
              <a:buChar char="q"/>
            </a:pPr>
            <a:r>
              <a:rPr lang="en-US" dirty="0">
                <a:solidFill>
                  <a:schemeClr val="tx1"/>
                </a:solidFill>
              </a:rPr>
              <a:t>CSI </a:t>
            </a:r>
            <a:r>
              <a:rPr lang="en-US" dirty="0" smtClean="0">
                <a:solidFill>
                  <a:schemeClr val="tx1"/>
                </a:solidFill>
              </a:rPr>
              <a:t>refers to known information used for channel estimation.</a:t>
            </a:r>
          </a:p>
          <a:p>
            <a:pPr marL="341313" indent="-341313" algn="just">
              <a:buClrTx/>
              <a:buFont typeface="Wingdings" panose="05000000000000000000" pitchFamily="2" charset="2"/>
              <a:buChar char="q"/>
            </a:pPr>
            <a:r>
              <a:rPr lang="en-US" dirty="0" smtClean="0">
                <a:solidFill>
                  <a:schemeClr val="tx1"/>
                </a:solidFill>
              </a:rPr>
              <a:t>Type:</a:t>
            </a:r>
          </a:p>
          <a:p>
            <a:pPr marL="1030288" indent="-341313" algn="just">
              <a:buClrTx/>
              <a:buFont typeface="+mj-lt"/>
              <a:buAutoNum type="arabicPeriod"/>
            </a:pPr>
            <a:r>
              <a:rPr lang="en-US" dirty="0">
                <a:solidFill>
                  <a:schemeClr val="tx1"/>
                </a:solidFill>
              </a:rPr>
              <a:t>Channel state </a:t>
            </a:r>
            <a:r>
              <a:rPr lang="en-US" dirty="0" smtClean="0">
                <a:solidFill>
                  <a:schemeClr val="tx1"/>
                </a:solidFill>
              </a:rPr>
              <a:t>information at transmitter (CSIT)</a:t>
            </a:r>
          </a:p>
          <a:p>
            <a:pPr marL="1030288" indent="-341313" algn="just">
              <a:buClrTx/>
              <a:buFont typeface="+mj-lt"/>
              <a:buAutoNum type="arabicPeriod"/>
            </a:pPr>
            <a:r>
              <a:rPr lang="en-US" dirty="0">
                <a:solidFill>
                  <a:schemeClr val="tx1"/>
                </a:solidFill>
              </a:rPr>
              <a:t>Channel state information at </a:t>
            </a:r>
            <a:r>
              <a:rPr lang="en-US" dirty="0" smtClean="0">
                <a:solidFill>
                  <a:schemeClr val="tx1"/>
                </a:solidFill>
              </a:rPr>
              <a:t>receiver </a:t>
            </a:r>
            <a:r>
              <a:rPr lang="en-US" dirty="0">
                <a:solidFill>
                  <a:schemeClr val="tx1"/>
                </a:solidFill>
              </a:rPr>
              <a:t>(</a:t>
            </a:r>
            <a:r>
              <a:rPr lang="en-US" dirty="0" smtClean="0">
                <a:solidFill>
                  <a:schemeClr val="tx1"/>
                </a:solidFill>
              </a:rPr>
              <a:t>CSIR)</a:t>
            </a:r>
          </a:p>
          <a:p>
            <a:pPr marL="341313" indent="-341313" algn="just">
              <a:buClrTx/>
              <a:buFont typeface="Wingdings" panose="05000000000000000000" pitchFamily="2" charset="2"/>
              <a:buChar char="q"/>
            </a:pPr>
            <a:r>
              <a:rPr lang="en-US" dirty="0" smtClean="0">
                <a:solidFill>
                  <a:schemeClr val="tx1"/>
                </a:solidFill>
              </a:rPr>
              <a:t>Indirect methods for </a:t>
            </a:r>
            <a:r>
              <a:rPr lang="en-US" dirty="0">
                <a:solidFill>
                  <a:schemeClr val="tx1"/>
                </a:solidFill>
              </a:rPr>
              <a:t>CSIT</a:t>
            </a:r>
            <a:r>
              <a:rPr lang="en-US" dirty="0" smtClean="0">
                <a:solidFill>
                  <a:schemeClr val="tx1"/>
                </a:solidFill>
              </a:rPr>
              <a:t> :</a:t>
            </a:r>
          </a:p>
          <a:p>
            <a:pPr marL="1030288" indent="-341313" algn="just">
              <a:buClrTx/>
              <a:buFont typeface="+mj-lt"/>
              <a:buAutoNum type="arabicPeriod"/>
            </a:pPr>
            <a:r>
              <a:rPr lang="en-US" dirty="0" smtClean="0">
                <a:solidFill>
                  <a:schemeClr val="tx1"/>
                </a:solidFill>
              </a:rPr>
              <a:t>Based </a:t>
            </a:r>
            <a:r>
              <a:rPr lang="en-US" dirty="0">
                <a:solidFill>
                  <a:schemeClr val="tx1"/>
                </a:solidFill>
              </a:rPr>
              <a:t>on the channel reciprocity </a:t>
            </a:r>
            <a:r>
              <a:rPr lang="en-US" dirty="0" smtClean="0">
                <a:solidFill>
                  <a:schemeClr val="tx1"/>
                </a:solidFill>
              </a:rPr>
              <a:t>principle.</a:t>
            </a:r>
          </a:p>
          <a:p>
            <a:pPr marL="1030288" indent="-341313" algn="just">
              <a:buClrTx/>
              <a:buFont typeface="+mj-lt"/>
              <a:buAutoNum type="arabicPeriod"/>
            </a:pPr>
            <a:r>
              <a:rPr lang="en-US" dirty="0">
                <a:solidFill>
                  <a:schemeClr val="tx1"/>
                </a:solidFill>
              </a:rPr>
              <a:t>By </a:t>
            </a:r>
            <a:r>
              <a:rPr lang="en-US" dirty="0" smtClean="0">
                <a:solidFill>
                  <a:schemeClr val="tx1"/>
                </a:solidFill>
              </a:rPr>
              <a:t>using feedback </a:t>
            </a:r>
            <a:r>
              <a:rPr lang="en-US" dirty="0">
                <a:solidFill>
                  <a:schemeClr val="tx1"/>
                </a:solidFill>
              </a:rPr>
              <a:t>from the </a:t>
            </a:r>
            <a:r>
              <a:rPr lang="en-US" dirty="0" smtClean="0">
                <a:solidFill>
                  <a:schemeClr val="tx1"/>
                </a:solidFill>
              </a:rPr>
              <a:t>receiver. </a:t>
            </a:r>
          </a:p>
          <a:p>
            <a:pPr marL="233363" indent="-233363">
              <a:buFont typeface="Wingdings" panose="05000000000000000000" pitchFamily="2" charset="2"/>
              <a:buChar char="q"/>
            </a:pPr>
            <a:endParaRPr lang="en-US" dirty="0"/>
          </a:p>
        </p:txBody>
      </p:sp>
      <p:sp>
        <p:nvSpPr>
          <p:cNvPr id="12"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82</a:t>
            </a:fld>
            <a:endParaRPr lang="en-US" dirty="0"/>
          </a:p>
        </p:txBody>
      </p:sp>
      <p:sp>
        <p:nvSpPr>
          <p:cNvPr id="8" name="Rectangle 7">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9" name="Rectangle 8">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 name="Round Same Side Corner Rectangle 9">
            <a:extLst>
              <a:ext uri="{FF2B5EF4-FFF2-40B4-BE49-F238E27FC236}">
                <a16:creationId xmlns="" xmlns:a16="http://schemas.microsoft.com/office/drawing/2014/main" id="{DCFE27E6-0514-4193-ADC9-50A542715314}"/>
              </a:ext>
            </a:extLst>
          </p:cNvPr>
          <p:cNvSpPr/>
          <p:nvPr/>
        </p:nvSpPr>
        <p:spPr>
          <a:xfrm>
            <a:off x="0" y="0"/>
            <a:ext cx="32004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600" b="1" dirty="0" smtClean="0">
                <a:latin typeface="Times New Roman" pitchFamily="18" charset="0"/>
                <a:cs typeface="Times New Roman" pitchFamily="18" charset="0"/>
              </a:rPr>
              <a:t>WIRELESS COMMUNICATION</a:t>
            </a:r>
            <a:endParaRPr lang="en-US" sz="1600" b="1" dirty="0">
              <a:latin typeface="Times New Roman" pitchFamily="18" charset="0"/>
              <a:cs typeface="Times New Roman" pitchFamily="18" charset="0"/>
            </a:endParaRPr>
          </a:p>
        </p:txBody>
      </p:sp>
      <p:pic>
        <p:nvPicPr>
          <p:cNvPr id="11" name="Picture 10" descr="C:\Users\Subhasis\Desktop\logo nit.png">
            <a:extLst>
              <a:ext uri="{FF2B5EF4-FFF2-40B4-BE49-F238E27FC236}">
                <a16:creationId xmlns="" xmlns:a16="http://schemas.microsoft.com/office/drawing/2014/main" id="{2961F01F-4C3E-4631-B88B-04A88CCA29A6}"/>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13" name="TextBox 12">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Tree>
    <p:extLst>
      <p:ext uri="{BB962C8B-B14F-4D97-AF65-F5344CB8AC3E}">
        <p14:creationId xmlns:p14="http://schemas.microsoft.com/office/powerpoint/2010/main" xmlns="" val="1658656808"/>
      </p:ext>
    </p:extLst>
  </p:cSld>
  <p:clrMapOvr>
    <a:masterClrMapping/>
  </p:clrMapOvr>
  <p:transition>
    <p:pull dir="d"/>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solidFill>
                  <a:srgbClr val="000000"/>
                </a:solidFill>
                <a:latin typeface="Calibri" panose="020F0502020204030204" pitchFamily="34" charset="0"/>
                <a:cs typeface="Times New Roman" panose="02020603050405020304" pitchFamily="18" charset="0"/>
              </a:rPr>
              <a:t>Spatial Diversity Gain</a:t>
            </a:r>
          </a:p>
        </p:txBody>
      </p:sp>
      <p:sp>
        <p:nvSpPr>
          <p:cNvPr id="3" name="Content Placeholder 2"/>
          <p:cNvSpPr>
            <a:spLocks noGrp="1"/>
          </p:cNvSpPr>
          <p:nvPr>
            <p:ph idx="1"/>
          </p:nvPr>
        </p:nvSpPr>
        <p:spPr>
          <a:xfrm>
            <a:off x="822958" y="1845734"/>
            <a:ext cx="5353254" cy="4402666"/>
          </a:xfrm>
        </p:spPr>
        <p:txBody>
          <a:bodyPr>
            <a:noAutofit/>
          </a:bodyPr>
          <a:lstStyle/>
          <a:p>
            <a:pPr marL="285750" lvl="1" indent="-285750">
              <a:lnSpc>
                <a:spcPct val="100000"/>
              </a:lnSpc>
              <a:buClrTx/>
              <a:buFont typeface="Wingdings" panose="05000000000000000000" pitchFamily="2" charset="2"/>
              <a:buChar char="q"/>
              <a:tabLst>
                <a:tab pos="228600" algn="l"/>
              </a:tabLst>
            </a:pPr>
            <a:r>
              <a:rPr lang="en-US" dirty="0" smtClean="0">
                <a:solidFill>
                  <a:schemeClr val="tx1"/>
                </a:solidFill>
                <a:latin typeface="Times New Roman" panose="02020603050405020304" pitchFamily="18" charset="0"/>
                <a:cs typeface="Times New Roman" panose="02020603050405020304" pitchFamily="18" charset="0"/>
              </a:rPr>
              <a:t>Signal </a:t>
            </a:r>
            <a:r>
              <a:rPr lang="en-US" dirty="0">
                <a:solidFill>
                  <a:schemeClr val="tx1"/>
                </a:solidFill>
                <a:latin typeface="Times New Roman" panose="02020603050405020304" pitchFamily="18" charset="0"/>
                <a:cs typeface="Times New Roman" panose="02020603050405020304" pitchFamily="18" charset="0"/>
              </a:rPr>
              <a:t>copies are transferred from multiple  antennas or received at more than one </a:t>
            </a:r>
            <a:r>
              <a:rPr lang="en-US" dirty="0" smtClean="0">
                <a:solidFill>
                  <a:schemeClr val="tx1"/>
                </a:solidFill>
                <a:latin typeface="Times New Roman" panose="02020603050405020304" pitchFamily="18" charset="0"/>
                <a:cs typeface="Times New Roman" panose="02020603050405020304" pitchFamily="18" charset="0"/>
              </a:rPr>
              <a:t>antenna.</a:t>
            </a:r>
          </a:p>
          <a:p>
            <a:pPr marL="287338" indent="-287338" algn="just">
              <a:buClrTx/>
              <a:buFont typeface="Wingdings" panose="05000000000000000000" pitchFamily="2" charset="2"/>
              <a:buChar char="q"/>
            </a:pPr>
            <a:endParaRPr lang="en-US" sz="1800" dirty="0" smtClean="0">
              <a:solidFill>
                <a:srgbClr val="000000"/>
              </a:solidFill>
              <a:latin typeface="Times New Roman" panose="02020603050405020304" pitchFamily="18" charset="0"/>
              <a:cs typeface="Times New Roman" panose="02020603050405020304" pitchFamily="18" charset="0"/>
            </a:endParaRPr>
          </a:p>
          <a:p>
            <a:pPr marL="287338" indent="-287338" algn="just">
              <a:buClrTx/>
              <a:buFont typeface="Wingdings" panose="05000000000000000000" pitchFamily="2" charset="2"/>
              <a:buChar char="q"/>
            </a:pPr>
            <a:r>
              <a:rPr lang="en-US" sz="1800" dirty="0" smtClean="0">
                <a:solidFill>
                  <a:srgbClr val="000000"/>
                </a:solidFill>
                <a:latin typeface="Times New Roman" panose="02020603050405020304" pitchFamily="18" charset="0"/>
                <a:cs typeface="Times New Roman" panose="02020603050405020304" pitchFamily="18" charset="0"/>
              </a:rPr>
              <a:t>By sending the same information through different paths, multiple independently-faded replicas of the data symbol can be obtained at the receiver end. Hence, more reliable reception is achieved.</a:t>
            </a:r>
          </a:p>
          <a:p>
            <a:pPr marL="287338" indent="-287338" algn="just">
              <a:buFont typeface="Wingdings" panose="05000000000000000000" pitchFamily="2" charset="2"/>
              <a:buChar char="q"/>
            </a:pPr>
            <a:endParaRPr lang="en-US" sz="1800" dirty="0" smtClean="0">
              <a:solidFill>
                <a:srgbClr val="000000"/>
              </a:solidFill>
              <a:latin typeface="Times New Roman" panose="02020603050405020304" pitchFamily="18" charset="0"/>
              <a:cs typeface="Times New Roman" panose="02020603050405020304" pitchFamily="18" charset="0"/>
            </a:endParaRPr>
          </a:p>
          <a:p>
            <a:pPr marL="2514600" indent="-457200" algn="just">
              <a:buFont typeface="Arial" panose="020B0604020202020204" pitchFamily="34" charset="0"/>
              <a:buChar char="•"/>
            </a:pPr>
            <a:r>
              <a:rPr lang="en-US" sz="1800" dirty="0" smtClean="0">
                <a:solidFill>
                  <a:srgbClr val="000000"/>
                </a:solidFill>
                <a:latin typeface="Times New Roman" panose="02020603050405020304" pitchFamily="18" charset="0"/>
                <a:cs typeface="Times New Roman" panose="02020603050405020304" pitchFamily="18" charset="0"/>
              </a:rPr>
              <a:t>   Probability of error</a:t>
            </a:r>
          </a:p>
          <a:p>
            <a:pPr marL="2514600" indent="-457200" algn="just">
              <a:buFont typeface="Arial" panose="020B0604020202020204" pitchFamily="34" charset="0"/>
              <a:buChar char="•"/>
            </a:pPr>
            <a:r>
              <a:rPr lang="en-US" sz="1800" dirty="0" smtClean="0">
                <a:solidFill>
                  <a:srgbClr val="000000"/>
                </a:solidFill>
                <a:latin typeface="Times New Roman" panose="02020603050405020304" pitchFamily="18" charset="0"/>
                <a:cs typeface="Times New Roman" panose="02020603050405020304" pitchFamily="18" charset="0"/>
              </a:rPr>
              <a:t>signal to noise ratio </a:t>
            </a:r>
            <a:r>
              <a:rPr lang="en-US" sz="1800" dirty="0">
                <a:solidFill>
                  <a:srgbClr val="000000"/>
                </a:solidFill>
                <a:latin typeface="Times New Roman" panose="02020603050405020304" pitchFamily="18" charset="0"/>
                <a:cs typeface="Times New Roman" panose="02020603050405020304" pitchFamily="18" charset="0"/>
              </a:rPr>
              <a:t>for a SISO </a:t>
            </a:r>
            <a:r>
              <a:rPr lang="en-US" sz="1800" dirty="0" smtClean="0">
                <a:solidFill>
                  <a:srgbClr val="000000"/>
                </a:solidFill>
                <a:latin typeface="Times New Roman" panose="02020603050405020304" pitchFamily="18" charset="0"/>
                <a:cs typeface="Times New Roman" panose="02020603050405020304" pitchFamily="18" charset="0"/>
              </a:rPr>
              <a:t>system.</a:t>
            </a:r>
          </a:p>
          <a:p>
            <a:pPr marL="571500" indent="-285750" algn="just">
              <a:buFont typeface="Arial" panose="020B0604020202020204" pitchFamily="34" charset="0"/>
              <a:buChar char="•"/>
            </a:pPr>
            <a:r>
              <a:rPr lang="en-US" sz="1800" i="1" dirty="0" smtClean="0">
                <a:solidFill>
                  <a:srgbClr val="000000"/>
                </a:solidFill>
                <a:latin typeface="Times New Roman" panose="02020603050405020304" pitchFamily="18" charset="0"/>
                <a:cs typeface="Times New Roman" panose="02020603050405020304" pitchFamily="18" charset="0"/>
              </a:rPr>
              <a:t>d </a:t>
            </a:r>
            <a:r>
              <a:rPr lang="en-US" sz="1800" dirty="0">
                <a:solidFill>
                  <a:srgbClr val="000000"/>
                </a:solidFill>
                <a:latin typeface="Times New Roman" panose="02020603050405020304" pitchFamily="18" charset="0"/>
                <a:cs typeface="Times New Roman" panose="02020603050405020304" pitchFamily="18" charset="0"/>
              </a:rPr>
              <a:t>is the total number of independent signal </a:t>
            </a:r>
            <a:r>
              <a:rPr lang="en-US" sz="1800" dirty="0" smtClean="0">
                <a:solidFill>
                  <a:srgbClr val="000000"/>
                </a:solidFill>
                <a:latin typeface="Times New Roman" panose="02020603050405020304" pitchFamily="18" charset="0"/>
                <a:cs typeface="Times New Roman" panose="02020603050405020304" pitchFamily="18" charset="0"/>
              </a:rPr>
              <a:t>paths.</a:t>
            </a:r>
            <a:endParaRPr lang="en-US" sz="1800" dirty="0">
              <a:solidFill>
                <a:srgbClr val="000000"/>
              </a:solidFill>
              <a:latin typeface="Times New Roman" panose="02020603050405020304" pitchFamily="18" charset="0"/>
              <a:cs typeface="Times New Roman" panose="02020603050405020304" pitchFamily="18" charset="0"/>
            </a:endParaRPr>
          </a:p>
        </p:txBody>
      </p:sp>
      <p:sp>
        <p:nvSpPr>
          <p:cNvPr id="44"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83</a:t>
            </a:fld>
            <a:endParaRPr lang="en-US" dirty="0"/>
          </a:p>
        </p:txBody>
      </p:sp>
      <p:grpSp>
        <p:nvGrpSpPr>
          <p:cNvPr id="115" name="Group 114"/>
          <p:cNvGrpSpPr/>
          <p:nvPr/>
        </p:nvGrpSpPr>
        <p:grpSpPr>
          <a:xfrm>
            <a:off x="6249592" y="2362200"/>
            <a:ext cx="2589606" cy="3200400"/>
            <a:chOff x="6417775" y="1690085"/>
            <a:chExt cx="1971240" cy="1794174"/>
          </a:xfrm>
        </p:grpSpPr>
        <p:grpSp>
          <p:nvGrpSpPr>
            <p:cNvPr id="109" name="Group 108"/>
            <p:cNvGrpSpPr/>
            <p:nvPr/>
          </p:nvGrpSpPr>
          <p:grpSpPr>
            <a:xfrm>
              <a:off x="6417775" y="1690085"/>
              <a:ext cx="1677064" cy="1794174"/>
              <a:chOff x="2285432" y="3429000"/>
              <a:chExt cx="1829369" cy="2087653"/>
            </a:xfrm>
          </p:grpSpPr>
          <p:grpSp>
            <p:nvGrpSpPr>
              <p:cNvPr id="81" name="Group 80"/>
              <p:cNvGrpSpPr/>
              <p:nvPr/>
            </p:nvGrpSpPr>
            <p:grpSpPr>
              <a:xfrm>
                <a:off x="2285432" y="3669840"/>
                <a:ext cx="1144136" cy="1846813"/>
                <a:chOff x="2285432" y="3669840"/>
                <a:chExt cx="1144136" cy="1846813"/>
              </a:xfrm>
            </p:grpSpPr>
            <p:grpSp>
              <p:nvGrpSpPr>
                <p:cNvPr id="53" name="Group 52"/>
                <p:cNvGrpSpPr/>
                <p:nvPr/>
              </p:nvGrpSpPr>
              <p:grpSpPr>
                <a:xfrm>
                  <a:off x="2285432" y="3669840"/>
                  <a:ext cx="1144136" cy="1816560"/>
                  <a:chOff x="2133032" y="3655077"/>
                  <a:chExt cx="1144136" cy="1816560"/>
                </a:xfrm>
              </p:grpSpPr>
              <p:cxnSp>
                <p:nvCxnSpPr>
                  <p:cNvPr id="54" name="Straight Connector 53"/>
                  <p:cNvCxnSpPr/>
                  <p:nvPr/>
                </p:nvCxnSpPr>
                <p:spPr>
                  <a:xfrm>
                    <a:off x="2667000" y="5471637"/>
                    <a:ext cx="7620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55" name="Group 54"/>
                  <p:cNvGrpSpPr/>
                  <p:nvPr/>
                </p:nvGrpSpPr>
                <p:grpSpPr>
                  <a:xfrm>
                    <a:off x="2133032" y="3655077"/>
                    <a:ext cx="1144136" cy="1814037"/>
                    <a:chOff x="2133600" y="3657600"/>
                    <a:chExt cx="1144136" cy="1814037"/>
                  </a:xfrm>
                </p:grpSpPr>
                <p:grpSp>
                  <p:nvGrpSpPr>
                    <p:cNvPr id="56" name="Group 55"/>
                    <p:cNvGrpSpPr/>
                    <p:nvPr/>
                  </p:nvGrpSpPr>
                  <p:grpSpPr>
                    <a:xfrm>
                      <a:off x="2667000" y="3657600"/>
                      <a:ext cx="610736" cy="1814037"/>
                      <a:chOff x="2667000" y="3657600"/>
                      <a:chExt cx="610736" cy="1814037"/>
                    </a:xfrm>
                  </p:grpSpPr>
                  <p:grpSp>
                    <p:nvGrpSpPr>
                      <p:cNvPr id="58" name="Group 57"/>
                      <p:cNvGrpSpPr/>
                      <p:nvPr/>
                    </p:nvGrpSpPr>
                    <p:grpSpPr>
                      <a:xfrm>
                        <a:off x="3123059" y="3657600"/>
                        <a:ext cx="154677" cy="1814037"/>
                        <a:chOff x="3124199" y="3654972"/>
                        <a:chExt cx="154677" cy="1814037"/>
                      </a:xfrm>
                    </p:grpSpPr>
                    <p:grpSp>
                      <p:nvGrpSpPr>
                        <p:cNvPr id="63" name="Group 62"/>
                        <p:cNvGrpSpPr/>
                        <p:nvPr/>
                      </p:nvGrpSpPr>
                      <p:grpSpPr>
                        <a:xfrm>
                          <a:off x="3124200" y="3654972"/>
                          <a:ext cx="152400" cy="459828"/>
                          <a:chOff x="3124200" y="3654972"/>
                          <a:chExt cx="152400" cy="459828"/>
                        </a:xfrm>
                      </p:grpSpPr>
                      <p:sp>
                        <p:nvSpPr>
                          <p:cNvPr id="70" name="Isosceles Triangle 69"/>
                          <p:cNvSpPr/>
                          <p:nvPr/>
                        </p:nvSpPr>
                        <p:spPr>
                          <a:xfrm rot="10800000">
                            <a:off x="3124200" y="3654972"/>
                            <a:ext cx="152400" cy="228600"/>
                          </a:xfrm>
                          <a:prstGeom prst="triangl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1" name="Straight Connector 70"/>
                          <p:cNvCxnSpPr>
                            <a:stCxn id="70" idx="0"/>
                          </p:cNvCxnSpPr>
                          <p:nvPr/>
                        </p:nvCxnSpPr>
                        <p:spPr>
                          <a:xfrm>
                            <a:off x="3200400" y="3883572"/>
                            <a:ext cx="0" cy="23122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4" name="Group 63"/>
                        <p:cNvGrpSpPr/>
                        <p:nvPr/>
                      </p:nvGrpSpPr>
                      <p:grpSpPr>
                        <a:xfrm>
                          <a:off x="3126476" y="4302205"/>
                          <a:ext cx="152400" cy="459828"/>
                          <a:chOff x="3124200" y="3654972"/>
                          <a:chExt cx="152400" cy="459828"/>
                        </a:xfrm>
                      </p:grpSpPr>
                      <p:sp>
                        <p:nvSpPr>
                          <p:cNvPr id="68" name="Isosceles Triangle 67"/>
                          <p:cNvSpPr/>
                          <p:nvPr/>
                        </p:nvSpPr>
                        <p:spPr>
                          <a:xfrm rot="10800000">
                            <a:off x="3124200" y="3654972"/>
                            <a:ext cx="152400" cy="228600"/>
                          </a:xfrm>
                          <a:prstGeom prst="triangl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9" name="Straight Connector 68"/>
                          <p:cNvCxnSpPr>
                            <a:stCxn id="68" idx="0"/>
                          </p:cNvCxnSpPr>
                          <p:nvPr/>
                        </p:nvCxnSpPr>
                        <p:spPr>
                          <a:xfrm>
                            <a:off x="3200400" y="3883572"/>
                            <a:ext cx="0" cy="23122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65" name="Group 64"/>
                        <p:cNvGrpSpPr/>
                        <p:nvPr/>
                      </p:nvGrpSpPr>
                      <p:grpSpPr>
                        <a:xfrm>
                          <a:off x="3124199" y="5009181"/>
                          <a:ext cx="152400" cy="459828"/>
                          <a:chOff x="3124200" y="3654972"/>
                          <a:chExt cx="152400" cy="459828"/>
                        </a:xfrm>
                      </p:grpSpPr>
                      <p:sp>
                        <p:nvSpPr>
                          <p:cNvPr id="66" name="Isosceles Triangle 65"/>
                          <p:cNvSpPr/>
                          <p:nvPr/>
                        </p:nvSpPr>
                        <p:spPr>
                          <a:xfrm rot="10800000">
                            <a:off x="3124200" y="3654972"/>
                            <a:ext cx="152400" cy="228600"/>
                          </a:xfrm>
                          <a:prstGeom prst="triangl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7" name="Straight Connector 66"/>
                          <p:cNvCxnSpPr>
                            <a:stCxn id="66" idx="0"/>
                          </p:cNvCxnSpPr>
                          <p:nvPr/>
                        </p:nvCxnSpPr>
                        <p:spPr>
                          <a:xfrm>
                            <a:off x="3200400" y="3883572"/>
                            <a:ext cx="0" cy="231228"/>
                          </a:xfrm>
                          <a:prstGeom prst="line">
                            <a:avLst/>
                          </a:prstGeom>
                        </p:spPr>
                        <p:style>
                          <a:lnRef idx="1">
                            <a:schemeClr val="accent1"/>
                          </a:lnRef>
                          <a:fillRef idx="0">
                            <a:schemeClr val="accent1"/>
                          </a:fillRef>
                          <a:effectRef idx="0">
                            <a:schemeClr val="accent1"/>
                          </a:effectRef>
                          <a:fontRef idx="minor">
                            <a:schemeClr val="tx1"/>
                          </a:fontRef>
                        </p:style>
                      </p:cxnSp>
                    </p:grpSp>
                  </p:grpSp>
                  <p:cxnSp>
                    <p:nvCxnSpPr>
                      <p:cNvPr id="59" name="Straight Connector 58"/>
                      <p:cNvCxnSpPr/>
                      <p:nvPr/>
                    </p:nvCxnSpPr>
                    <p:spPr>
                      <a:xfrm flipH="1">
                        <a:off x="2667000" y="4114800"/>
                        <a:ext cx="533398" cy="0"/>
                      </a:xfrm>
                      <a:prstGeom prst="line">
                        <a:avLst/>
                      </a:prstGeom>
                    </p:spPr>
                    <p:style>
                      <a:lnRef idx="1">
                        <a:schemeClr val="dk1"/>
                      </a:lnRef>
                      <a:fillRef idx="0">
                        <a:schemeClr val="dk1"/>
                      </a:fillRef>
                      <a:effectRef idx="0">
                        <a:schemeClr val="dk1"/>
                      </a:effectRef>
                      <a:fontRef idx="minor">
                        <a:schemeClr val="tx1"/>
                      </a:fontRef>
                    </p:style>
                  </p:cxnSp>
                  <p:cxnSp>
                    <p:nvCxnSpPr>
                      <p:cNvPr id="60" name="Straight Connector 59"/>
                      <p:cNvCxnSpPr/>
                      <p:nvPr/>
                    </p:nvCxnSpPr>
                    <p:spPr>
                      <a:xfrm flipH="1">
                        <a:off x="2667000" y="4762033"/>
                        <a:ext cx="5333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2743200" y="5471637"/>
                        <a:ext cx="4560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2667000" y="4114800"/>
                        <a:ext cx="0" cy="1356837"/>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57" name="Straight Connector 56"/>
                    <p:cNvCxnSpPr/>
                    <p:nvPr/>
                  </p:nvCxnSpPr>
                  <p:spPr>
                    <a:xfrm flipH="1">
                      <a:off x="2133600" y="4762033"/>
                      <a:ext cx="533400"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72" name="TextBox 71"/>
                <p:cNvSpPr txBox="1"/>
                <p:nvPr/>
              </p:nvSpPr>
              <p:spPr>
                <a:xfrm>
                  <a:off x="2429965" y="4555995"/>
                  <a:ext cx="215545" cy="194008"/>
                </a:xfrm>
                <a:prstGeom prst="rect">
                  <a:avLst/>
                </a:prstGeom>
                <a:noFill/>
              </p:spPr>
              <p:txBody>
                <a:bodyPr wrap="square" lIns="0" tIns="0" rIns="0" bIns="0" rtlCol="0">
                  <a:spAutoFit/>
                </a:bodyPr>
                <a:lstStyle/>
                <a:p>
                  <a:r>
                    <a:rPr lang="en-US" sz="1200" dirty="0" smtClean="0"/>
                    <a:t>abc</a:t>
                  </a:r>
                  <a:endParaRPr lang="en-US" sz="1200" dirty="0"/>
                </a:p>
              </p:txBody>
            </p:sp>
            <p:sp>
              <p:nvSpPr>
                <p:cNvPr id="73" name="TextBox 72"/>
                <p:cNvSpPr txBox="1"/>
                <p:nvPr/>
              </p:nvSpPr>
              <p:spPr>
                <a:xfrm>
                  <a:off x="2783002" y="3875554"/>
                  <a:ext cx="531124" cy="276999"/>
                </a:xfrm>
                <a:prstGeom prst="rect">
                  <a:avLst/>
                </a:prstGeom>
                <a:noFill/>
              </p:spPr>
              <p:txBody>
                <a:bodyPr wrap="square" rtlCol="0">
                  <a:spAutoFit/>
                </a:bodyPr>
                <a:lstStyle/>
                <a:p>
                  <a:r>
                    <a:rPr lang="en-US" sz="1200" dirty="0" smtClean="0"/>
                    <a:t>abc</a:t>
                  </a:r>
                  <a:endParaRPr lang="en-US" sz="1200" dirty="0"/>
                </a:p>
              </p:txBody>
            </p:sp>
            <p:sp>
              <p:nvSpPr>
                <p:cNvPr id="74" name="TextBox 73"/>
                <p:cNvSpPr txBox="1"/>
                <p:nvPr/>
              </p:nvSpPr>
              <p:spPr>
                <a:xfrm>
                  <a:off x="2742628" y="4531001"/>
                  <a:ext cx="531124" cy="276999"/>
                </a:xfrm>
                <a:prstGeom prst="rect">
                  <a:avLst/>
                </a:prstGeom>
                <a:noFill/>
              </p:spPr>
              <p:txBody>
                <a:bodyPr wrap="square" rtlCol="0">
                  <a:spAutoFit/>
                </a:bodyPr>
                <a:lstStyle/>
                <a:p>
                  <a:r>
                    <a:rPr lang="en-US" sz="1200" dirty="0" smtClean="0"/>
                    <a:t>abc</a:t>
                  </a:r>
                  <a:endParaRPr lang="en-US" sz="1200" dirty="0"/>
                </a:p>
              </p:txBody>
            </p:sp>
            <p:sp>
              <p:nvSpPr>
                <p:cNvPr id="75" name="TextBox 74"/>
                <p:cNvSpPr txBox="1"/>
                <p:nvPr/>
              </p:nvSpPr>
              <p:spPr>
                <a:xfrm>
                  <a:off x="2764889" y="5239654"/>
                  <a:ext cx="531124" cy="276999"/>
                </a:xfrm>
                <a:prstGeom prst="rect">
                  <a:avLst/>
                </a:prstGeom>
                <a:noFill/>
              </p:spPr>
              <p:txBody>
                <a:bodyPr wrap="square" rtlCol="0">
                  <a:spAutoFit/>
                </a:bodyPr>
                <a:lstStyle/>
                <a:p>
                  <a:r>
                    <a:rPr lang="en-US" sz="1200" dirty="0" smtClean="0"/>
                    <a:t>abc</a:t>
                  </a:r>
                  <a:endParaRPr lang="en-US" sz="1200" dirty="0"/>
                </a:p>
              </p:txBody>
            </p:sp>
          </p:grpSp>
          <p:sp>
            <p:nvSpPr>
              <p:cNvPr id="107" name="TextBox 106"/>
              <p:cNvSpPr txBox="1"/>
              <p:nvPr/>
            </p:nvSpPr>
            <p:spPr>
              <a:xfrm>
                <a:off x="2701757" y="3429000"/>
                <a:ext cx="1413044" cy="180689"/>
              </a:xfrm>
              <a:prstGeom prst="rect">
                <a:avLst/>
              </a:prstGeom>
              <a:noFill/>
            </p:spPr>
            <p:txBody>
              <a:bodyPr wrap="square" rtlCol="0">
                <a:spAutoFit/>
              </a:bodyPr>
              <a:lstStyle/>
              <a:p>
                <a:r>
                  <a:rPr lang="en-US" sz="1200" dirty="0" smtClean="0"/>
                  <a:t>Transmit Antennas</a:t>
                </a:r>
                <a:endParaRPr lang="en-US" sz="1200" dirty="0"/>
              </a:p>
            </p:txBody>
          </p:sp>
        </p:grpSp>
        <p:sp>
          <p:nvSpPr>
            <p:cNvPr id="111" name="TextBox 110"/>
            <p:cNvSpPr txBox="1"/>
            <p:nvPr/>
          </p:nvSpPr>
          <p:spPr>
            <a:xfrm>
              <a:off x="7467599" y="2667000"/>
              <a:ext cx="921416" cy="103525"/>
            </a:xfrm>
            <a:prstGeom prst="rect">
              <a:avLst/>
            </a:prstGeom>
            <a:noFill/>
          </p:spPr>
          <p:txBody>
            <a:bodyPr wrap="square" lIns="0" tIns="0" rIns="0" bIns="0" rtlCol="0">
              <a:spAutoFit/>
            </a:bodyPr>
            <a:lstStyle/>
            <a:p>
              <a:r>
                <a:rPr lang="en-US" sz="1200" dirty="0" smtClean="0"/>
                <a:t>Spatial Diversity</a:t>
              </a:r>
              <a:endParaRPr lang="en-US" sz="1200" dirty="0"/>
            </a:p>
          </p:txBody>
        </p:sp>
      </p:grpSp>
      <p:grpSp>
        <p:nvGrpSpPr>
          <p:cNvPr id="4" name="Group 3"/>
          <p:cNvGrpSpPr/>
          <p:nvPr/>
        </p:nvGrpSpPr>
        <p:grpSpPr>
          <a:xfrm>
            <a:off x="1295400" y="4572000"/>
            <a:ext cx="2133600" cy="774700"/>
            <a:chOff x="1295400" y="3810000"/>
            <a:chExt cx="2133600" cy="774700"/>
          </a:xfrm>
        </p:grpSpPr>
        <p:graphicFrame>
          <p:nvGraphicFramePr>
            <p:cNvPr id="117" name="Object 116"/>
            <p:cNvGraphicFramePr>
              <a:graphicFrameLocks noChangeAspect="1"/>
            </p:cNvGraphicFramePr>
            <p:nvPr>
              <p:extLst>
                <p:ext uri="{D42A27DB-BD31-4B8C-83A1-F6EECF244321}">
                  <p14:modId xmlns:p14="http://schemas.microsoft.com/office/powerpoint/2010/main" xmlns="" val="2764295228"/>
                </p:ext>
              </p:extLst>
            </p:nvPr>
          </p:nvGraphicFramePr>
          <p:xfrm>
            <a:off x="1295400" y="3810000"/>
            <a:ext cx="1399026" cy="735082"/>
          </p:xfrm>
          <a:graphic>
            <a:graphicData uri="http://schemas.openxmlformats.org/presentationml/2006/ole">
              <p:oleObj spid="_x0000_s6663" name="Equation" r:id="rId3" imgW="748975" imgH="393529" progId="Equation.DSMT4">
                <p:embed/>
              </p:oleObj>
            </a:graphicData>
          </a:graphic>
        </p:graphicFrame>
        <p:graphicFrame>
          <p:nvGraphicFramePr>
            <p:cNvPr id="118" name="Object 117"/>
            <p:cNvGraphicFramePr>
              <a:graphicFrameLocks noChangeAspect="1"/>
            </p:cNvGraphicFramePr>
            <p:nvPr>
              <p:extLst>
                <p:ext uri="{D42A27DB-BD31-4B8C-83A1-F6EECF244321}">
                  <p14:modId xmlns:p14="http://schemas.microsoft.com/office/powerpoint/2010/main" xmlns="" val="1376287546"/>
                </p:ext>
              </p:extLst>
            </p:nvPr>
          </p:nvGraphicFramePr>
          <p:xfrm>
            <a:off x="2970239" y="4191000"/>
            <a:ext cx="355600" cy="393700"/>
          </p:xfrm>
          <a:graphic>
            <a:graphicData uri="http://schemas.openxmlformats.org/presentationml/2006/ole">
              <p:oleObj spid="_x0000_s6664" name="Equation" r:id="rId4" imgW="355292" imgH="393359" progId="Equation.DSMT4">
                <p:embed/>
              </p:oleObj>
            </a:graphicData>
          </a:graphic>
        </p:graphicFrame>
        <p:graphicFrame>
          <p:nvGraphicFramePr>
            <p:cNvPr id="119" name="Object 118"/>
            <p:cNvGraphicFramePr>
              <a:graphicFrameLocks noChangeAspect="1"/>
            </p:cNvGraphicFramePr>
            <p:nvPr>
              <p:extLst>
                <p:ext uri="{D42A27DB-BD31-4B8C-83A1-F6EECF244321}">
                  <p14:modId xmlns:p14="http://schemas.microsoft.com/office/powerpoint/2010/main" xmlns="" val="1341370720"/>
                </p:ext>
              </p:extLst>
            </p:nvPr>
          </p:nvGraphicFramePr>
          <p:xfrm>
            <a:off x="2994025" y="3886200"/>
            <a:ext cx="434975" cy="233363"/>
          </p:xfrm>
          <a:graphic>
            <a:graphicData uri="http://schemas.openxmlformats.org/presentationml/2006/ole">
              <p:oleObj spid="_x0000_s6665" name="Equation" r:id="rId5" imgW="329914" imgH="177646" progId="Equation.DSMT4">
                <p:embed/>
              </p:oleObj>
            </a:graphicData>
          </a:graphic>
        </p:graphicFrame>
      </p:grpSp>
      <p:sp>
        <p:nvSpPr>
          <p:cNvPr id="39" name="TextBox 38">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
        <p:nvSpPr>
          <p:cNvPr id="40" name="Rectangle 39">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41" name="Rectangle 40">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42" name="Round Same Side Corner Rectangle 9">
            <a:extLst>
              <a:ext uri="{FF2B5EF4-FFF2-40B4-BE49-F238E27FC236}">
                <a16:creationId xmlns="" xmlns:a16="http://schemas.microsoft.com/office/drawing/2014/main" id="{DCFE27E6-0514-4193-ADC9-50A542715314}"/>
              </a:ext>
            </a:extLst>
          </p:cNvPr>
          <p:cNvSpPr/>
          <p:nvPr/>
        </p:nvSpPr>
        <p:spPr>
          <a:xfrm>
            <a:off x="0" y="0"/>
            <a:ext cx="32004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600" b="1" dirty="0" smtClean="0">
                <a:latin typeface="Times New Roman" pitchFamily="18" charset="0"/>
                <a:cs typeface="Times New Roman" pitchFamily="18" charset="0"/>
              </a:rPr>
              <a:t>WIRELESS COMMUNICATION</a:t>
            </a:r>
            <a:endParaRPr lang="en-US" sz="1600" b="1" dirty="0">
              <a:latin typeface="Times New Roman" pitchFamily="18" charset="0"/>
              <a:cs typeface="Times New Roman" pitchFamily="18" charset="0"/>
            </a:endParaRPr>
          </a:p>
        </p:txBody>
      </p:sp>
      <p:pic>
        <p:nvPicPr>
          <p:cNvPr id="43" name="Picture 42" descr="C:\Users\Subhasis\Desktop\logo nit.png">
            <a:extLst>
              <a:ext uri="{FF2B5EF4-FFF2-40B4-BE49-F238E27FC236}">
                <a16:creationId xmlns="" xmlns:a16="http://schemas.microsoft.com/office/drawing/2014/main" id="{2961F01F-4C3E-4631-B88B-04A88CCA29A6}"/>
              </a:ext>
            </a:extLst>
          </p:cNvPr>
          <p:cNvPicPr/>
          <p:nvPr/>
        </p:nvPicPr>
        <p:blipFill>
          <a:blip r:embed="rId6"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2031914493"/>
      </p:ext>
    </p:extLst>
  </p:cSld>
  <p:clrMapOvr>
    <a:masterClrMapping/>
  </p:clrMapOvr>
  <p:transition>
    <p:pull dir="d"/>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solidFill>
                  <a:schemeClr val="tx1"/>
                </a:solidFill>
                <a:latin typeface="Calibri" panose="020F0502020204030204" pitchFamily="34" charset="0"/>
              </a:rPr>
              <a:t>Spatial </a:t>
            </a:r>
            <a:r>
              <a:rPr lang="en-US" sz="4400" dirty="0" smtClean="0">
                <a:solidFill>
                  <a:schemeClr val="tx1"/>
                </a:solidFill>
                <a:latin typeface="Calibri" panose="020F0502020204030204" pitchFamily="34" charset="0"/>
              </a:rPr>
              <a:t>Multiplexing</a:t>
            </a:r>
            <a:endParaRPr lang="en-US" sz="4400" dirty="0">
              <a:latin typeface="Calibri" panose="020F0502020204030204" pitchFamily="34" charset="0"/>
            </a:endParaRPr>
          </a:p>
        </p:txBody>
      </p:sp>
      <p:sp>
        <p:nvSpPr>
          <p:cNvPr id="3" name="Content Placeholder 2"/>
          <p:cNvSpPr>
            <a:spLocks noGrp="1"/>
          </p:cNvSpPr>
          <p:nvPr>
            <p:ph idx="1"/>
          </p:nvPr>
        </p:nvSpPr>
        <p:spPr>
          <a:xfrm>
            <a:off x="822959" y="1845734"/>
            <a:ext cx="7330441" cy="4023360"/>
          </a:xfrm>
        </p:spPr>
        <p:txBody>
          <a:bodyPr/>
          <a:lstStyle/>
          <a:p>
            <a:pPr marL="287338" indent="-287338" algn="just">
              <a:lnSpc>
                <a:spcPct val="150000"/>
              </a:lnSpc>
              <a:buClrTx/>
              <a:buFont typeface="Wingdings" panose="05000000000000000000" pitchFamily="2" charset="2"/>
              <a:buChar char="q"/>
            </a:pPr>
            <a:r>
              <a:rPr lang="en-US" sz="1800" dirty="0" smtClean="0">
                <a:solidFill>
                  <a:schemeClr val="tx1"/>
                </a:solidFill>
                <a:latin typeface="Times New Roman" panose="02020603050405020304" pitchFamily="18" charset="0"/>
                <a:cs typeface="Times New Roman" panose="02020603050405020304" pitchFamily="18" charset="0"/>
              </a:rPr>
              <a:t>Each </a:t>
            </a:r>
            <a:r>
              <a:rPr lang="en-US" sz="1800" dirty="0">
                <a:solidFill>
                  <a:schemeClr val="tx1"/>
                </a:solidFill>
                <a:latin typeface="Times New Roman" panose="02020603050405020304" pitchFamily="18" charset="0"/>
                <a:cs typeface="Times New Roman" panose="02020603050405020304" pitchFamily="18" charset="0"/>
              </a:rPr>
              <a:t>spatial channel carries independent information, there by increasing the data rate of the </a:t>
            </a:r>
            <a:r>
              <a:rPr lang="en-US" sz="1800" dirty="0" smtClean="0">
                <a:solidFill>
                  <a:schemeClr val="tx1"/>
                </a:solidFill>
                <a:latin typeface="Times New Roman" panose="02020603050405020304" pitchFamily="18" charset="0"/>
                <a:cs typeface="Times New Roman" panose="02020603050405020304" pitchFamily="18" charset="0"/>
              </a:rPr>
              <a:t>system.</a:t>
            </a:r>
          </a:p>
          <a:p>
            <a:endParaRPr lang="en-US" dirty="0"/>
          </a:p>
        </p:txBody>
      </p:sp>
      <p:sp>
        <p:nvSpPr>
          <p:cNvPr id="4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84</a:t>
            </a:fld>
            <a:endParaRPr lang="en-US" dirty="0"/>
          </a:p>
        </p:txBody>
      </p:sp>
      <p:grpSp>
        <p:nvGrpSpPr>
          <p:cNvPr id="6" name="Group 5"/>
          <p:cNvGrpSpPr/>
          <p:nvPr/>
        </p:nvGrpSpPr>
        <p:grpSpPr>
          <a:xfrm>
            <a:off x="3505200" y="2743200"/>
            <a:ext cx="4495800" cy="3100031"/>
            <a:chOff x="4419600" y="3733801"/>
            <a:chExt cx="2101641" cy="1998225"/>
          </a:xfrm>
        </p:grpSpPr>
        <p:grpSp>
          <p:nvGrpSpPr>
            <p:cNvPr id="7" name="Group 6"/>
            <p:cNvGrpSpPr/>
            <p:nvPr/>
          </p:nvGrpSpPr>
          <p:grpSpPr>
            <a:xfrm>
              <a:off x="4419600" y="3733801"/>
              <a:ext cx="1676400" cy="1998225"/>
              <a:chOff x="5248758" y="3429000"/>
              <a:chExt cx="1857835" cy="2162814"/>
            </a:xfrm>
          </p:grpSpPr>
          <p:grpSp>
            <p:nvGrpSpPr>
              <p:cNvPr id="9" name="Group 8"/>
              <p:cNvGrpSpPr/>
              <p:nvPr/>
            </p:nvGrpSpPr>
            <p:grpSpPr>
              <a:xfrm>
                <a:off x="5248758" y="3669840"/>
                <a:ext cx="1144136" cy="1921974"/>
                <a:chOff x="5248758" y="3669840"/>
                <a:chExt cx="1144136" cy="1921974"/>
              </a:xfrm>
            </p:grpSpPr>
            <p:grpSp>
              <p:nvGrpSpPr>
                <p:cNvPr id="11" name="Group 10"/>
                <p:cNvGrpSpPr/>
                <p:nvPr/>
              </p:nvGrpSpPr>
              <p:grpSpPr>
                <a:xfrm>
                  <a:off x="5248758" y="3669840"/>
                  <a:ext cx="1144136" cy="1816560"/>
                  <a:chOff x="2133032" y="3655077"/>
                  <a:chExt cx="1144136" cy="1816560"/>
                </a:xfrm>
              </p:grpSpPr>
              <p:cxnSp>
                <p:nvCxnSpPr>
                  <p:cNvPr id="16" name="Straight Connector 15"/>
                  <p:cNvCxnSpPr/>
                  <p:nvPr/>
                </p:nvCxnSpPr>
                <p:spPr>
                  <a:xfrm>
                    <a:off x="2667000" y="5471637"/>
                    <a:ext cx="7620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2133032" y="3655077"/>
                    <a:ext cx="1144136" cy="1814037"/>
                    <a:chOff x="2133600" y="3657600"/>
                    <a:chExt cx="1144136" cy="1814037"/>
                  </a:xfrm>
                </p:grpSpPr>
                <p:grpSp>
                  <p:nvGrpSpPr>
                    <p:cNvPr id="18" name="Group 17"/>
                    <p:cNvGrpSpPr/>
                    <p:nvPr/>
                  </p:nvGrpSpPr>
                  <p:grpSpPr>
                    <a:xfrm>
                      <a:off x="2667000" y="3657600"/>
                      <a:ext cx="610736" cy="1814037"/>
                      <a:chOff x="2667000" y="3657600"/>
                      <a:chExt cx="610736" cy="1814037"/>
                    </a:xfrm>
                  </p:grpSpPr>
                  <p:grpSp>
                    <p:nvGrpSpPr>
                      <p:cNvPr id="20" name="Group 19"/>
                      <p:cNvGrpSpPr/>
                      <p:nvPr/>
                    </p:nvGrpSpPr>
                    <p:grpSpPr>
                      <a:xfrm>
                        <a:off x="3123059" y="3657600"/>
                        <a:ext cx="154677" cy="1814037"/>
                        <a:chOff x="3124199" y="3654972"/>
                        <a:chExt cx="154677" cy="1814037"/>
                      </a:xfrm>
                    </p:grpSpPr>
                    <p:grpSp>
                      <p:nvGrpSpPr>
                        <p:cNvPr id="25" name="Group 24"/>
                        <p:cNvGrpSpPr/>
                        <p:nvPr/>
                      </p:nvGrpSpPr>
                      <p:grpSpPr>
                        <a:xfrm>
                          <a:off x="3124200" y="3654972"/>
                          <a:ext cx="152400" cy="459828"/>
                          <a:chOff x="3124200" y="3654972"/>
                          <a:chExt cx="152400" cy="459828"/>
                        </a:xfrm>
                      </p:grpSpPr>
                      <p:sp>
                        <p:nvSpPr>
                          <p:cNvPr id="32" name="Isosceles Triangle 31"/>
                          <p:cNvSpPr/>
                          <p:nvPr/>
                        </p:nvSpPr>
                        <p:spPr>
                          <a:xfrm rot="10800000">
                            <a:off x="3124200" y="3654972"/>
                            <a:ext cx="152400" cy="228600"/>
                          </a:xfrm>
                          <a:prstGeom prst="triangl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3" name="Straight Connector 32"/>
                          <p:cNvCxnSpPr>
                            <a:stCxn id="32" idx="0"/>
                          </p:cNvCxnSpPr>
                          <p:nvPr/>
                        </p:nvCxnSpPr>
                        <p:spPr>
                          <a:xfrm>
                            <a:off x="3200400" y="3883572"/>
                            <a:ext cx="0" cy="23122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3126476" y="4302205"/>
                          <a:ext cx="152400" cy="459828"/>
                          <a:chOff x="3124200" y="3654972"/>
                          <a:chExt cx="152400" cy="459828"/>
                        </a:xfrm>
                      </p:grpSpPr>
                      <p:sp>
                        <p:nvSpPr>
                          <p:cNvPr id="30" name="Isosceles Triangle 29"/>
                          <p:cNvSpPr/>
                          <p:nvPr/>
                        </p:nvSpPr>
                        <p:spPr>
                          <a:xfrm rot="10800000">
                            <a:off x="3124200" y="3654972"/>
                            <a:ext cx="152400" cy="228600"/>
                          </a:xfrm>
                          <a:prstGeom prst="triangl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Connector 30"/>
                          <p:cNvCxnSpPr>
                            <a:stCxn id="30" idx="0"/>
                          </p:cNvCxnSpPr>
                          <p:nvPr/>
                        </p:nvCxnSpPr>
                        <p:spPr>
                          <a:xfrm>
                            <a:off x="3200400" y="3883572"/>
                            <a:ext cx="0" cy="231228"/>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7" name="Group 26"/>
                        <p:cNvGrpSpPr/>
                        <p:nvPr/>
                      </p:nvGrpSpPr>
                      <p:grpSpPr>
                        <a:xfrm>
                          <a:off x="3124199" y="5009181"/>
                          <a:ext cx="152400" cy="459828"/>
                          <a:chOff x="3124200" y="3654972"/>
                          <a:chExt cx="152400" cy="459828"/>
                        </a:xfrm>
                      </p:grpSpPr>
                      <p:sp>
                        <p:nvSpPr>
                          <p:cNvPr id="28" name="Isosceles Triangle 27"/>
                          <p:cNvSpPr/>
                          <p:nvPr/>
                        </p:nvSpPr>
                        <p:spPr>
                          <a:xfrm rot="10800000">
                            <a:off x="3124200" y="3654972"/>
                            <a:ext cx="152400" cy="228600"/>
                          </a:xfrm>
                          <a:prstGeom prst="triangl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9" name="Straight Connector 28"/>
                          <p:cNvCxnSpPr>
                            <a:stCxn id="28" idx="0"/>
                          </p:cNvCxnSpPr>
                          <p:nvPr/>
                        </p:nvCxnSpPr>
                        <p:spPr>
                          <a:xfrm>
                            <a:off x="3200400" y="3883572"/>
                            <a:ext cx="0" cy="231228"/>
                          </a:xfrm>
                          <a:prstGeom prst="line">
                            <a:avLst/>
                          </a:prstGeom>
                        </p:spPr>
                        <p:style>
                          <a:lnRef idx="1">
                            <a:schemeClr val="accent1"/>
                          </a:lnRef>
                          <a:fillRef idx="0">
                            <a:schemeClr val="accent1"/>
                          </a:fillRef>
                          <a:effectRef idx="0">
                            <a:schemeClr val="accent1"/>
                          </a:effectRef>
                          <a:fontRef idx="minor">
                            <a:schemeClr val="tx1"/>
                          </a:fontRef>
                        </p:style>
                      </p:cxnSp>
                    </p:grpSp>
                  </p:grpSp>
                  <p:cxnSp>
                    <p:nvCxnSpPr>
                      <p:cNvPr id="21" name="Straight Connector 20"/>
                      <p:cNvCxnSpPr/>
                      <p:nvPr/>
                    </p:nvCxnSpPr>
                    <p:spPr>
                      <a:xfrm flipH="1">
                        <a:off x="2667000" y="4114800"/>
                        <a:ext cx="533398"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flipH="1">
                        <a:off x="2667000" y="4762033"/>
                        <a:ext cx="5333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2743200" y="5471637"/>
                        <a:ext cx="45605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667000" y="4114800"/>
                        <a:ext cx="0" cy="1356837"/>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9" name="Straight Connector 18"/>
                    <p:cNvCxnSpPr/>
                    <p:nvPr/>
                  </p:nvCxnSpPr>
                  <p:spPr>
                    <a:xfrm flipH="1">
                      <a:off x="2133600" y="4762033"/>
                      <a:ext cx="533400" cy="0"/>
                    </a:xfrm>
                    <a:prstGeom prst="line">
                      <a:avLst/>
                    </a:prstGeom>
                  </p:spPr>
                  <p:style>
                    <a:lnRef idx="1">
                      <a:schemeClr val="accent1"/>
                    </a:lnRef>
                    <a:fillRef idx="0">
                      <a:schemeClr val="accent1"/>
                    </a:fillRef>
                    <a:effectRef idx="0">
                      <a:schemeClr val="accent1"/>
                    </a:effectRef>
                    <a:fontRef idx="minor">
                      <a:schemeClr val="tx1"/>
                    </a:fontRef>
                  </p:style>
                </p:cxnSp>
              </p:grpSp>
            </p:grpSp>
            <p:sp>
              <p:nvSpPr>
                <p:cNvPr id="12" name="TextBox 11"/>
                <p:cNvSpPr txBox="1"/>
                <p:nvPr/>
              </p:nvSpPr>
              <p:spPr>
                <a:xfrm>
                  <a:off x="5406116" y="4556609"/>
                  <a:ext cx="324523" cy="178970"/>
                </a:xfrm>
                <a:prstGeom prst="rect">
                  <a:avLst/>
                </a:prstGeom>
                <a:noFill/>
              </p:spPr>
              <p:txBody>
                <a:bodyPr wrap="square" lIns="0" tIns="0" rIns="0" bIns="0" rtlCol="0">
                  <a:spAutoFit/>
                </a:bodyPr>
                <a:lstStyle/>
                <a:p>
                  <a:r>
                    <a:rPr lang="en-US" sz="1200" dirty="0" smtClean="0"/>
                    <a:t>abc</a:t>
                  </a:r>
                  <a:endParaRPr lang="en-US" sz="1200" dirty="0"/>
                </a:p>
              </p:txBody>
            </p:sp>
            <p:sp>
              <p:nvSpPr>
                <p:cNvPr id="13" name="TextBox 12"/>
                <p:cNvSpPr txBox="1"/>
                <p:nvPr/>
              </p:nvSpPr>
              <p:spPr>
                <a:xfrm>
                  <a:off x="5783295" y="3963757"/>
                  <a:ext cx="531124" cy="276999"/>
                </a:xfrm>
                <a:prstGeom prst="rect">
                  <a:avLst/>
                </a:prstGeom>
                <a:noFill/>
              </p:spPr>
              <p:txBody>
                <a:bodyPr wrap="square" rtlCol="0">
                  <a:spAutoFit/>
                </a:bodyPr>
                <a:lstStyle/>
                <a:p>
                  <a:r>
                    <a:rPr lang="en-US" sz="1200" dirty="0"/>
                    <a:t>c</a:t>
                  </a:r>
                </a:p>
              </p:txBody>
            </p:sp>
            <p:sp>
              <p:nvSpPr>
                <p:cNvPr id="14" name="TextBox 13"/>
                <p:cNvSpPr txBox="1"/>
                <p:nvPr/>
              </p:nvSpPr>
              <p:spPr>
                <a:xfrm>
                  <a:off x="5787349" y="4613572"/>
                  <a:ext cx="531124" cy="276999"/>
                </a:xfrm>
                <a:prstGeom prst="rect">
                  <a:avLst/>
                </a:prstGeom>
                <a:noFill/>
              </p:spPr>
              <p:txBody>
                <a:bodyPr wrap="square" rtlCol="0">
                  <a:spAutoFit/>
                </a:bodyPr>
                <a:lstStyle/>
                <a:p>
                  <a:r>
                    <a:rPr lang="en-US" sz="1200" dirty="0" smtClean="0"/>
                    <a:t>b</a:t>
                  </a:r>
                  <a:endParaRPr lang="en-US" sz="1200" dirty="0"/>
                </a:p>
              </p:txBody>
            </p:sp>
            <p:sp>
              <p:nvSpPr>
                <p:cNvPr id="15" name="TextBox 14"/>
                <p:cNvSpPr txBox="1"/>
                <p:nvPr/>
              </p:nvSpPr>
              <p:spPr>
                <a:xfrm>
                  <a:off x="5812925" y="5314815"/>
                  <a:ext cx="531124" cy="276999"/>
                </a:xfrm>
                <a:prstGeom prst="rect">
                  <a:avLst/>
                </a:prstGeom>
                <a:noFill/>
              </p:spPr>
              <p:txBody>
                <a:bodyPr wrap="square" rtlCol="0">
                  <a:spAutoFit/>
                </a:bodyPr>
                <a:lstStyle/>
                <a:p>
                  <a:r>
                    <a:rPr lang="en-US" sz="1200" dirty="0" smtClean="0"/>
                    <a:t>a</a:t>
                  </a:r>
                  <a:endParaRPr lang="en-US" sz="1200" dirty="0"/>
                </a:p>
              </p:txBody>
            </p:sp>
          </p:grpSp>
          <p:sp>
            <p:nvSpPr>
              <p:cNvPr id="10" name="TextBox 9"/>
              <p:cNvSpPr txBox="1"/>
              <p:nvPr/>
            </p:nvSpPr>
            <p:spPr>
              <a:xfrm>
                <a:off x="5638497" y="3429000"/>
                <a:ext cx="1468096" cy="228108"/>
              </a:xfrm>
              <a:prstGeom prst="rect">
                <a:avLst/>
              </a:prstGeom>
              <a:noFill/>
            </p:spPr>
            <p:txBody>
              <a:bodyPr wrap="square" rtlCol="0">
                <a:spAutoFit/>
              </a:bodyPr>
              <a:lstStyle/>
              <a:p>
                <a:r>
                  <a:rPr lang="en-US" sz="1200" dirty="0" smtClean="0"/>
                  <a:t>Transmit Antennas</a:t>
                </a:r>
                <a:endParaRPr lang="en-US" sz="1200" dirty="0"/>
              </a:p>
            </p:txBody>
          </p:sp>
        </p:grpSp>
        <p:sp>
          <p:nvSpPr>
            <p:cNvPr id="8" name="TextBox 7"/>
            <p:cNvSpPr txBox="1"/>
            <p:nvPr/>
          </p:nvSpPr>
          <p:spPr>
            <a:xfrm>
              <a:off x="5486400" y="4724400"/>
              <a:ext cx="1034841" cy="140500"/>
            </a:xfrm>
            <a:prstGeom prst="rect">
              <a:avLst/>
            </a:prstGeom>
            <a:noFill/>
          </p:spPr>
          <p:txBody>
            <a:bodyPr wrap="square" lIns="0" tIns="0" rIns="0" bIns="0" rtlCol="0">
              <a:spAutoFit/>
            </a:bodyPr>
            <a:lstStyle/>
            <a:p>
              <a:r>
                <a:rPr lang="en-US" sz="1200" dirty="0"/>
                <a:t>Spatial </a:t>
              </a:r>
              <a:r>
                <a:rPr lang="en-US" sz="1200" dirty="0" smtClean="0"/>
                <a:t>Multiplexing</a:t>
              </a:r>
              <a:endParaRPr lang="en-US" sz="1200" dirty="0"/>
            </a:p>
          </p:txBody>
        </p:sp>
      </p:grpSp>
      <p:sp>
        <p:nvSpPr>
          <p:cNvPr id="35" name="TextBox 34">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
        <p:nvSpPr>
          <p:cNvPr id="37" name="Rectangle 36">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8" name="Rectangle 37">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9" name="Round Same Side Corner Rectangle 9">
            <a:extLst>
              <a:ext uri="{FF2B5EF4-FFF2-40B4-BE49-F238E27FC236}">
                <a16:creationId xmlns="" xmlns:a16="http://schemas.microsoft.com/office/drawing/2014/main" id="{DCFE27E6-0514-4193-ADC9-50A542715314}"/>
              </a:ext>
            </a:extLst>
          </p:cNvPr>
          <p:cNvSpPr/>
          <p:nvPr/>
        </p:nvSpPr>
        <p:spPr>
          <a:xfrm>
            <a:off x="0" y="0"/>
            <a:ext cx="32004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600" b="1" dirty="0" smtClean="0">
                <a:latin typeface="Times New Roman" pitchFamily="18" charset="0"/>
                <a:cs typeface="Times New Roman" pitchFamily="18" charset="0"/>
              </a:rPr>
              <a:t>WIRELESS COMMUNICATION</a:t>
            </a:r>
            <a:endParaRPr lang="en-US" sz="1600" b="1" dirty="0">
              <a:latin typeface="Times New Roman" pitchFamily="18" charset="0"/>
              <a:cs typeface="Times New Roman" pitchFamily="18" charset="0"/>
            </a:endParaRPr>
          </a:p>
        </p:txBody>
      </p:sp>
      <p:pic>
        <p:nvPicPr>
          <p:cNvPr id="40" name="Picture 39" descr="C:\Users\Subhasis\Desktop\logo nit.png">
            <a:extLst>
              <a:ext uri="{FF2B5EF4-FFF2-40B4-BE49-F238E27FC236}">
                <a16:creationId xmlns="" xmlns:a16="http://schemas.microsoft.com/office/drawing/2014/main" id="{2961F01F-4C3E-4631-B88B-04A88CCA29A6}"/>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2644818166"/>
      </p:ext>
    </p:extLst>
  </p:cSld>
  <p:clrMapOvr>
    <a:masterClrMapping/>
  </p:clrMapOvr>
  <p:transition>
    <p:pull dir="d"/>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solidFill>
                  <a:schemeClr val="tx1"/>
                </a:solidFill>
                <a:latin typeface="Calibri" panose="020F0502020204030204" pitchFamily="34" charset="0"/>
              </a:rPr>
              <a:t>Zero–Forcing </a:t>
            </a:r>
            <a:r>
              <a:rPr lang="en-US" sz="4400" dirty="0">
                <a:solidFill>
                  <a:schemeClr val="tx1"/>
                </a:solidFill>
                <a:latin typeface="Calibri" panose="020F0502020204030204" pitchFamily="34" charset="0"/>
              </a:rPr>
              <a:t>(ZF) </a:t>
            </a:r>
            <a:r>
              <a:rPr lang="en-US" sz="4400" dirty="0" smtClean="0">
                <a:solidFill>
                  <a:schemeClr val="tx1"/>
                </a:solidFill>
                <a:latin typeface="Calibri" panose="020F0502020204030204" pitchFamily="34" charset="0"/>
              </a:rPr>
              <a:t>Receiver</a:t>
            </a:r>
            <a:endParaRPr lang="en-US" sz="4400" dirty="0">
              <a:solidFill>
                <a:schemeClr val="tx1"/>
              </a:solidFill>
              <a:latin typeface="Calibri" panose="020F0502020204030204" pitchFamily="34" charset="0"/>
            </a:endParaRPr>
          </a:p>
        </p:txBody>
      </p:sp>
      <p:sp>
        <p:nvSpPr>
          <p:cNvPr id="7" name="Content Placeholder 6"/>
          <p:cNvSpPr>
            <a:spLocks noGrp="1"/>
          </p:cNvSpPr>
          <p:nvPr>
            <p:ph idx="1"/>
          </p:nvPr>
        </p:nvSpPr>
        <p:spPr/>
        <p:txBody>
          <a:bodyPr>
            <a:normAutofit/>
          </a:bodyPr>
          <a:lstStyle/>
          <a:p>
            <a:pPr marL="400050" indent="-400050">
              <a:buClrTx/>
              <a:buFont typeface="Wingdings" panose="05000000000000000000" pitchFamily="2" charset="2"/>
              <a:buChar char="q"/>
            </a:pPr>
            <a:r>
              <a:rPr lang="en-US" sz="1800" dirty="0" smtClean="0">
                <a:solidFill>
                  <a:schemeClr val="tx1"/>
                </a:solidFill>
                <a:latin typeface="Times New Roman" panose="02020603050405020304" pitchFamily="18" charset="0"/>
                <a:cs typeface="Times New Roman" panose="02020603050405020304" pitchFamily="18" charset="0"/>
              </a:rPr>
              <a:t>Received Signal</a:t>
            </a:r>
          </a:p>
          <a:p>
            <a:pPr marL="400050" indent="-400050">
              <a:buClrTx/>
              <a:buFont typeface="Wingdings" panose="05000000000000000000" pitchFamily="2" charset="2"/>
              <a:buChar char="q"/>
            </a:pPr>
            <a:endParaRPr lang="en-US" sz="1800" dirty="0" smtClean="0">
              <a:latin typeface="Times New Roman" panose="02020603050405020304" pitchFamily="18" charset="0"/>
              <a:cs typeface="Times New Roman" panose="02020603050405020304" pitchFamily="18" charset="0"/>
            </a:endParaRPr>
          </a:p>
          <a:p>
            <a:pPr marL="400050" indent="-400050">
              <a:buClrTx/>
              <a:buFont typeface="Wingdings" panose="05000000000000000000" pitchFamily="2" charset="2"/>
              <a:buChar char="q"/>
            </a:pPr>
            <a:r>
              <a:rPr lang="en-US" sz="1800" dirty="0" smtClean="0">
                <a:solidFill>
                  <a:schemeClr val="tx1"/>
                </a:solidFill>
                <a:latin typeface="Times New Roman" panose="02020603050405020304" pitchFamily="18" charset="0"/>
                <a:cs typeface="Times New Roman" panose="02020603050405020304" pitchFamily="18" charset="0"/>
              </a:rPr>
              <a:t>Estimated signal</a:t>
            </a:r>
          </a:p>
          <a:p>
            <a:pPr marL="400050" indent="-400050">
              <a:buClrTx/>
              <a:buFont typeface="Wingdings" panose="05000000000000000000" pitchFamily="2" charset="2"/>
              <a:buChar char="q"/>
            </a:pPr>
            <a:endParaRPr lang="en-US" sz="1800" dirty="0">
              <a:solidFill>
                <a:schemeClr val="tx1"/>
              </a:solidFill>
              <a:latin typeface="Times New Roman" panose="02020603050405020304" pitchFamily="18" charset="0"/>
              <a:cs typeface="Times New Roman" panose="02020603050405020304" pitchFamily="18" charset="0"/>
            </a:endParaRPr>
          </a:p>
          <a:p>
            <a:pPr marL="400050" indent="-400050">
              <a:buClrTx/>
              <a:buFont typeface="Wingdings" panose="05000000000000000000" pitchFamily="2" charset="2"/>
              <a:buChar char="q"/>
            </a:pPr>
            <a:endParaRPr lang="en-US" sz="1800" dirty="0" smtClean="0">
              <a:solidFill>
                <a:schemeClr val="tx1"/>
              </a:solidFill>
              <a:latin typeface="Times New Roman" panose="02020603050405020304" pitchFamily="18" charset="0"/>
              <a:cs typeface="Times New Roman" panose="02020603050405020304" pitchFamily="18" charset="0"/>
            </a:endParaRPr>
          </a:p>
          <a:p>
            <a:pPr marL="400050" indent="-400050">
              <a:buClrTx/>
              <a:buFont typeface="Wingdings" panose="05000000000000000000" pitchFamily="2" charset="2"/>
              <a:buChar char="q"/>
            </a:pPr>
            <a:r>
              <a:rPr lang="en-US" sz="1800" dirty="0" smtClean="0">
                <a:solidFill>
                  <a:schemeClr val="tx1"/>
                </a:solidFill>
                <a:latin typeface="Times New Roman" panose="02020603050405020304" pitchFamily="18" charset="0"/>
                <a:cs typeface="Times New Roman" panose="02020603050405020304" pitchFamily="18" charset="0"/>
              </a:rPr>
              <a:t>Where,                                              is </a:t>
            </a:r>
            <a:r>
              <a:rPr lang="en-US" sz="1800" dirty="0">
                <a:solidFill>
                  <a:schemeClr val="tx1"/>
                </a:solidFill>
                <a:latin typeface="Times New Roman" panose="02020603050405020304" pitchFamily="18" charset="0"/>
                <a:cs typeface="Times New Roman" panose="02020603050405020304" pitchFamily="18" charset="0"/>
              </a:rPr>
              <a:t>a </a:t>
            </a:r>
            <a:r>
              <a:rPr lang="en-US" sz="1800" dirty="0" smtClean="0">
                <a:solidFill>
                  <a:schemeClr val="tx1"/>
                </a:solidFill>
                <a:latin typeface="Times New Roman" panose="02020603050405020304" pitchFamily="18" charset="0"/>
                <a:cs typeface="Times New Roman" panose="02020603050405020304" pitchFamily="18" charset="0"/>
              </a:rPr>
              <a:t>pseudo–inverse.</a:t>
            </a:r>
          </a:p>
          <a:p>
            <a:pPr marL="400050" indent="-400050">
              <a:buClrTx/>
              <a:buFont typeface="Wingdings" panose="05000000000000000000" pitchFamily="2" charset="2"/>
              <a:buChar char="q"/>
            </a:pPr>
            <a:r>
              <a:rPr lang="en-US" sz="1800" dirty="0" smtClean="0">
                <a:solidFill>
                  <a:schemeClr val="tx1"/>
                </a:solidFill>
                <a:latin typeface="Times New Roman" panose="02020603050405020304" pitchFamily="18" charset="0"/>
                <a:cs typeface="Times New Roman" panose="02020603050405020304" pitchFamily="18" charset="0"/>
              </a:rPr>
              <a:t>Significantly </a:t>
            </a:r>
            <a:r>
              <a:rPr lang="en-US" sz="1800" dirty="0">
                <a:solidFill>
                  <a:schemeClr val="tx1"/>
                </a:solidFill>
                <a:latin typeface="Times New Roman" panose="02020603050405020304" pitchFamily="18" charset="0"/>
                <a:cs typeface="Times New Roman" panose="02020603050405020304" pitchFamily="18" charset="0"/>
              </a:rPr>
              <a:t>reduced receiver </a:t>
            </a:r>
            <a:r>
              <a:rPr lang="en-US" sz="1800" dirty="0" smtClean="0">
                <a:solidFill>
                  <a:schemeClr val="tx1"/>
                </a:solidFill>
                <a:latin typeface="Times New Roman" panose="02020603050405020304" pitchFamily="18" charset="0"/>
                <a:cs typeface="Times New Roman" panose="02020603050405020304" pitchFamily="18" charset="0"/>
              </a:rPr>
              <a:t>complexity. </a:t>
            </a:r>
          </a:p>
          <a:p>
            <a:pPr marL="400050" indent="-400050">
              <a:buClrTx/>
              <a:buFont typeface="Wingdings" panose="05000000000000000000" pitchFamily="2" charset="2"/>
              <a:buChar char="q"/>
            </a:pPr>
            <a:r>
              <a:rPr lang="en-US" sz="1800" dirty="0" smtClean="0">
                <a:solidFill>
                  <a:schemeClr val="tx1"/>
                </a:solidFill>
                <a:latin typeface="Times New Roman" panose="02020603050405020304" pitchFamily="18" charset="0"/>
                <a:cs typeface="Times New Roman" panose="02020603050405020304" pitchFamily="18" charset="0"/>
              </a:rPr>
              <a:t>Noise </a:t>
            </a:r>
            <a:r>
              <a:rPr lang="en-US" sz="1800" dirty="0">
                <a:solidFill>
                  <a:schemeClr val="tx1"/>
                </a:solidFill>
                <a:latin typeface="Times New Roman" panose="02020603050405020304" pitchFamily="18" charset="0"/>
                <a:cs typeface="Times New Roman" panose="02020603050405020304" pitchFamily="18" charset="0"/>
              </a:rPr>
              <a:t>enhancement </a:t>
            </a:r>
            <a:r>
              <a:rPr lang="en-US" sz="1800" dirty="0" smtClean="0">
                <a:solidFill>
                  <a:schemeClr val="tx1"/>
                </a:solidFill>
                <a:latin typeface="Times New Roman" panose="02020603050405020304" pitchFamily="18" charset="0"/>
                <a:cs typeface="Times New Roman" panose="02020603050405020304" pitchFamily="18" charset="0"/>
              </a:rPr>
              <a:t>problem.</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85</a:t>
            </a:fld>
            <a:endParaRPr lang="en-US" dirty="0"/>
          </a:p>
        </p:txBody>
      </p:sp>
      <p:graphicFrame>
        <p:nvGraphicFramePr>
          <p:cNvPr id="9" name="Content Placeholder 5"/>
          <p:cNvGraphicFramePr>
            <a:graphicFrameLocks noChangeAspect="1"/>
          </p:cNvGraphicFramePr>
          <p:nvPr>
            <p:extLst>
              <p:ext uri="{D42A27DB-BD31-4B8C-83A1-F6EECF244321}">
                <p14:modId xmlns:p14="http://schemas.microsoft.com/office/powerpoint/2010/main" xmlns="" val="1779592605"/>
              </p:ext>
            </p:extLst>
          </p:nvPr>
        </p:nvGraphicFramePr>
        <p:xfrm>
          <a:off x="2530475" y="3048001"/>
          <a:ext cx="1579563" cy="533400"/>
        </p:xfrm>
        <a:graphic>
          <a:graphicData uri="http://schemas.openxmlformats.org/presentationml/2006/ole">
            <p:oleObj spid="_x0000_s9658" name="Equation" r:id="rId3" imgW="520700" imgH="228600" progId="Equation.DSMT4">
              <p:embed/>
            </p:oleObj>
          </a:graphicData>
        </a:graphic>
      </p:graphicFrame>
      <p:graphicFrame>
        <p:nvGraphicFramePr>
          <p:cNvPr id="10" name="Content Placeholder 5"/>
          <p:cNvGraphicFramePr>
            <a:graphicFrameLocks noChangeAspect="1"/>
          </p:cNvGraphicFramePr>
          <p:nvPr>
            <p:extLst>
              <p:ext uri="{D42A27DB-BD31-4B8C-83A1-F6EECF244321}">
                <p14:modId xmlns:p14="http://schemas.microsoft.com/office/powerpoint/2010/main" xmlns="" val="2267669193"/>
              </p:ext>
            </p:extLst>
          </p:nvPr>
        </p:nvGraphicFramePr>
        <p:xfrm>
          <a:off x="1956593" y="3879378"/>
          <a:ext cx="2487613" cy="415134"/>
        </p:xfrm>
        <a:graphic>
          <a:graphicData uri="http://schemas.openxmlformats.org/presentationml/2006/ole">
            <p:oleObj spid="_x0000_s9659" name="Equation" r:id="rId4" imgW="1079032" imgH="253890" progId="Equation.DSMT4">
              <p:embed/>
            </p:oleObj>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xmlns="" val="4172189276"/>
              </p:ext>
            </p:extLst>
          </p:nvPr>
        </p:nvGraphicFramePr>
        <p:xfrm>
          <a:off x="2854790" y="2189714"/>
          <a:ext cx="1295611" cy="383885"/>
        </p:xfrm>
        <a:graphic>
          <a:graphicData uri="http://schemas.openxmlformats.org/presentationml/2006/ole">
            <p:oleObj spid="_x0000_s9660" name="Equation" r:id="rId5" imgW="685800" imgH="203200" progId="Equation.DSMT4">
              <p:embed/>
            </p:oleObj>
          </a:graphicData>
        </a:graphic>
      </p:graphicFrame>
      <p:sp>
        <p:nvSpPr>
          <p:cNvPr id="16" name="TextBox 1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
        <p:nvSpPr>
          <p:cNvPr id="17" name="Rectangle 16">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8" name="Rectangle 17">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9" name="Round Same Side Corner Rectangle 18">
            <a:extLst>
              <a:ext uri="{FF2B5EF4-FFF2-40B4-BE49-F238E27FC236}">
                <a16:creationId xmlns="" xmlns:a16="http://schemas.microsoft.com/office/drawing/2014/main" id="{DCFE27E6-0514-4193-ADC9-50A542715314}"/>
              </a:ext>
            </a:extLst>
          </p:cNvPr>
          <p:cNvSpPr/>
          <p:nvPr/>
        </p:nvSpPr>
        <p:spPr>
          <a:xfrm>
            <a:off x="0" y="0"/>
            <a:ext cx="32004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600" b="1" dirty="0" smtClean="0">
                <a:latin typeface="Times New Roman" pitchFamily="18" charset="0"/>
                <a:cs typeface="Times New Roman" pitchFamily="18" charset="0"/>
              </a:rPr>
              <a:t>WIRELESS COMMUNICATION</a:t>
            </a:r>
            <a:endParaRPr lang="en-US" sz="1600" b="1" dirty="0">
              <a:latin typeface="Times New Roman" pitchFamily="18" charset="0"/>
              <a:cs typeface="Times New Roman" pitchFamily="18" charset="0"/>
            </a:endParaRPr>
          </a:p>
        </p:txBody>
      </p:sp>
      <p:pic>
        <p:nvPicPr>
          <p:cNvPr id="13" name="Picture 12" descr="C:\Users\Subhasis\Desktop\logo nit.png">
            <a:extLst>
              <a:ext uri="{FF2B5EF4-FFF2-40B4-BE49-F238E27FC236}">
                <a16:creationId xmlns="" xmlns:a16="http://schemas.microsoft.com/office/drawing/2014/main" id="{2961F01F-4C3E-4631-B88B-04A88CCA29A6}"/>
              </a:ext>
            </a:extLst>
          </p:cNvPr>
          <p:cNvPicPr/>
          <p:nvPr/>
        </p:nvPicPr>
        <p:blipFill>
          <a:blip r:embed="rId6"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4032497931"/>
      </p:ext>
    </p:extLst>
  </p:cSld>
  <p:clrMapOvr>
    <a:masterClrMapping/>
  </p:clrMapOvr>
  <p:transition>
    <p:pull dir="d"/>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00"/>
            <a:ext cx="7543800" cy="1450757"/>
          </a:xfrm>
        </p:spPr>
        <p:txBody>
          <a:bodyPr>
            <a:normAutofit/>
          </a:bodyPr>
          <a:lstStyle/>
          <a:p>
            <a:r>
              <a:rPr lang="en-US" sz="4400" dirty="0">
                <a:solidFill>
                  <a:schemeClr val="tx1"/>
                </a:solidFill>
                <a:latin typeface="Calibri" panose="020F0502020204030204" pitchFamily="34" charset="0"/>
              </a:rPr>
              <a:t>Minimum mean–square error (MMSE) Receiver</a:t>
            </a:r>
          </a:p>
        </p:txBody>
      </p:sp>
      <p:sp>
        <p:nvSpPr>
          <p:cNvPr id="3" name="Content Placeholder 2"/>
          <p:cNvSpPr>
            <a:spLocks noGrp="1"/>
          </p:cNvSpPr>
          <p:nvPr>
            <p:ph idx="1"/>
          </p:nvPr>
        </p:nvSpPr>
        <p:spPr/>
        <p:txBody>
          <a:bodyPr/>
          <a:lstStyle/>
          <a:p>
            <a:pPr marL="400050" indent="-400050">
              <a:buClrTx/>
              <a:buFont typeface="Wingdings" panose="05000000000000000000" pitchFamily="2" charset="2"/>
              <a:buChar char="q"/>
            </a:pPr>
            <a:r>
              <a:rPr lang="en-US" sz="1800" dirty="0">
                <a:solidFill>
                  <a:schemeClr val="tx1"/>
                </a:solidFill>
                <a:cs typeface="Times New Roman" panose="02020603050405020304" pitchFamily="18" charset="0"/>
              </a:rPr>
              <a:t>Received Signal</a:t>
            </a:r>
          </a:p>
          <a:p>
            <a:pPr marL="400050" indent="-400050">
              <a:buClrTx/>
              <a:buFont typeface="Wingdings" panose="05000000000000000000" pitchFamily="2" charset="2"/>
              <a:buChar char="q"/>
            </a:pPr>
            <a:endParaRPr lang="en-US" sz="1800" dirty="0">
              <a:solidFill>
                <a:schemeClr val="tx1"/>
              </a:solidFill>
              <a:cs typeface="Times New Roman" panose="02020603050405020304" pitchFamily="18" charset="0"/>
            </a:endParaRPr>
          </a:p>
          <a:p>
            <a:pPr marL="400050" indent="-400050">
              <a:buClrTx/>
              <a:buFont typeface="Wingdings" panose="05000000000000000000" pitchFamily="2" charset="2"/>
              <a:buChar char="q"/>
            </a:pPr>
            <a:r>
              <a:rPr lang="en-US" sz="1800" dirty="0">
                <a:solidFill>
                  <a:schemeClr val="tx1"/>
                </a:solidFill>
                <a:cs typeface="Times New Roman" panose="02020603050405020304" pitchFamily="18" charset="0"/>
              </a:rPr>
              <a:t>Estimated </a:t>
            </a:r>
            <a:r>
              <a:rPr lang="en-US" sz="1800" dirty="0" smtClean="0">
                <a:solidFill>
                  <a:schemeClr val="tx1"/>
                </a:solidFill>
                <a:cs typeface="Times New Roman" panose="02020603050405020304" pitchFamily="18" charset="0"/>
              </a:rPr>
              <a:t>signal</a:t>
            </a:r>
          </a:p>
          <a:p>
            <a:pPr marL="400050" indent="-400050">
              <a:buClrTx/>
              <a:buFont typeface="Wingdings" panose="05000000000000000000" pitchFamily="2" charset="2"/>
              <a:buChar char="q"/>
            </a:pPr>
            <a:endParaRPr lang="en-US" sz="1800" dirty="0">
              <a:solidFill>
                <a:schemeClr val="tx1"/>
              </a:solidFill>
              <a:latin typeface="Times New Roman" panose="02020603050405020304" pitchFamily="18" charset="0"/>
              <a:cs typeface="Times New Roman" panose="02020603050405020304" pitchFamily="18" charset="0"/>
            </a:endParaRPr>
          </a:p>
          <a:p>
            <a:pPr marL="400050" indent="-400050">
              <a:buClrTx/>
              <a:buFont typeface="Wingdings" panose="05000000000000000000" pitchFamily="2" charset="2"/>
              <a:buChar char="q"/>
            </a:pPr>
            <a:endParaRPr lang="en-US" sz="1800" dirty="0" smtClean="0">
              <a:solidFill>
                <a:schemeClr val="tx1"/>
              </a:solidFill>
              <a:latin typeface="Times New Roman" panose="02020603050405020304" pitchFamily="18" charset="0"/>
              <a:cs typeface="Times New Roman" panose="02020603050405020304" pitchFamily="18" charset="0"/>
            </a:endParaRPr>
          </a:p>
          <a:p>
            <a:pPr marL="400050" indent="-400050">
              <a:buClrTx/>
              <a:buFont typeface="Wingdings" panose="05000000000000000000" pitchFamily="2" charset="2"/>
              <a:buChar char="q"/>
            </a:pPr>
            <a:r>
              <a:rPr lang="en-US" sz="1800" dirty="0" smtClean="0">
                <a:solidFill>
                  <a:schemeClr val="tx1"/>
                </a:solidFill>
                <a:cs typeface="Times New Roman" panose="02020603050405020304" pitchFamily="18" charset="0"/>
              </a:rPr>
              <a:t>Minimizes </a:t>
            </a:r>
            <a:r>
              <a:rPr lang="en-US" sz="1800" dirty="0">
                <a:solidFill>
                  <a:schemeClr val="tx1"/>
                </a:solidFill>
                <a:cs typeface="Times New Roman" panose="02020603050405020304" pitchFamily="18" charset="0"/>
              </a:rPr>
              <a:t>the overall error due to noise and mutual </a:t>
            </a:r>
            <a:r>
              <a:rPr lang="en-US" sz="1800" dirty="0" smtClean="0">
                <a:solidFill>
                  <a:schemeClr val="tx1"/>
                </a:solidFill>
                <a:cs typeface="Times New Roman" panose="02020603050405020304" pitchFamily="18" charset="0"/>
              </a:rPr>
              <a:t>interference.</a:t>
            </a:r>
          </a:p>
          <a:p>
            <a:pPr marL="400050" indent="-400050">
              <a:buClrTx/>
              <a:buFont typeface="Wingdings" panose="05000000000000000000" pitchFamily="2" charset="2"/>
              <a:buChar char="q"/>
            </a:pPr>
            <a:r>
              <a:rPr lang="en-US" sz="1800" dirty="0" smtClean="0">
                <a:solidFill>
                  <a:schemeClr val="tx1"/>
                </a:solidFill>
                <a:cs typeface="Times New Roman" panose="02020603050405020304" pitchFamily="18" charset="0"/>
              </a:rPr>
              <a:t>Equivalent </a:t>
            </a:r>
            <a:r>
              <a:rPr lang="en-US" sz="1800" dirty="0">
                <a:solidFill>
                  <a:schemeClr val="tx1"/>
                </a:solidFill>
                <a:cs typeface="Times New Roman" panose="02020603050405020304" pitchFamily="18" charset="0"/>
              </a:rPr>
              <a:t>to the zero–forcing receiver at high </a:t>
            </a:r>
            <a:r>
              <a:rPr lang="en-US" sz="1800" dirty="0" smtClean="0">
                <a:solidFill>
                  <a:schemeClr val="tx1"/>
                </a:solidFill>
                <a:cs typeface="Times New Roman" panose="02020603050405020304" pitchFamily="18" charset="0"/>
              </a:rPr>
              <a:t>SNR.</a:t>
            </a:r>
          </a:p>
          <a:p>
            <a:pPr marL="400050" indent="-400050">
              <a:buClrTx/>
              <a:buFont typeface="Wingdings" panose="05000000000000000000" pitchFamily="2" charset="2"/>
              <a:buChar char="q"/>
            </a:pPr>
            <a:r>
              <a:rPr lang="en-US" sz="1800" dirty="0" smtClean="0">
                <a:solidFill>
                  <a:schemeClr val="tx1"/>
                </a:solidFill>
                <a:cs typeface="Times New Roman" panose="02020603050405020304" pitchFamily="18" charset="0"/>
              </a:rPr>
              <a:t>Simplifies to matched filter receiver at low SNR.</a:t>
            </a:r>
          </a:p>
          <a:p>
            <a:pPr marL="400050" indent="-400050">
              <a:buClrTx/>
              <a:buFont typeface="Wingdings" panose="05000000000000000000" pitchFamily="2" charset="2"/>
              <a:buChar char="q"/>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14"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86</a:t>
            </a:fld>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xmlns="" val="314485294"/>
              </p:ext>
            </p:extLst>
          </p:nvPr>
        </p:nvGraphicFramePr>
        <p:xfrm>
          <a:off x="2667000" y="2205623"/>
          <a:ext cx="1295611" cy="383885"/>
        </p:xfrm>
        <a:graphic>
          <a:graphicData uri="http://schemas.openxmlformats.org/presentationml/2006/ole">
            <p:oleObj spid="_x0000_s10539" name="Equation" r:id="rId3" imgW="685800" imgH="203200" progId="Equation.DSMT4">
              <p:embed/>
            </p:oleObj>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xmlns="" val="361929386"/>
              </p:ext>
            </p:extLst>
          </p:nvPr>
        </p:nvGraphicFramePr>
        <p:xfrm>
          <a:off x="2165350" y="3211513"/>
          <a:ext cx="3167063" cy="455612"/>
        </p:xfrm>
        <a:graphic>
          <a:graphicData uri="http://schemas.openxmlformats.org/presentationml/2006/ole">
            <p:oleObj spid="_x0000_s10540" name="Equation" r:id="rId4" imgW="1676400" imgH="241300" progId="Equation.DSMT4">
              <p:embed/>
            </p:oleObj>
          </a:graphicData>
        </a:graphic>
      </p:graphicFrame>
      <p:sp>
        <p:nvSpPr>
          <p:cNvPr id="8" name="TextBox 7">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
        <p:nvSpPr>
          <p:cNvPr id="10" name="Rectangle 9">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1" name="Rectangle 10">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2" name="Round Same Side Corner Rectangle 11">
            <a:extLst>
              <a:ext uri="{FF2B5EF4-FFF2-40B4-BE49-F238E27FC236}">
                <a16:creationId xmlns="" xmlns:a16="http://schemas.microsoft.com/office/drawing/2014/main" id="{DCFE27E6-0514-4193-ADC9-50A542715314}"/>
              </a:ext>
            </a:extLst>
          </p:cNvPr>
          <p:cNvSpPr/>
          <p:nvPr/>
        </p:nvSpPr>
        <p:spPr>
          <a:xfrm>
            <a:off x="0" y="0"/>
            <a:ext cx="32004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600" b="1" dirty="0" smtClean="0">
                <a:latin typeface="Times New Roman" pitchFamily="18" charset="0"/>
                <a:cs typeface="Times New Roman" pitchFamily="18" charset="0"/>
              </a:rPr>
              <a:t>WIRELESS COMMUNICATION</a:t>
            </a:r>
            <a:endParaRPr lang="en-US" sz="1600" b="1" dirty="0">
              <a:latin typeface="Times New Roman" pitchFamily="18" charset="0"/>
              <a:cs typeface="Times New Roman" pitchFamily="18" charset="0"/>
            </a:endParaRPr>
          </a:p>
        </p:txBody>
      </p:sp>
      <p:pic>
        <p:nvPicPr>
          <p:cNvPr id="13" name="Picture 12" descr="C:\Users\Subhasis\Desktop\logo nit.png">
            <a:extLst>
              <a:ext uri="{FF2B5EF4-FFF2-40B4-BE49-F238E27FC236}">
                <a16:creationId xmlns="" xmlns:a16="http://schemas.microsoft.com/office/drawing/2014/main" id="{2961F01F-4C3E-4631-B88B-04A88CCA29A6}"/>
              </a:ext>
            </a:extLst>
          </p:cNvPr>
          <p:cNvPicPr/>
          <p:nvPr/>
        </p:nvPicPr>
        <p:blipFill>
          <a:blip r:embed="rId5"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1326445753"/>
      </p:ext>
    </p:extLst>
  </p:cSld>
  <p:clrMapOvr>
    <a:masterClrMapping/>
  </p:clrMapOvr>
  <p:transition>
    <p:pull dir="d"/>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solidFill>
                  <a:schemeClr val="tx1"/>
                </a:solidFill>
                <a:latin typeface="Calibri" panose="020F0502020204030204" pitchFamily="34" charset="0"/>
              </a:rPr>
              <a:t>V–BLAST/ successive </a:t>
            </a:r>
            <a:r>
              <a:rPr lang="en-US" sz="4400" dirty="0">
                <a:solidFill>
                  <a:schemeClr val="tx1"/>
                </a:solidFill>
                <a:latin typeface="Calibri" panose="020F0502020204030204" pitchFamily="34" charset="0"/>
              </a:rPr>
              <a:t>interference </a:t>
            </a:r>
            <a:r>
              <a:rPr lang="en-US" sz="4400" dirty="0" smtClean="0">
                <a:solidFill>
                  <a:schemeClr val="tx1"/>
                </a:solidFill>
                <a:latin typeface="Calibri" panose="020F0502020204030204" pitchFamily="34" charset="0"/>
              </a:rPr>
              <a:t>cancellation </a:t>
            </a:r>
            <a:endParaRPr lang="en-US" sz="4400" dirty="0">
              <a:solidFill>
                <a:schemeClr val="tx1"/>
              </a:solidFill>
              <a:latin typeface="Calibri" panose="020F0502020204030204" pitchFamily="34" charset="0"/>
            </a:endParaRPr>
          </a:p>
        </p:txBody>
      </p:sp>
      <p:sp>
        <p:nvSpPr>
          <p:cNvPr id="3" name="Content Placeholder 2"/>
          <p:cNvSpPr>
            <a:spLocks noGrp="1"/>
          </p:cNvSpPr>
          <p:nvPr>
            <p:ph idx="1"/>
          </p:nvPr>
        </p:nvSpPr>
        <p:spPr>
          <a:xfrm>
            <a:off x="822960" y="1845734"/>
            <a:ext cx="7406640" cy="4402666"/>
          </a:xfrm>
        </p:spPr>
        <p:txBody>
          <a:bodyPr>
            <a:normAutofit/>
          </a:bodyPr>
          <a:lstStyle/>
          <a:p>
            <a:pPr marL="400050" indent="-400050">
              <a:buClrTx/>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Received Signal</a:t>
            </a:r>
          </a:p>
          <a:p>
            <a:pPr marL="400050" indent="-400050">
              <a:buClrTx/>
              <a:buFont typeface="Wingdings" panose="05000000000000000000" pitchFamily="2" charset="2"/>
              <a:buChar char="q"/>
            </a:pPr>
            <a:endParaRPr lang="en-US" sz="1800" dirty="0">
              <a:solidFill>
                <a:schemeClr val="tx1"/>
              </a:solidFill>
              <a:latin typeface="Times New Roman" panose="02020603050405020304" pitchFamily="18" charset="0"/>
              <a:cs typeface="Times New Roman" panose="02020603050405020304" pitchFamily="18" charset="0"/>
            </a:endParaRPr>
          </a:p>
          <a:p>
            <a:pPr marL="400050" indent="-400050">
              <a:buClrTx/>
              <a:buFont typeface="Wingdings" panose="05000000000000000000" pitchFamily="2" charset="2"/>
              <a:buChar char="q"/>
            </a:pPr>
            <a:r>
              <a:rPr lang="en-US" sz="1800" dirty="0">
                <a:solidFill>
                  <a:schemeClr val="tx1"/>
                </a:solidFill>
                <a:latin typeface="Times New Roman" panose="02020603050405020304" pitchFamily="18" charset="0"/>
                <a:cs typeface="Times New Roman" panose="02020603050405020304" pitchFamily="18" charset="0"/>
              </a:rPr>
              <a:t>Estimated </a:t>
            </a:r>
            <a:r>
              <a:rPr lang="en-US" sz="1800" dirty="0" smtClean="0">
                <a:solidFill>
                  <a:schemeClr val="tx1"/>
                </a:solidFill>
                <a:latin typeface="Times New Roman" panose="02020603050405020304" pitchFamily="18" charset="0"/>
                <a:cs typeface="Times New Roman" panose="02020603050405020304" pitchFamily="18" charset="0"/>
              </a:rPr>
              <a:t>signal</a:t>
            </a:r>
          </a:p>
          <a:p>
            <a:pPr marL="0" indent="0">
              <a:buNone/>
            </a:pPr>
            <a:r>
              <a:rPr lang="en-US" sz="1800" dirty="0" smtClean="0">
                <a:solidFill>
                  <a:schemeClr val="tx1"/>
                </a:solidFill>
                <a:latin typeface="Times New Roman" panose="02020603050405020304" pitchFamily="18" charset="0"/>
                <a:cs typeface="Times New Roman" panose="02020603050405020304" pitchFamily="18" charset="0"/>
              </a:rPr>
              <a:t>                                       </a:t>
            </a:r>
          </a:p>
          <a:p>
            <a:pPr marL="0" indent="0">
              <a:buNone/>
            </a:pPr>
            <a:r>
              <a:rPr lang="en-US" sz="1800" dirty="0" smtClean="0">
                <a:solidFill>
                  <a:schemeClr val="tx1"/>
                </a:solidFill>
                <a:latin typeface="Times New Roman" panose="02020603050405020304" pitchFamily="18" charset="0"/>
                <a:cs typeface="Times New Roman" panose="02020603050405020304" pitchFamily="18" charset="0"/>
              </a:rPr>
              <a:t>                                                               (interference cancellation)</a:t>
            </a:r>
          </a:p>
          <a:p>
            <a:pPr marL="0" indent="0">
              <a:buNone/>
            </a:pPr>
            <a:r>
              <a:rPr lang="en-US" sz="1800" dirty="0" smtClean="0">
                <a:solidFill>
                  <a:schemeClr val="tx1"/>
                </a:solidFill>
                <a:latin typeface="Times New Roman" panose="02020603050405020304" pitchFamily="18" charset="0"/>
                <a:cs typeface="Times New Roman" panose="02020603050405020304" pitchFamily="18" charset="0"/>
              </a:rPr>
              <a:t>                                                               etc…</a:t>
            </a:r>
          </a:p>
          <a:p>
            <a:pPr marL="400050" indent="-400050">
              <a:buClrTx/>
              <a:buFont typeface="Wingdings" panose="05000000000000000000" pitchFamily="2" charset="2"/>
              <a:buChar char="q"/>
            </a:pPr>
            <a:r>
              <a:rPr lang="en-US" sz="1800" dirty="0" smtClean="0">
                <a:solidFill>
                  <a:schemeClr val="tx1"/>
                </a:solidFill>
                <a:latin typeface="Times New Roman" panose="02020603050405020304" pitchFamily="18" charset="0"/>
                <a:cs typeface="Times New Roman" panose="02020603050405020304" pitchFamily="18" charset="0"/>
              </a:rPr>
              <a:t>Q is a quantization matrix, satisfying</a:t>
            </a:r>
            <a:endParaRPr lang="en-US" sz="1800" dirty="0">
              <a:solidFill>
                <a:schemeClr val="tx1"/>
              </a:solidFill>
              <a:latin typeface="Times New Roman" panose="02020603050405020304" pitchFamily="18" charset="0"/>
              <a:cs typeface="Times New Roman" panose="02020603050405020304" pitchFamily="18" charset="0"/>
            </a:endParaRPr>
          </a:p>
          <a:p>
            <a:endParaRPr lang="en-US" dirty="0"/>
          </a:p>
        </p:txBody>
      </p:sp>
      <p:sp>
        <p:nvSpPr>
          <p:cNvPr id="17"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87</a:t>
            </a:fld>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xmlns="" val="231179380"/>
              </p:ext>
            </p:extLst>
          </p:nvPr>
        </p:nvGraphicFramePr>
        <p:xfrm>
          <a:off x="2667000" y="2205623"/>
          <a:ext cx="1295611" cy="383885"/>
        </p:xfrm>
        <a:graphic>
          <a:graphicData uri="http://schemas.openxmlformats.org/presentationml/2006/ole">
            <p:oleObj spid="_x0000_s11997" name="Equation" r:id="rId3" imgW="685800" imgH="203200" progId="Equation.DSMT4">
              <p:embed/>
            </p:oleObj>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xmlns="" val="248027649"/>
              </p:ext>
            </p:extLst>
          </p:nvPr>
        </p:nvGraphicFramePr>
        <p:xfrm>
          <a:off x="3097773" y="3072057"/>
          <a:ext cx="984250" cy="455612"/>
        </p:xfrm>
        <a:graphic>
          <a:graphicData uri="http://schemas.openxmlformats.org/presentationml/2006/ole">
            <p:oleObj spid="_x0000_s11998" name="Equation" r:id="rId4" imgW="520474" imgH="241195" progId="Equation.DSMT4">
              <p:embed/>
            </p:oleObj>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xmlns="" val="4071471723"/>
              </p:ext>
            </p:extLst>
          </p:nvPr>
        </p:nvGraphicFramePr>
        <p:xfrm>
          <a:off x="2989263" y="3465669"/>
          <a:ext cx="1439862" cy="431800"/>
        </p:xfrm>
        <a:graphic>
          <a:graphicData uri="http://schemas.openxmlformats.org/presentationml/2006/ole">
            <p:oleObj spid="_x0000_s11999" name="Equation" r:id="rId5" imgW="761669" imgH="228501" progId="Equation.DSMT4">
              <p:embed/>
            </p:oleObj>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xmlns="" val="1922552721"/>
              </p:ext>
            </p:extLst>
          </p:nvPr>
        </p:nvGraphicFramePr>
        <p:xfrm>
          <a:off x="3157537" y="3835468"/>
          <a:ext cx="1103313" cy="455613"/>
        </p:xfrm>
        <a:graphic>
          <a:graphicData uri="http://schemas.openxmlformats.org/presentationml/2006/ole">
            <p:oleObj spid="_x0000_s12000" name="Equation" r:id="rId6" imgW="583947" imgH="241195" progId="Equation.DSMT4">
              <p:embed/>
            </p:oleObj>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xmlns="" val="4092443832"/>
              </p:ext>
            </p:extLst>
          </p:nvPr>
        </p:nvGraphicFramePr>
        <p:xfrm>
          <a:off x="3178175" y="4887913"/>
          <a:ext cx="2308225" cy="598487"/>
        </p:xfrm>
        <a:graphic>
          <a:graphicData uri="http://schemas.openxmlformats.org/presentationml/2006/ole">
            <p:oleObj spid="_x0000_s12001" name="Equation" r:id="rId7" imgW="825500" imgH="292100" progId="Equation.DSMT4">
              <p:embed/>
            </p:oleObj>
          </a:graphicData>
        </a:graphic>
      </p:graphicFrame>
      <p:sp>
        <p:nvSpPr>
          <p:cNvPr id="12" name="TextBox 11">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
        <p:nvSpPr>
          <p:cNvPr id="13" name="Rectangle 12">
            <a:extLst>
              <a:ext uri="{FF2B5EF4-FFF2-40B4-BE49-F238E27FC236}">
                <a16:creationId xmlns="" xmlns:a16="http://schemas.microsoft.com/office/drawing/2014/main" id="{FD505793-02A9-4CBC-80B6-9172C1C54221}"/>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4" name="Rectangle 13">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5" name="Round Same Side Corner Rectangle 14">
            <a:extLst>
              <a:ext uri="{FF2B5EF4-FFF2-40B4-BE49-F238E27FC236}">
                <a16:creationId xmlns="" xmlns:a16="http://schemas.microsoft.com/office/drawing/2014/main" id="{DCFE27E6-0514-4193-ADC9-50A542715314}"/>
              </a:ext>
            </a:extLst>
          </p:cNvPr>
          <p:cNvSpPr/>
          <p:nvPr/>
        </p:nvSpPr>
        <p:spPr>
          <a:xfrm>
            <a:off x="0" y="0"/>
            <a:ext cx="32004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600" b="1" dirty="0" smtClean="0">
                <a:latin typeface="Times New Roman" pitchFamily="18" charset="0"/>
                <a:cs typeface="Times New Roman" pitchFamily="18" charset="0"/>
              </a:rPr>
              <a:t>WIRELESS COMMUNICATION</a:t>
            </a:r>
            <a:endParaRPr lang="en-US" sz="1600" b="1" dirty="0">
              <a:latin typeface="Times New Roman" pitchFamily="18" charset="0"/>
              <a:cs typeface="Times New Roman" pitchFamily="18" charset="0"/>
            </a:endParaRPr>
          </a:p>
        </p:txBody>
      </p:sp>
      <p:pic>
        <p:nvPicPr>
          <p:cNvPr id="16" name="Picture 15" descr="C:\Users\Subhasis\Desktop\logo nit.png">
            <a:extLst>
              <a:ext uri="{FF2B5EF4-FFF2-40B4-BE49-F238E27FC236}">
                <a16:creationId xmlns="" xmlns:a16="http://schemas.microsoft.com/office/drawing/2014/main" id="{2961F01F-4C3E-4631-B88B-04A88CCA29A6}"/>
              </a:ext>
            </a:extLst>
          </p:cNvPr>
          <p:cNvPicPr/>
          <p:nvPr/>
        </p:nvPicPr>
        <p:blipFill>
          <a:blip r:embed="rId8"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339322552"/>
      </p:ext>
    </p:extLst>
  </p:cSld>
  <p:clrMapOvr>
    <a:masterClrMapping/>
  </p:clrMapOvr>
  <p:transition>
    <p:pull dir="d"/>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solidFill>
                  <a:schemeClr val="tx1"/>
                </a:solidFill>
                <a:latin typeface="Calibri" panose="020F0502020204030204" pitchFamily="34" charset="0"/>
                <a:cs typeface="Calibri" panose="020F0502020204030204" pitchFamily="34" charset="0"/>
              </a:rPr>
              <a:t>References</a:t>
            </a:r>
            <a:endParaRPr lang="en-US" sz="4400" dirty="0">
              <a:solidFill>
                <a:schemeClr val="tx1"/>
              </a:solidFill>
            </a:endParaRPr>
          </a:p>
        </p:txBody>
      </p:sp>
      <p:sp>
        <p:nvSpPr>
          <p:cNvPr id="3" name="Content Placeholder 2"/>
          <p:cNvSpPr>
            <a:spLocks noGrp="1"/>
          </p:cNvSpPr>
          <p:nvPr>
            <p:ph idx="1"/>
          </p:nvPr>
        </p:nvSpPr>
        <p:spPr>
          <a:xfrm>
            <a:off x="556846" y="1878391"/>
            <a:ext cx="7875963" cy="4505280"/>
          </a:xfrm>
        </p:spPr>
        <p:txBody>
          <a:bodyPr>
            <a:normAutofit/>
          </a:bodyPr>
          <a:lstStyle/>
          <a:p>
            <a:pPr marL="342900" indent="-342900" algn="just">
              <a:buClr>
                <a:schemeClr val="accent1">
                  <a:lumMod val="50000"/>
                </a:schemeClr>
              </a:buClr>
              <a:buFont typeface="+mj-lt"/>
              <a:buAutoNum type="arabicPeriod"/>
            </a:pPr>
            <a:endParaRPr lang="en-US" sz="1800" dirty="0" smtClean="0">
              <a:solidFill>
                <a:schemeClr val="tx1"/>
              </a:solidFill>
              <a:latin typeface="Times New Roman" panose="02020603050405020304" pitchFamily="18" charset="0"/>
              <a:cs typeface="Times New Roman" panose="02020603050405020304" pitchFamily="18" charset="0"/>
            </a:endParaRPr>
          </a:p>
          <a:p>
            <a:pPr marL="342900" indent="-342900" algn="just">
              <a:buClr>
                <a:schemeClr val="accent1">
                  <a:lumMod val="50000"/>
                </a:schemeClr>
              </a:buClr>
              <a:buFont typeface="+mj-lt"/>
              <a:buAutoNum type="arabicPeriod"/>
            </a:pPr>
            <a:r>
              <a:rPr lang="en-US" sz="1800" dirty="0" smtClean="0">
                <a:solidFill>
                  <a:schemeClr val="tx1"/>
                </a:solidFill>
                <a:latin typeface="Times New Roman" panose="02020603050405020304" pitchFamily="18" charset="0"/>
                <a:cs typeface="Times New Roman" panose="02020603050405020304" pitchFamily="18" charset="0"/>
              </a:rPr>
              <a:t>Tse</a:t>
            </a:r>
            <a:r>
              <a:rPr lang="en-US" sz="1800" dirty="0">
                <a:solidFill>
                  <a:schemeClr val="tx1"/>
                </a:solidFill>
                <a:latin typeface="Times New Roman" panose="02020603050405020304" pitchFamily="18" charset="0"/>
                <a:cs typeface="Times New Roman" panose="02020603050405020304" pitchFamily="18" charset="0"/>
              </a:rPr>
              <a:t>, David, and Pramod </a:t>
            </a:r>
            <a:r>
              <a:rPr lang="en-US" sz="1800" dirty="0" smtClean="0">
                <a:solidFill>
                  <a:schemeClr val="tx1"/>
                </a:solidFill>
                <a:latin typeface="Times New Roman" panose="02020603050405020304" pitchFamily="18" charset="0"/>
                <a:cs typeface="Times New Roman" panose="02020603050405020304" pitchFamily="18" charset="0"/>
              </a:rPr>
              <a:t>Viswanath</a:t>
            </a:r>
            <a:r>
              <a:rPr lang="en-US" sz="1800" dirty="0">
                <a:solidFill>
                  <a:schemeClr val="tx1"/>
                </a:solidFill>
                <a:latin typeface="Times New Roman" panose="02020603050405020304" pitchFamily="18" charset="0"/>
                <a:cs typeface="Times New Roman" panose="02020603050405020304" pitchFamily="18" charset="0"/>
              </a:rPr>
              <a:t>, </a:t>
            </a:r>
            <a:r>
              <a:rPr lang="en-US" sz="1800" i="1" dirty="0">
                <a:solidFill>
                  <a:schemeClr val="tx1"/>
                </a:solidFill>
                <a:latin typeface="Times New Roman" panose="02020603050405020304" pitchFamily="18" charset="0"/>
                <a:cs typeface="Times New Roman" panose="02020603050405020304" pitchFamily="18" charset="0"/>
              </a:rPr>
              <a:t>Fundamentals of wireless communication</a:t>
            </a:r>
            <a:r>
              <a:rPr lang="en-US" sz="1800" dirty="0">
                <a:solidFill>
                  <a:schemeClr val="tx1"/>
                </a:solidFill>
                <a:latin typeface="Times New Roman" panose="02020603050405020304" pitchFamily="18" charset="0"/>
                <a:cs typeface="Times New Roman" panose="02020603050405020304" pitchFamily="18" charset="0"/>
              </a:rPr>
              <a:t>. Cambridge university press, 2005</a:t>
            </a:r>
            <a:r>
              <a:rPr lang="en-US" sz="1800" dirty="0" smtClean="0">
                <a:solidFill>
                  <a:schemeClr val="tx1"/>
                </a:solidFill>
                <a:latin typeface="Times New Roman" panose="02020603050405020304" pitchFamily="18" charset="0"/>
                <a:cs typeface="Times New Roman" panose="02020603050405020304" pitchFamily="18" charset="0"/>
              </a:rPr>
              <a:t>.</a:t>
            </a:r>
          </a:p>
          <a:p>
            <a:pPr marL="342900" indent="-342900" algn="just">
              <a:buClr>
                <a:schemeClr val="accent1">
                  <a:lumMod val="50000"/>
                </a:schemeClr>
              </a:buClr>
              <a:buFont typeface="+mj-lt"/>
              <a:buAutoNum type="arabicPeriod"/>
            </a:pPr>
            <a:endParaRPr lang="en-US" sz="1800" dirty="0" smtClean="0">
              <a:solidFill>
                <a:schemeClr val="tx1"/>
              </a:solidFill>
              <a:latin typeface="Times New Roman" panose="02020603050405020304" pitchFamily="18" charset="0"/>
              <a:cs typeface="Times New Roman" panose="02020603050405020304" pitchFamily="18" charset="0"/>
            </a:endParaRPr>
          </a:p>
          <a:p>
            <a:pPr marL="342900" indent="-342900" algn="just">
              <a:buClr>
                <a:schemeClr val="accent1">
                  <a:lumMod val="50000"/>
                </a:schemeClr>
              </a:buClr>
              <a:buFont typeface="+mj-lt"/>
              <a:buAutoNum type="arabicPeriod"/>
            </a:pPr>
            <a:r>
              <a:rPr lang="en-US" sz="1800" dirty="0">
                <a:solidFill>
                  <a:schemeClr val="tx1"/>
                </a:solidFill>
                <a:latin typeface="Times New Roman" panose="02020603050405020304" pitchFamily="18" charset="0"/>
                <a:cs typeface="Times New Roman" panose="02020603050405020304" pitchFamily="18" charset="0"/>
              </a:rPr>
              <a:t>Goldsmith, Andrea. </a:t>
            </a:r>
            <a:r>
              <a:rPr lang="en-US" sz="1800" i="1" dirty="0">
                <a:solidFill>
                  <a:schemeClr val="tx1"/>
                </a:solidFill>
                <a:latin typeface="Times New Roman" panose="02020603050405020304" pitchFamily="18" charset="0"/>
                <a:cs typeface="Times New Roman" panose="02020603050405020304" pitchFamily="18" charset="0"/>
              </a:rPr>
              <a:t>Wireless communications</a:t>
            </a:r>
            <a:r>
              <a:rPr lang="en-US" sz="1800" dirty="0">
                <a:solidFill>
                  <a:schemeClr val="tx1"/>
                </a:solidFill>
                <a:latin typeface="Times New Roman" panose="02020603050405020304" pitchFamily="18" charset="0"/>
                <a:cs typeface="Times New Roman" panose="02020603050405020304" pitchFamily="18" charset="0"/>
              </a:rPr>
              <a:t>. Cambridge university press, 2005</a:t>
            </a:r>
            <a:endParaRPr lang="en-US" sz="1800" dirty="0" smtClean="0">
              <a:solidFill>
                <a:schemeClr val="tx1"/>
              </a:solidFill>
              <a:latin typeface="Times New Roman" panose="02020603050405020304" pitchFamily="18" charset="0"/>
              <a:cs typeface="Times New Roman" panose="02020603050405020304" pitchFamily="18" charset="0"/>
            </a:endParaRPr>
          </a:p>
          <a:p>
            <a:pPr marL="341313" indent="-341313" algn="just">
              <a:buClr>
                <a:schemeClr val="accent1">
                  <a:lumMod val="50000"/>
                </a:schemeClr>
              </a:buClr>
              <a:buFont typeface="Wingdings" panose="05000000000000000000" pitchFamily="2" charset="2"/>
              <a:buChar char="ü"/>
            </a:pPr>
            <a:endParaRPr lang="en-US" sz="1600" dirty="0" smtClean="0"/>
          </a:p>
          <a:p>
            <a:pPr marL="341313" indent="-341313" algn="just">
              <a:buClr>
                <a:schemeClr val="accent1">
                  <a:lumMod val="50000"/>
                </a:schemeClr>
              </a:buClr>
              <a:buFont typeface="Wingdings" panose="05000000000000000000" pitchFamily="2" charset="2"/>
              <a:buChar char="ü"/>
            </a:pPr>
            <a:endParaRPr lang="en-US" sz="1600" dirty="0">
              <a:solidFill>
                <a:srgbClr val="000000"/>
              </a:solidFill>
              <a:latin typeface="Times New Roman" panose="02020603050405020304" pitchFamily="18" charset="0"/>
              <a:cs typeface="Times New Roman" panose="02020603050405020304" pitchFamily="18" charset="0"/>
            </a:endParaRPr>
          </a:p>
          <a:p>
            <a:endParaRPr lang="en-US" dirty="0"/>
          </a:p>
        </p:txBody>
      </p:sp>
      <p:sp>
        <p:nvSpPr>
          <p:cNvPr id="15"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 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88</a:t>
            </a:fld>
            <a:endParaRPr lang="en-US" dirty="0"/>
          </a:p>
        </p:txBody>
      </p:sp>
      <p:sp>
        <p:nvSpPr>
          <p:cNvPr id="10" name="Rectangle 9">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1" name="Rectangle 10">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9" name="TextBox 8">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pic>
        <p:nvPicPr>
          <p:cNvPr id="12" name="Picture 11" descr="C:\Users\Subhasis\Desktop\logo nit.png">
            <a:extLst>
              <a:ext uri="{FF2B5EF4-FFF2-40B4-BE49-F238E27FC236}">
                <a16:creationId xmlns="" xmlns:a16="http://schemas.microsoft.com/office/drawing/2014/main" id="{2961F01F-4C3E-4631-B88B-04A88CCA29A6}"/>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
        <p:nvSpPr>
          <p:cNvPr id="14" name="Round Same Side Corner Rectangle 13">
            <a:extLst>
              <a:ext uri="{FF2B5EF4-FFF2-40B4-BE49-F238E27FC236}">
                <a16:creationId xmlns="" xmlns:a16="http://schemas.microsoft.com/office/drawing/2014/main" id="{DCFE27E6-0514-4193-ADC9-50A542715314}"/>
              </a:ext>
            </a:extLst>
          </p:cNvPr>
          <p:cNvSpPr/>
          <p:nvPr/>
        </p:nvSpPr>
        <p:spPr>
          <a:xfrm>
            <a:off x="0" y="0"/>
            <a:ext cx="3200400" cy="415730"/>
          </a:xfrm>
          <a:prstGeom prst="round2SameRect">
            <a:avLst>
              <a:gd name="adj1" fmla="val 10417"/>
              <a:gd name="adj2" fmla="val 0"/>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r>
              <a:rPr lang="en-US" sz="1600" b="1" dirty="0" smtClean="0">
                <a:latin typeface="Times New Roman" pitchFamily="18" charset="0"/>
                <a:cs typeface="Times New Roman" pitchFamily="18" charset="0"/>
              </a:rPr>
              <a:t>WIRELESS COMMUNICATION</a:t>
            </a:r>
            <a:endParaRPr lang="en-US" sz="16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2665273973"/>
      </p:ext>
    </p:extLst>
  </p:cSld>
  <p:clrMapOvr>
    <a:masterClrMapping/>
  </p:clrMapOvr>
  <p:transition>
    <p:pull dir="d"/>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latin typeface="Calibri" panose="020F0502020204030204" pitchFamily="34" charset="0"/>
              </a:rPr>
              <a:t>Motivation</a:t>
            </a:r>
            <a:endParaRPr lang="en-US" sz="4400" dirty="0">
              <a:solidFill>
                <a:schemeClr val="tx1"/>
              </a:solidFill>
              <a:latin typeface="Calibri" panose="020F0502020204030204" pitchFamily="34" charset="0"/>
            </a:endParaRPr>
          </a:p>
        </p:txBody>
      </p:sp>
      <p:sp>
        <p:nvSpPr>
          <p:cNvPr id="3" name="Content Placeholder 2"/>
          <p:cNvSpPr>
            <a:spLocks noGrp="1"/>
          </p:cNvSpPr>
          <p:nvPr>
            <p:ph idx="1"/>
          </p:nvPr>
        </p:nvSpPr>
        <p:spPr>
          <a:xfrm>
            <a:off x="822960" y="2030078"/>
            <a:ext cx="7543801" cy="4023360"/>
          </a:xfrm>
        </p:spPr>
        <p:txBody>
          <a:bodyPr>
            <a:normAutofit lnSpcReduction="10000"/>
          </a:bodyPr>
          <a:lstStyle/>
          <a:p>
            <a:pPr marL="287338" indent="-287338">
              <a:buClrTx/>
              <a:buFont typeface="Wingdings" panose="05000000000000000000" pitchFamily="2" charset="2"/>
              <a:buChar char="q"/>
            </a:pPr>
            <a:r>
              <a:rPr lang="en-US" sz="1800" dirty="0" smtClean="0">
                <a:solidFill>
                  <a:schemeClr val="tx1"/>
                </a:solidFill>
                <a:cs typeface="Times New Roman" panose="02020603050405020304" pitchFamily="18" charset="0"/>
              </a:rPr>
              <a:t>Research Methodology</a:t>
            </a:r>
          </a:p>
          <a:p>
            <a:pPr marL="860425" indent="-169863" algn="just">
              <a:buClrTx/>
              <a:buFont typeface="Wingdings" panose="05000000000000000000" pitchFamily="2" charset="2"/>
              <a:buChar char="§"/>
            </a:pPr>
            <a:r>
              <a:rPr lang="en-US" sz="1800" dirty="0" smtClean="0">
                <a:solidFill>
                  <a:schemeClr val="tx1"/>
                </a:solidFill>
                <a:cs typeface="Times New Roman" panose="02020603050405020304" pitchFamily="18" charset="0"/>
              </a:rPr>
              <a:t>Helped </a:t>
            </a:r>
            <a:r>
              <a:rPr lang="en-US" sz="1800" dirty="0">
                <a:solidFill>
                  <a:schemeClr val="tx1"/>
                </a:solidFill>
                <a:cs typeface="Times New Roman" panose="02020603050405020304" pitchFamily="18" charset="0"/>
              </a:rPr>
              <a:t>in planning my research approach</a:t>
            </a:r>
            <a:r>
              <a:rPr lang="en-US" sz="1800" dirty="0" smtClean="0">
                <a:solidFill>
                  <a:schemeClr val="tx1"/>
                </a:solidFill>
                <a:cs typeface="Times New Roman" panose="02020603050405020304" pitchFamily="18" charset="0"/>
              </a:rPr>
              <a:t>.</a:t>
            </a:r>
          </a:p>
          <a:p>
            <a:pPr marL="860425" indent="-169863" algn="just">
              <a:buClrTx/>
              <a:buFont typeface="Wingdings" panose="05000000000000000000" pitchFamily="2" charset="2"/>
              <a:buChar char="§"/>
            </a:pPr>
            <a:r>
              <a:rPr lang="en-US" sz="1800" dirty="0">
                <a:solidFill>
                  <a:schemeClr val="tx1"/>
                </a:solidFill>
                <a:cs typeface="Times New Roman" panose="02020603050405020304" pitchFamily="18" charset="0"/>
              </a:rPr>
              <a:t>Made me aware about the procedures by which I should define my research problem</a:t>
            </a:r>
            <a:r>
              <a:rPr lang="en-US" sz="1800" dirty="0" smtClean="0">
                <a:solidFill>
                  <a:schemeClr val="tx1"/>
                </a:solidFill>
                <a:cs typeface="Times New Roman" panose="02020603050405020304" pitchFamily="18" charset="0"/>
              </a:rPr>
              <a:t>.</a:t>
            </a:r>
          </a:p>
          <a:p>
            <a:pPr marL="287338" indent="-287338">
              <a:buClrTx/>
              <a:buFont typeface="Wingdings" panose="05000000000000000000" pitchFamily="2" charset="2"/>
              <a:buChar char="q"/>
            </a:pPr>
            <a:r>
              <a:rPr lang="en-US" sz="1800" dirty="0">
                <a:solidFill>
                  <a:schemeClr val="tx1"/>
                </a:solidFill>
                <a:cs typeface="Times New Roman" panose="02020603050405020304" pitchFamily="18" charset="0"/>
              </a:rPr>
              <a:t>Signal </a:t>
            </a:r>
            <a:r>
              <a:rPr lang="en-US" sz="1800" dirty="0" smtClean="0">
                <a:solidFill>
                  <a:schemeClr val="tx1"/>
                </a:solidFill>
                <a:cs typeface="Times New Roman" panose="02020603050405020304" pitchFamily="18" charset="0"/>
              </a:rPr>
              <a:t>Processing/Digital Signal Processors</a:t>
            </a:r>
            <a:endParaRPr lang="en-US" sz="1800" dirty="0" smtClean="0">
              <a:solidFill>
                <a:schemeClr val="tx1"/>
              </a:solidFill>
              <a:cs typeface="Times New Roman" panose="02020603050405020304" pitchFamily="18" charset="0"/>
            </a:endParaRPr>
          </a:p>
          <a:p>
            <a:pPr marL="860425" indent="-169863" algn="just">
              <a:buClrTx/>
              <a:buFont typeface="Wingdings" panose="05000000000000000000" pitchFamily="2" charset="2"/>
              <a:buChar char="§"/>
            </a:pPr>
            <a:r>
              <a:rPr lang="en-US" altLang="en-US" sz="1800" dirty="0" smtClean="0">
                <a:solidFill>
                  <a:schemeClr val="tx1"/>
                </a:solidFill>
                <a:cs typeface="Times New Roman" panose="02020603050405020304" pitchFamily="18" charset="0"/>
              </a:rPr>
              <a:t>The algorithms we will be designing for the wireless channels will be implemented using a digital signal processor only. Hence, an overall knowledge of processor architecture and related signal processing would be beneficial for optimizing the algorithms accordingly.</a:t>
            </a:r>
          </a:p>
          <a:p>
            <a:pPr marL="287338" indent="-287338">
              <a:buClrTx/>
              <a:buFont typeface="Wingdings" panose="05000000000000000000" pitchFamily="2" charset="2"/>
              <a:buChar char="q"/>
            </a:pPr>
            <a:r>
              <a:rPr lang="en-US" sz="1800" dirty="0" smtClean="0">
                <a:solidFill>
                  <a:schemeClr val="tx1"/>
                </a:solidFill>
                <a:cs typeface="Times New Roman" panose="02020603050405020304" pitchFamily="18" charset="0"/>
              </a:rPr>
              <a:t>Advanced </a:t>
            </a:r>
            <a:r>
              <a:rPr lang="en-US" sz="1800" dirty="0" smtClean="0">
                <a:solidFill>
                  <a:schemeClr val="tx1"/>
                </a:solidFill>
                <a:cs typeface="Times New Roman" panose="02020603050405020304" pitchFamily="18" charset="0"/>
              </a:rPr>
              <a:t>Digital Communication</a:t>
            </a:r>
          </a:p>
          <a:p>
            <a:pPr marL="860425" indent="-169863" algn="just">
              <a:buClrTx/>
              <a:buFont typeface="Wingdings" panose="05000000000000000000" pitchFamily="2" charset="2"/>
              <a:buChar char="§"/>
            </a:pPr>
            <a:r>
              <a:rPr lang="en-US" altLang="en-US" sz="1800" dirty="0" smtClean="0">
                <a:solidFill>
                  <a:schemeClr val="tx1"/>
                </a:solidFill>
                <a:cs typeface="Times New Roman" panose="02020603050405020304" pitchFamily="18" charset="0"/>
              </a:rPr>
              <a:t>Got insights about certain performance metrics like probability of error and bit error rate, that can be used in my research.</a:t>
            </a:r>
          </a:p>
          <a:p>
            <a:pPr marL="860425" indent="-169863">
              <a:buClrTx/>
              <a:buFont typeface="Wingdings" panose="05000000000000000000" pitchFamily="2" charset="2"/>
              <a:buChar char="§"/>
            </a:pPr>
            <a:endParaRPr lang="en-US" altLang="en-US" sz="1800" dirty="0" smtClean="0">
              <a:solidFill>
                <a:schemeClr val="tx1"/>
              </a:solidFill>
              <a:cs typeface="Times New Roman" panose="02020603050405020304" pitchFamily="18" charset="0"/>
            </a:endParaRPr>
          </a:p>
        </p:txBody>
      </p:sp>
      <p:sp>
        <p:nvSpPr>
          <p:cNvPr id="1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89</a:t>
            </a:fld>
            <a:endParaRPr lang="en-US" dirty="0"/>
          </a:p>
        </p:txBody>
      </p:sp>
      <p:sp>
        <p:nvSpPr>
          <p:cNvPr id="7" name="TextBox 6">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
        <p:nvSpPr>
          <p:cNvPr id="8" name="Rectangle 7">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9" name="Rectangle 8">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pic>
        <p:nvPicPr>
          <p:cNvPr id="10" name="Picture 9" descr="C:\Users\Subhasis\Desktop\logo nit.png">
            <a:extLst>
              <a:ext uri="{FF2B5EF4-FFF2-40B4-BE49-F238E27FC236}">
                <a16:creationId xmlns="" xmlns:a16="http://schemas.microsoft.com/office/drawing/2014/main" id="{2961F01F-4C3E-4631-B88B-04A88CCA29A6}"/>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606622747"/>
      </p:ext>
    </p:extLst>
  </p:cSld>
  <p:clrMapOvr>
    <a:masterClrMapping/>
  </p:clrMapOvr>
  <p:transition>
    <p:pull dir="d"/>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400" dirty="0" smtClean="0">
                <a:solidFill>
                  <a:schemeClr val="tx1"/>
                </a:solidFill>
                <a:latin typeface="Calibri" panose="020F0502020204030204" pitchFamily="34" charset="0"/>
              </a:rPr>
              <a:t>Motivation…</a:t>
            </a:r>
            <a:endParaRPr lang="en-US" sz="4400" dirty="0">
              <a:solidFill>
                <a:schemeClr val="tx1"/>
              </a:solidFill>
              <a:latin typeface="Calibri" panose="020F0502020204030204" pitchFamily="34" charset="0"/>
            </a:endParaRPr>
          </a:p>
        </p:txBody>
      </p:sp>
      <p:sp>
        <p:nvSpPr>
          <p:cNvPr id="3" name="Content Placeholder 2"/>
          <p:cNvSpPr>
            <a:spLocks noGrp="1"/>
          </p:cNvSpPr>
          <p:nvPr>
            <p:ph idx="1"/>
          </p:nvPr>
        </p:nvSpPr>
        <p:spPr>
          <a:xfrm>
            <a:off x="822959" y="2059999"/>
            <a:ext cx="7543801" cy="4023360"/>
          </a:xfrm>
        </p:spPr>
        <p:txBody>
          <a:bodyPr/>
          <a:lstStyle/>
          <a:p>
            <a:pPr marL="287338" indent="-287338" algn="just">
              <a:buClrTx/>
              <a:buFont typeface="Wingdings" panose="05000000000000000000" pitchFamily="2" charset="2"/>
              <a:buChar char="q"/>
            </a:pPr>
            <a:r>
              <a:rPr lang="en-US" sz="1800" dirty="0" smtClean="0">
                <a:solidFill>
                  <a:schemeClr val="tx1"/>
                </a:solidFill>
              </a:rPr>
              <a:t>Linear </a:t>
            </a:r>
            <a:r>
              <a:rPr lang="en-US" sz="1800" dirty="0">
                <a:solidFill>
                  <a:schemeClr val="tx1"/>
                </a:solidFill>
              </a:rPr>
              <a:t>Algebra and Random </a:t>
            </a:r>
            <a:r>
              <a:rPr lang="en-US" sz="1800" dirty="0" smtClean="0">
                <a:solidFill>
                  <a:schemeClr val="tx1"/>
                </a:solidFill>
              </a:rPr>
              <a:t>Process</a:t>
            </a:r>
          </a:p>
          <a:p>
            <a:pPr marL="798513" indent="-144463" algn="just">
              <a:buClrTx/>
              <a:buFont typeface="Wingdings" panose="05000000000000000000" pitchFamily="2" charset="2"/>
              <a:buChar char="§"/>
            </a:pPr>
            <a:r>
              <a:rPr lang="en-US" altLang="en-US" sz="1800" dirty="0" smtClean="0">
                <a:solidFill>
                  <a:schemeClr val="tx1"/>
                </a:solidFill>
                <a:cs typeface="Times New Roman" panose="02020603050405020304" pitchFamily="18" charset="0"/>
              </a:rPr>
              <a:t>Wireless Channels are modelled in Matrix form.  </a:t>
            </a:r>
            <a:endParaRPr lang="en-US" altLang="en-US" sz="1800" dirty="0">
              <a:solidFill>
                <a:schemeClr val="tx1"/>
              </a:solidFill>
              <a:cs typeface="Times New Roman" panose="02020603050405020304" pitchFamily="18" charset="0"/>
            </a:endParaRPr>
          </a:p>
          <a:p>
            <a:pPr marL="798513" indent="-144463" algn="just">
              <a:buClrTx/>
              <a:buFont typeface="Wingdings" panose="05000000000000000000" pitchFamily="2" charset="2"/>
              <a:buChar char="§"/>
            </a:pPr>
            <a:r>
              <a:rPr lang="en-US" altLang="en-US" sz="1800" dirty="0" smtClean="0">
                <a:solidFill>
                  <a:schemeClr val="tx1"/>
                </a:solidFill>
                <a:cs typeface="Times New Roman" panose="02020603050405020304" pitchFamily="18" charset="0"/>
              </a:rPr>
              <a:t>Noise present in wireless channel are generally taken as Gaussian noise whose characteristics are crucial in determining the system throughput.</a:t>
            </a:r>
          </a:p>
          <a:p>
            <a:pPr marL="287338" indent="-287338" algn="just">
              <a:buClrTx/>
              <a:buFont typeface="Wingdings" panose="05000000000000000000" pitchFamily="2" charset="2"/>
              <a:buChar char="q"/>
              <a:tabLst>
                <a:tab pos="341313" algn="l"/>
              </a:tabLst>
            </a:pPr>
            <a:r>
              <a:rPr lang="en-US" sz="1800" dirty="0">
                <a:solidFill>
                  <a:schemeClr val="tx1"/>
                </a:solidFill>
              </a:rPr>
              <a:t>Wireless </a:t>
            </a:r>
            <a:r>
              <a:rPr lang="en-US" sz="1800" dirty="0" smtClean="0">
                <a:solidFill>
                  <a:schemeClr val="tx1"/>
                </a:solidFill>
              </a:rPr>
              <a:t>Communication</a:t>
            </a:r>
          </a:p>
          <a:p>
            <a:pPr marL="798513" indent="-144463" algn="just">
              <a:buClrTx/>
              <a:buFont typeface="Wingdings" panose="05000000000000000000" pitchFamily="2" charset="2"/>
              <a:buChar char="§"/>
              <a:tabLst>
                <a:tab pos="341313" algn="l"/>
              </a:tabLst>
            </a:pPr>
            <a:r>
              <a:rPr lang="en-US" sz="1800" dirty="0" smtClean="0">
                <a:solidFill>
                  <a:schemeClr val="tx1"/>
                </a:solidFill>
              </a:rPr>
              <a:t>Massive MIMO is basically my broad research area, hence, all the concepts studied in this subject are of utmost important for me.</a:t>
            </a:r>
          </a:p>
          <a:p>
            <a:pPr marL="287338" indent="-287338" algn="just">
              <a:buClrTx/>
              <a:buFont typeface="Wingdings" panose="05000000000000000000" pitchFamily="2" charset="2"/>
              <a:buChar char="q"/>
              <a:tabLst>
                <a:tab pos="341313" algn="l"/>
              </a:tabLst>
            </a:pPr>
            <a:r>
              <a:rPr lang="en-US" sz="1800" dirty="0" smtClean="0">
                <a:solidFill>
                  <a:schemeClr val="tx1"/>
                </a:solidFill>
              </a:rPr>
              <a:t>Communication Networks</a:t>
            </a:r>
          </a:p>
          <a:p>
            <a:pPr marL="798513" indent="-144463" algn="just">
              <a:buClrTx/>
              <a:buFont typeface="Wingdings" panose="05000000000000000000" pitchFamily="2" charset="2"/>
              <a:buChar char="§"/>
              <a:tabLst>
                <a:tab pos="341313" algn="l"/>
              </a:tabLst>
            </a:pPr>
            <a:r>
              <a:rPr lang="en-US" sz="1800" dirty="0" smtClean="0">
                <a:solidFill>
                  <a:schemeClr val="tx1"/>
                </a:solidFill>
              </a:rPr>
              <a:t>As my work is on Physical Layer, hence the knowledge gained about the functions and roles performed by this layer will be helpful in my research.</a:t>
            </a:r>
          </a:p>
          <a:p>
            <a:pPr marL="798513" indent="-144463">
              <a:buClrTx/>
              <a:buNone/>
              <a:tabLst>
                <a:tab pos="341313" algn="l"/>
              </a:tabLst>
            </a:pPr>
            <a:endParaRPr lang="en-US" dirty="0"/>
          </a:p>
        </p:txBody>
      </p:sp>
      <p:sp>
        <p:nvSpPr>
          <p:cNvPr id="11"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&amp; communication Engineering</a:t>
            </a:r>
            <a:endParaRPr lang="en-US" sz="1200" b="1" dirty="0">
              <a:solidFill>
                <a:schemeClr val="tx1"/>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90</a:t>
            </a:fld>
            <a:endParaRPr lang="en-US" dirty="0"/>
          </a:p>
        </p:txBody>
      </p:sp>
      <p:sp>
        <p:nvSpPr>
          <p:cNvPr id="6" name="TextBox 5">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sp>
        <p:nvSpPr>
          <p:cNvPr id="8" name="Rectangle 7">
            <a:extLst>
              <a:ext uri="{FF2B5EF4-FFF2-40B4-BE49-F238E27FC236}">
                <a16:creationId xmlns="" xmlns:a16="http://schemas.microsoft.com/office/drawing/2014/main" id="{8CA0C1D4-172D-47B7-A7B4-FE4E2F82E24E}"/>
              </a:ext>
            </a:extLst>
          </p:cNvPr>
          <p:cNvSpPr/>
          <p:nvPr/>
        </p:nvSpPr>
        <p:spPr>
          <a:xfrm flipH="1">
            <a:off x="121919" y="0"/>
            <a:ext cx="45719" cy="682491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9" name="Rectangle 8">
            <a:extLst>
              <a:ext uri="{FF2B5EF4-FFF2-40B4-BE49-F238E27FC236}">
                <a16:creationId xmlns="" xmlns:a16="http://schemas.microsoft.com/office/drawing/2014/main" id="{194C4E42-6774-4719-AD99-34319F8E7DCA}"/>
              </a:ext>
            </a:extLst>
          </p:cNvPr>
          <p:cNvSpPr/>
          <p:nvPr/>
        </p:nvSpPr>
        <p:spPr>
          <a:xfrm>
            <a:off x="0" y="228600"/>
            <a:ext cx="9067800" cy="4571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pic>
        <p:nvPicPr>
          <p:cNvPr id="10" name="Picture 9" descr="C:\Users\Subhasis\Desktop\logo nit.png">
            <a:extLst>
              <a:ext uri="{FF2B5EF4-FFF2-40B4-BE49-F238E27FC236}">
                <a16:creationId xmlns="" xmlns:a16="http://schemas.microsoft.com/office/drawing/2014/main" id="{2961F01F-4C3E-4631-B88B-04A88CCA29A6}"/>
              </a:ext>
            </a:extLst>
          </p:cNvPr>
          <p:cNvPicPr/>
          <p:nvPr/>
        </p:nvPicPr>
        <p:blipFill>
          <a:blip r:embed="rId2"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2517576692"/>
      </p:ext>
    </p:extLst>
  </p:cSld>
  <p:clrMapOvr>
    <a:masterClrMapping/>
  </p:clrMapOvr>
  <p:transition>
    <p:pull dir="d"/>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8600" y="457200"/>
            <a:ext cx="8686800" cy="457200"/>
          </a:xfrm>
          <a:prstGeom prst="rect">
            <a:avLst/>
          </a:prstGeom>
          <a:pattFill prst="pct80">
            <a:fgClr>
              <a:schemeClr val="accent5"/>
            </a:fgClr>
            <a:bgClr>
              <a:schemeClr val="bg1"/>
            </a:bgClr>
          </a:patt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6" name="Rectangle 5"/>
          <p:cNvSpPr/>
          <p:nvPr/>
        </p:nvSpPr>
        <p:spPr>
          <a:xfrm>
            <a:off x="609600" y="152400"/>
            <a:ext cx="381000" cy="5943600"/>
          </a:xfrm>
          <a:prstGeom prst="rect">
            <a:avLst/>
          </a:prstGeom>
          <a:pattFill prst="pct80">
            <a:fgClr>
              <a:schemeClr val="accent5"/>
            </a:fgClr>
            <a:bgClr>
              <a:schemeClr val="bg1"/>
            </a:bgClr>
          </a:patt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pic>
        <p:nvPicPr>
          <p:cNvPr id="4" name="Pictur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28600" y="1295400"/>
            <a:ext cx="8579147" cy="44196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8" name="Footer Placeholder 4"/>
          <p:cNvSpPr>
            <a:spLocks noGrp="1"/>
          </p:cNvSpPr>
          <p:nvPr>
            <p:ph type="ftr" sz="quarter" idx="11"/>
          </p:nvPr>
        </p:nvSpPr>
        <p:spPr>
          <a:xfrm>
            <a:off x="1524000" y="6374638"/>
            <a:ext cx="6019800" cy="457200"/>
          </a:xfrm>
        </p:spPr>
        <p:txBody>
          <a:bodyPr/>
          <a:lstStyle/>
          <a:p>
            <a:r>
              <a:rPr lang="en-US" sz="1200" b="1" dirty="0" smtClean="0">
                <a:solidFill>
                  <a:schemeClr val="tx1"/>
                </a:solidFill>
              </a:rPr>
              <a:t>Electronics </a:t>
            </a:r>
            <a:r>
              <a:rPr lang="en-US" sz="1200" b="1" dirty="0" smtClean="0">
                <a:solidFill>
                  <a:schemeClr val="tx1"/>
                </a:solidFill>
              </a:rPr>
              <a:t>&amp; communication </a:t>
            </a:r>
            <a:r>
              <a:rPr lang="en-US" sz="1200" b="1" dirty="0" smtClean="0">
                <a:solidFill>
                  <a:schemeClr val="tx1"/>
                </a:solidFill>
              </a:rPr>
              <a:t>Engineering</a:t>
            </a:r>
            <a:endParaRPr lang="en-US" sz="1200" b="1" dirty="0">
              <a:solidFill>
                <a:schemeClr val="tx1"/>
              </a:solidFill>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pPr/>
              <a:t>91</a:t>
            </a:fld>
            <a:endParaRPr lang="en-US" dirty="0"/>
          </a:p>
        </p:txBody>
      </p:sp>
      <p:sp>
        <p:nvSpPr>
          <p:cNvPr id="9" name="TextBox 8">
            <a:extLst>
              <a:ext uri="{FF2B5EF4-FFF2-40B4-BE49-F238E27FC236}">
                <a16:creationId xmlns="" xmlns:a16="http://schemas.microsoft.com/office/drawing/2014/main" id="{F2EC4511-25F7-4A81-A941-5F7B02B37684}"/>
              </a:ext>
            </a:extLst>
          </p:cNvPr>
          <p:cNvSpPr txBox="1"/>
          <p:nvPr/>
        </p:nvSpPr>
        <p:spPr>
          <a:xfrm>
            <a:off x="167638" y="6459786"/>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November </a:t>
            </a:r>
            <a:r>
              <a:rPr lang="en-IN" sz="1100" dirty="0"/>
              <a:t>2019</a:t>
            </a:r>
          </a:p>
        </p:txBody>
      </p:sp>
      <p:sp>
        <p:nvSpPr>
          <p:cNvPr id="11" name="TextBox 10">
            <a:extLst>
              <a:ext uri="{FF2B5EF4-FFF2-40B4-BE49-F238E27FC236}">
                <a16:creationId xmlns="" xmlns:a16="http://schemas.microsoft.com/office/drawing/2014/main" id="{F2EC4511-25F7-4A81-A941-5F7B02B37684}"/>
              </a:ext>
            </a:extLst>
          </p:cNvPr>
          <p:cNvSpPr txBox="1"/>
          <p:nvPr/>
        </p:nvSpPr>
        <p:spPr>
          <a:xfrm>
            <a:off x="152400" y="6477000"/>
            <a:ext cx="1508762" cy="2616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IN" sz="1100" dirty="0" smtClean="0"/>
              <a:t>28</a:t>
            </a:r>
            <a:r>
              <a:rPr lang="en-IN" sz="1100" baseline="30000" dirty="0" smtClean="0"/>
              <a:t>th</a:t>
            </a:r>
            <a:r>
              <a:rPr lang="en-IN" sz="1100" dirty="0" smtClean="0"/>
              <a:t> </a:t>
            </a:r>
            <a:r>
              <a:rPr lang="en-IN" sz="1100" dirty="0"/>
              <a:t>February 2020</a:t>
            </a:r>
          </a:p>
        </p:txBody>
      </p:sp>
      <p:pic>
        <p:nvPicPr>
          <p:cNvPr id="12" name="Picture 11" descr="C:\Users\Subhasis\Desktop\logo nit.png">
            <a:extLst>
              <a:ext uri="{FF2B5EF4-FFF2-40B4-BE49-F238E27FC236}">
                <a16:creationId xmlns="" xmlns:a16="http://schemas.microsoft.com/office/drawing/2014/main" id="{2961F01F-4C3E-4631-B88B-04A88CCA29A6}"/>
              </a:ext>
            </a:extLst>
          </p:cNvPr>
          <p:cNvPicPr/>
          <p:nvPr/>
        </p:nvPicPr>
        <p:blipFill>
          <a:blip r:embed="rId3" cstate="print"/>
          <a:srcRect/>
          <a:stretch>
            <a:fillRect/>
          </a:stretch>
        </p:blipFill>
        <p:spPr bwMode="auto">
          <a:xfrm>
            <a:off x="8153400" y="15357"/>
            <a:ext cx="990600" cy="852779"/>
          </a:xfrm>
          <a:prstGeom prst="rect">
            <a:avLst/>
          </a:prstGeom>
          <a:noFill/>
          <a:ln w="9525">
            <a:noFill/>
            <a:miter lim="800000"/>
            <a:headEnd/>
            <a:tailEnd/>
          </a:ln>
        </p:spPr>
      </p:pic>
    </p:spTree>
    <p:extLst>
      <p:ext uri="{BB962C8B-B14F-4D97-AF65-F5344CB8AC3E}">
        <p14:creationId xmlns:p14="http://schemas.microsoft.com/office/powerpoint/2010/main" xmlns="" val="2610289429"/>
      </p:ext>
    </p:extLst>
  </p:cSld>
  <p:clrMapOvr>
    <a:masterClrMapping/>
  </p:clrMapOvr>
  <p:transition>
    <p:pull dir="d"/>
  </p:transition>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83743</TotalTime>
  <Words>4722</Words>
  <Application>Microsoft Office PowerPoint</Application>
  <PresentationFormat>On-screen Show (4:3)</PresentationFormat>
  <Paragraphs>1215</Paragraphs>
  <Slides>92</Slides>
  <Notes>18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92</vt:i4>
      </vt:variant>
    </vt:vector>
  </HeadingPairs>
  <TitlesOfParts>
    <vt:vector size="94" baseType="lpstr">
      <vt:lpstr>Retrospect</vt:lpstr>
      <vt:lpstr>Equation</vt:lpstr>
      <vt:lpstr>Slide 0</vt:lpstr>
      <vt:lpstr>Content</vt:lpstr>
      <vt:lpstr>Courses Undertaken</vt:lpstr>
      <vt:lpstr>COURSE I</vt:lpstr>
      <vt:lpstr>Outline</vt:lpstr>
      <vt:lpstr>Slide 5</vt:lpstr>
      <vt:lpstr>Slide 6</vt:lpstr>
      <vt:lpstr>Slide 7</vt:lpstr>
      <vt:lpstr>Slide 8</vt:lpstr>
      <vt:lpstr>Slide 9</vt:lpstr>
      <vt:lpstr>What is Stress?</vt:lpstr>
      <vt:lpstr>Managing stress</vt:lpstr>
      <vt:lpstr>RESEARCH METHODOLOGY</vt:lpstr>
      <vt:lpstr>What should be done for Time Management?</vt:lpstr>
      <vt:lpstr>RESEARCH METHODOLOGY</vt:lpstr>
      <vt:lpstr>References</vt:lpstr>
      <vt:lpstr>Description of course-II</vt:lpstr>
      <vt:lpstr>Outline</vt:lpstr>
      <vt:lpstr>Linear Systems</vt:lpstr>
      <vt:lpstr>Vectors and Vector Spaces</vt:lpstr>
      <vt:lpstr>Matrices</vt:lpstr>
      <vt:lpstr>Linear Transformation</vt:lpstr>
      <vt:lpstr>Eigenvalues and Eigenvectors</vt:lpstr>
      <vt:lpstr>Dot and Inner products</vt:lpstr>
      <vt:lpstr>Random Variables</vt:lpstr>
      <vt:lpstr>Probability Distribution and Probability Density Function</vt:lpstr>
      <vt:lpstr>References</vt:lpstr>
      <vt:lpstr>Description of course-III</vt:lpstr>
      <vt:lpstr>Outline</vt:lpstr>
      <vt:lpstr>Signals</vt:lpstr>
      <vt:lpstr>Systems</vt:lpstr>
      <vt:lpstr>Fourier Transform</vt:lpstr>
      <vt:lpstr>Discrete Fourier Transform</vt:lpstr>
      <vt:lpstr>Z Transform</vt:lpstr>
      <vt:lpstr>Filters</vt:lpstr>
      <vt:lpstr>Finite Impulse Response (FIR) Filter</vt:lpstr>
      <vt:lpstr>Infinite Impulse Response (IIR) Filter</vt:lpstr>
      <vt:lpstr>References</vt:lpstr>
      <vt:lpstr>                    Description of course-IV</vt:lpstr>
      <vt:lpstr>Content</vt:lpstr>
      <vt:lpstr>Elements of a digital communication system</vt:lpstr>
      <vt:lpstr>Error function and Q function</vt:lpstr>
      <vt:lpstr>Properties of error function and Q function</vt:lpstr>
      <vt:lpstr>Detection error of different encoding scheme</vt:lpstr>
      <vt:lpstr>      Matched filter </vt:lpstr>
      <vt:lpstr>Optimum linear detection</vt:lpstr>
      <vt:lpstr>Optimum linear detection…</vt:lpstr>
      <vt:lpstr>Digital Modulation Techniques</vt:lpstr>
      <vt:lpstr>Slide 48</vt:lpstr>
      <vt:lpstr>Probability of error for different modulation scheme</vt:lpstr>
      <vt:lpstr>Non coherent detection</vt:lpstr>
      <vt:lpstr>Non coherent detection…</vt:lpstr>
      <vt:lpstr>References</vt:lpstr>
      <vt:lpstr>                  Description of course-V</vt:lpstr>
      <vt:lpstr>Content</vt:lpstr>
      <vt:lpstr>OSI Model</vt:lpstr>
      <vt:lpstr>Error Detection</vt:lpstr>
      <vt:lpstr>Error Correction</vt:lpstr>
      <vt:lpstr>Different ARQ Techniques</vt:lpstr>
      <vt:lpstr>Different ARQ Techniques…</vt:lpstr>
      <vt:lpstr>Different ARQ Techniques…</vt:lpstr>
      <vt:lpstr>Random Access Protocols</vt:lpstr>
      <vt:lpstr>Random Access Protocols…</vt:lpstr>
      <vt:lpstr>Random Access Protocols…</vt:lpstr>
      <vt:lpstr>Threats to Network Security</vt:lpstr>
      <vt:lpstr>Threats to Network Security…</vt:lpstr>
      <vt:lpstr>References</vt:lpstr>
      <vt:lpstr>                  Description of course-VI</vt:lpstr>
      <vt:lpstr>Content</vt:lpstr>
      <vt:lpstr>Harvard Architecture</vt:lpstr>
      <vt:lpstr>Parallel Processing</vt:lpstr>
      <vt:lpstr>Pipelining</vt:lpstr>
      <vt:lpstr>TMS320C64xx CPU architecture</vt:lpstr>
      <vt:lpstr>Two-level memory architecture of TMS320C64xx</vt:lpstr>
      <vt:lpstr>Direct Memory Access (DMA)</vt:lpstr>
      <vt:lpstr>Interrupts</vt:lpstr>
      <vt:lpstr>Timers</vt:lpstr>
      <vt:lpstr>References</vt:lpstr>
      <vt:lpstr>Description of course-VII</vt:lpstr>
      <vt:lpstr>Content</vt:lpstr>
      <vt:lpstr>Antenna Configurations</vt:lpstr>
      <vt:lpstr>MIMO channel Model </vt:lpstr>
      <vt:lpstr>Channel state information (CSI)</vt:lpstr>
      <vt:lpstr>Spatial Diversity Gain</vt:lpstr>
      <vt:lpstr>Spatial Multiplexing</vt:lpstr>
      <vt:lpstr>Zero–Forcing (ZF) Receiver</vt:lpstr>
      <vt:lpstr>Minimum mean–square error (MMSE) Receiver</vt:lpstr>
      <vt:lpstr>V–BLAST/ successive interference cancellation </vt:lpstr>
      <vt:lpstr>References</vt:lpstr>
      <vt:lpstr>Motivation</vt:lpstr>
      <vt:lpstr>Motivation…</vt:lpstr>
      <vt:lpstr>Slide 91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THERMAL ANALYSIS OF POROUS FINS OF VARIOUS PROFILES.</dc:title>
  <dc:creator>Subhasis</dc:creator>
  <cp:lastModifiedBy>Main</cp:lastModifiedBy>
  <cp:revision>1192</cp:revision>
  <cp:lastPrinted>2019-11-10T18:42:11Z</cp:lastPrinted>
  <dcterms:created xsi:type="dcterms:W3CDTF">2006-08-16T00:00:00Z</dcterms:created>
  <dcterms:modified xsi:type="dcterms:W3CDTF">2020-02-28T04:48:47Z</dcterms:modified>
</cp:coreProperties>
</file>
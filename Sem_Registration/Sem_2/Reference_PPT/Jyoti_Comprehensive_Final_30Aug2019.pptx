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notesSlides/notesSlide7.xml" ContentType="application/vnd.openxmlformats-officedocument.presentationml.notesSlide+xml"/>
  <Override PartName="/ppt/diagrams/drawing7.xml" ContentType="application/vnd.ms-office.drawingml.diagramDrawing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Default Extension="png" ContentType="image/png"/>
  <Default Extension="bin" ContentType="application/vnd.openxmlformats-officedocument.oleObject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Default Extension="vml" ContentType="application/vnd.openxmlformats-officedocument.vmlDrawing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notesSlides/notesSlide6.xml" ContentType="application/vnd.openxmlformats-officedocument.presentationml.notesSlide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50"/>
  </p:notesMasterIdLst>
  <p:sldIdLst>
    <p:sldId id="291" r:id="rId2"/>
    <p:sldId id="304" r:id="rId3"/>
    <p:sldId id="305" r:id="rId4"/>
    <p:sldId id="303" r:id="rId5"/>
    <p:sldId id="294" r:id="rId6"/>
    <p:sldId id="29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265" r:id="rId17"/>
    <p:sldId id="315" r:id="rId18"/>
    <p:sldId id="316" r:id="rId19"/>
    <p:sldId id="317" r:id="rId20"/>
    <p:sldId id="296" r:id="rId21"/>
    <p:sldId id="297" r:id="rId22"/>
    <p:sldId id="275" r:id="rId23"/>
    <p:sldId id="319" r:id="rId24"/>
    <p:sldId id="320" r:id="rId25"/>
    <p:sldId id="318" r:id="rId26"/>
    <p:sldId id="321" r:id="rId27"/>
    <p:sldId id="322" r:id="rId28"/>
    <p:sldId id="323" r:id="rId29"/>
    <p:sldId id="277" r:id="rId30"/>
    <p:sldId id="356" r:id="rId31"/>
    <p:sldId id="298" r:id="rId32"/>
    <p:sldId id="299" r:id="rId33"/>
    <p:sldId id="257" r:id="rId34"/>
    <p:sldId id="325" r:id="rId35"/>
    <p:sldId id="326" r:id="rId36"/>
    <p:sldId id="327" r:id="rId37"/>
    <p:sldId id="328" r:id="rId38"/>
    <p:sldId id="329" r:id="rId39"/>
    <p:sldId id="330" r:id="rId40"/>
    <p:sldId id="332" r:id="rId41"/>
    <p:sldId id="336" r:id="rId42"/>
    <p:sldId id="357" r:id="rId43"/>
    <p:sldId id="358" r:id="rId44"/>
    <p:sldId id="361" r:id="rId45"/>
    <p:sldId id="337" r:id="rId46"/>
    <p:sldId id="300" r:id="rId47"/>
    <p:sldId id="301" r:id="rId48"/>
    <p:sldId id="29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137" autoAdjust="0"/>
    <p:restoredTop sz="94638" autoAdjust="0"/>
  </p:normalViewPr>
  <p:slideViewPr>
    <p:cSldViewPr snapToGrid="0">
      <p:cViewPr varScale="1">
        <p:scale>
          <a:sx n="70" d="100"/>
          <a:sy n="70" d="100"/>
        </p:scale>
        <p:origin x="-654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-3258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6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965EEC-AF8C-4539-985C-BE94C224B117}" type="doc">
      <dgm:prSet loTypeId="urn:microsoft.com/office/officeart/2005/8/layout/radial6" loCatId="cycle" qsTypeId="urn:microsoft.com/office/officeart/2005/8/quickstyle/3d2#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ED29B5E-AE6B-4245-8A36-A6E8B7C8833E}">
      <dgm:prSet phldrT="[Text]" custT="1"/>
      <dgm:spPr/>
      <dgm:t>
        <a:bodyPr/>
        <a:lstStyle/>
        <a:p>
          <a:pPr algn="ctr"/>
          <a:r>
            <a: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RESEARCH METHODOLOGY</a:t>
          </a:r>
        </a:p>
      </dgm:t>
    </dgm:pt>
    <dgm:pt modelId="{1A87C9B2-A7F6-4D48-ABD6-FFA735525E69}" type="parTrans" cxnId="{699976C9-6BEC-4033-9ACF-BD5B16EDC966}">
      <dgm:prSet/>
      <dgm:spPr/>
      <dgm:t>
        <a:bodyPr/>
        <a:lstStyle/>
        <a:p>
          <a:pPr algn="ctr"/>
          <a:endParaRPr lang="en-IN"/>
        </a:p>
      </dgm:t>
    </dgm:pt>
    <dgm:pt modelId="{0EBB4DF7-7422-4630-9796-2A070145D692}" type="sibTrans" cxnId="{699976C9-6BEC-4033-9ACF-BD5B16EDC966}">
      <dgm:prSet/>
      <dgm:spPr/>
      <dgm:t>
        <a:bodyPr/>
        <a:lstStyle/>
        <a:p>
          <a:pPr algn="ctr"/>
          <a:endParaRPr lang="en-IN"/>
        </a:p>
      </dgm:t>
    </dgm:pt>
    <dgm:pt modelId="{8845BAB1-177F-4884-8675-C3FD10D4805C}">
      <dgm:prSet phldrT="[Text]" custT="1"/>
      <dgm:spPr/>
      <dgm:t>
        <a:bodyPr/>
        <a:lstStyle/>
        <a:p>
          <a:pPr algn="ctr"/>
          <a:r>
            <a: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What is research?</a:t>
          </a:r>
        </a:p>
      </dgm:t>
    </dgm:pt>
    <dgm:pt modelId="{A4A5DEC3-804F-44A3-AC14-8859445795D9}" type="parTrans" cxnId="{A0F313AA-DDD8-4994-B676-5350AEDF11A2}">
      <dgm:prSet/>
      <dgm:spPr/>
      <dgm:t>
        <a:bodyPr/>
        <a:lstStyle/>
        <a:p>
          <a:pPr algn="ctr"/>
          <a:endParaRPr lang="en-IN"/>
        </a:p>
      </dgm:t>
    </dgm:pt>
    <dgm:pt modelId="{5B241F0A-1102-43B6-9E31-33780DFADB97}" type="sibTrans" cxnId="{A0F313AA-DDD8-4994-B676-5350AEDF11A2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377301EC-8D24-42C7-9B7B-55EC7118547C}">
      <dgm:prSet custT="1"/>
      <dgm:spPr/>
      <dgm:t>
        <a:bodyPr/>
        <a:lstStyle/>
        <a:p>
          <a:pPr algn="ctr"/>
          <a:r>
            <a: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Methodology</a:t>
          </a:r>
        </a:p>
      </dgm:t>
    </dgm:pt>
    <dgm:pt modelId="{A3F4862B-2919-48A4-AE89-B57F7476AEF8}" type="parTrans" cxnId="{F523AD2A-ABDC-4019-B89C-6C61F56A2AD2}">
      <dgm:prSet/>
      <dgm:spPr/>
      <dgm:t>
        <a:bodyPr/>
        <a:lstStyle/>
        <a:p>
          <a:pPr algn="ctr"/>
          <a:endParaRPr lang="en-IN"/>
        </a:p>
      </dgm:t>
    </dgm:pt>
    <dgm:pt modelId="{89CCD4CA-AC8F-4E1A-B6A8-33CBBF60D2ED}" type="sibTrans" cxnId="{F523AD2A-ABDC-4019-B89C-6C61F56A2AD2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35E1867F-3793-4F2C-8ADF-2C4436EEA544}">
      <dgm:prSet custT="1"/>
      <dgm:spPr/>
      <dgm:t>
        <a:bodyPr/>
        <a:lstStyle/>
        <a:p>
          <a:pPr algn="ctr"/>
          <a:r>
            <a: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Various stages of Research</a:t>
          </a:r>
          <a:endParaRPr lang="en-IN" sz="1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B89D3F57-595D-406B-AE41-C090907679E4}" type="parTrans" cxnId="{78A039A4-C992-46EC-939A-C295E2ABE967}">
      <dgm:prSet/>
      <dgm:spPr/>
      <dgm:t>
        <a:bodyPr/>
        <a:lstStyle/>
        <a:p>
          <a:pPr algn="ctr"/>
          <a:endParaRPr lang="en-IN"/>
        </a:p>
      </dgm:t>
    </dgm:pt>
    <dgm:pt modelId="{DD45DF9F-D8DA-4F4E-918A-EAE8996120A7}" type="sibTrans" cxnId="{78A039A4-C992-46EC-939A-C295E2ABE967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312A8BA6-D636-493C-ABDE-7B0336178245}">
      <dgm:prSet custT="1"/>
      <dgm:spPr/>
      <dgm:t>
        <a:bodyPr/>
        <a:lstStyle/>
        <a:p>
          <a:pPr algn="ctr"/>
          <a:r>
            <a: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Objectives of Research</a:t>
          </a:r>
          <a:endParaRPr lang="en-IN" sz="1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2756B21-DF21-4338-8F7B-9064CEF7F8C5}" type="parTrans" cxnId="{0FEB4C29-5BFC-40A5-B9DD-069DE0F897F9}">
      <dgm:prSet/>
      <dgm:spPr/>
      <dgm:t>
        <a:bodyPr/>
        <a:lstStyle/>
        <a:p>
          <a:pPr algn="ctr"/>
          <a:endParaRPr lang="en-IN"/>
        </a:p>
      </dgm:t>
    </dgm:pt>
    <dgm:pt modelId="{1B30D834-97E8-4894-9BE2-177D5254ED60}" type="sibTrans" cxnId="{0FEB4C29-5BFC-40A5-B9DD-069DE0F897F9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DB72CBEE-5F23-4476-B1C9-A72F58B7BBEF}">
      <dgm:prSet custT="1"/>
      <dgm:spPr/>
      <dgm:t>
        <a:bodyPr/>
        <a:lstStyle/>
        <a:p>
          <a:pPr algn="ctr"/>
          <a:r>
            <a: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Writing Technical Papers</a:t>
          </a:r>
          <a:endParaRPr lang="en-IN" sz="1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5A96DC7-E422-4A1F-8C9B-7378DCE5C72F}" type="parTrans" cxnId="{11841ABE-69DE-46A4-A230-44928E8C957E}">
      <dgm:prSet/>
      <dgm:spPr/>
      <dgm:t>
        <a:bodyPr/>
        <a:lstStyle/>
        <a:p>
          <a:pPr algn="ctr"/>
          <a:endParaRPr lang="en-IN"/>
        </a:p>
      </dgm:t>
    </dgm:pt>
    <dgm:pt modelId="{9AFB47EB-D455-4BB0-9E61-F1F90B7D7F5A}" type="sibTrans" cxnId="{11841ABE-69DE-46A4-A230-44928E8C957E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E18E24F2-0E65-43FF-A2F0-29072872FC4F}">
      <dgm:prSet custT="1"/>
      <dgm:spPr/>
      <dgm:t>
        <a:bodyPr/>
        <a:lstStyle/>
        <a:p>
          <a:pPr algn="ctr"/>
          <a:r>
            <a: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Types of research</a:t>
          </a:r>
        </a:p>
      </dgm:t>
    </dgm:pt>
    <dgm:pt modelId="{4D49DBD8-4CA5-4BE2-B89F-044670354E7F}" type="parTrans" cxnId="{E42A409C-C7C4-47EF-9E0A-C04A18FC786C}">
      <dgm:prSet/>
      <dgm:spPr/>
      <dgm:t>
        <a:bodyPr/>
        <a:lstStyle/>
        <a:p>
          <a:pPr algn="ctr"/>
          <a:endParaRPr lang="en-IN"/>
        </a:p>
      </dgm:t>
    </dgm:pt>
    <dgm:pt modelId="{3BEE4A73-A0B8-44CA-929F-02E1BB6DB083}" type="sibTrans" cxnId="{E42A409C-C7C4-47EF-9E0A-C04A18FC786C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62F227F5-6C37-43ED-A2F1-F1BEC442DA65}">
      <dgm:prSet custT="1"/>
      <dgm:spPr/>
      <dgm:t>
        <a:bodyPr/>
        <a:lstStyle/>
        <a:p>
          <a:pPr algn="ctr" rtl="0"/>
          <a:r>
            <a:rPr kumimoji="0" lang="en-IN" sz="1400" b="1" i="0" u="none" strike="noStrike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rPr>
            <a:t>Thesis Writing</a:t>
          </a:r>
          <a:endParaRPr lang="en-IN" sz="1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5511294-49AF-41E5-B3F7-65463FD00626}" type="parTrans" cxnId="{6630F142-80AB-469C-8936-2836CDE79027}">
      <dgm:prSet/>
      <dgm:spPr/>
      <dgm:t>
        <a:bodyPr/>
        <a:lstStyle/>
        <a:p>
          <a:pPr algn="ctr"/>
          <a:endParaRPr lang="en-IN"/>
        </a:p>
      </dgm:t>
    </dgm:pt>
    <dgm:pt modelId="{EC1CF23C-459A-4EEB-A54C-14C905741AFE}" type="sibTrans" cxnId="{6630F142-80AB-469C-8936-2836CDE79027}">
      <dgm:prSet/>
      <dgm:spPr/>
      <dgm:t>
        <a:bodyPr/>
        <a:lstStyle/>
        <a:p>
          <a:pPr algn="ctr"/>
          <a:endParaRPr lang="en-IN">
            <a:solidFill>
              <a:schemeClr val="tx1"/>
            </a:solidFill>
          </a:endParaRPr>
        </a:p>
      </dgm:t>
    </dgm:pt>
    <dgm:pt modelId="{244C440E-9574-469B-89C1-23467D9DDD6F}">
      <dgm:prSet custT="1"/>
      <dgm:spPr/>
      <dgm:t>
        <a:bodyPr/>
        <a:lstStyle/>
        <a:p>
          <a:r>
            <a:rPr lang="en-US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Research Skills</a:t>
          </a:r>
          <a:endParaRPr lang="en-IN" sz="1400" b="1" dirty="0">
            <a:solidFill>
              <a:schemeClr val="tx1"/>
            </a:solidFill>
          </a:endParaRPr>
        </a:p>
      </dgm:t>
    </dgm:pt>
    <dgm:pt modelId="{DEA1B6C0-8EB8-458A-B901-F85B476F99D3}" type="parTrans" cxnId="{1F7BD396-05CC-48BD-8E68-8AA3AB58E6A5}">
      <dgm:prSet/>
      <dgm:spPr/>
      <dgm:t>
        <a:bodyPr/>
        <a:lstStyle/>
        <a:p>
          <a:endParaRPr lang="en-IN"/>
        </a:p>
      </dgm:t>
    </dgm:pt>
    <dgm:pt modelId="{82FE1A82-0D98-491D-B3B2-CEAEBFF3AC89}" type="sibTrans" cxnId="{1F7BD396-05CC-48BD-8E68-8AA3AB58E6A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907A14D9-5AF6-4AE2-8A3B-8F81F0007F68}">
      <dgm:prSet custT="1"/>
      <dgm:spPr/>
      <dgm:t>
        <a:bodyPr/>
        <a:lstStyle/>
        <a:p>
          <a:r>
            <a:rPr lang="en-IN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Good research</a:t>
          </a:r>
        </a:p>
      </dgm:t>
    </dgm:pt>
    <dgm:pt modelId="{D1DAE1E2-3AA3-4735-92D7-5B658F5458AF}" type="parTrans" cxnId="{08A6B50A-5569-43F0-93B4-A13AA02BDE66}">
      <dgm:prSet/>
      <dgm:spPr/>
      <dgm:t>
        <a:bodyPr/>
        <a:lstStyle/>
        <a:p>
          <a:endParaRPr lang="en-IN"/>
        </a:p>
      </dgm:t>
    </dgm:pt>
    <dgm:pt modelId="{D30134E9-64C5-4C69-B2F5-3A94621899F9}" type="sibTrans" cxnId="{08A6B50A-5569-43F0-93B4-A13AA02BDE66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45B4DE40-F271-4532-BDEB-B6DFD9FACFD6}">
      <dgm:prSet custT="1"/>
      <dgm:spPr/>
      <dgm:t>
        <a:bodyPr/>
        <a:lstStyle/>
        <a:p>
          <a:pPr rtl="0"/>
          <a:r>
            <a: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Course Outcomes</a:t>
          </a:r>
        </a:p>
      </dgm:t>
    </dgm:pt>
    <dgm:pt modelId="{8777CC5F-7DC3-4959-99D0-2579C360E0E0}" type="parTrans" cxnId="{3425BACD-FCAF-40D0-93CA-251D534093C5}">
      <dgm:prSet/>
      <dgm:spPr/>
      <dgm:t>
        <a:bodyPr/>
        <a:lstStyle/>
        <a:p>
          <a:endParaRPr lang="en-US"/>
        </a:p>
      </dgm:t>
    </dgm:pt>
    <dgm:pt modelId="{3D129C8E-D95A-4E00-82F1-A4EF8E11A7BD}" type="sibTrans" cxnId="{3425BACD-FCAF-40D0-93CA-251D534093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5290FF6-72C0-4EA0-96AD-5F3D81652AF6}" type="pres">
      <dgm:prSet presAssocID="{03965EEC-AF8C-4539-985C-BE94C224B117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A05E7A9-B81B-4A10-AADA-67BCC278F4E0}" type="pres">
      <dgm:prSet presAssocID="{8ED29B5E-AE6B-4245-8A36-A6E8B7C8833E}" presName="centerShape" presStyleLbl="node0" presStyleIdx="0" presStyleCnt="1" custScaleX="172132" custScaleY="128070" custLinFactNeighborX="3192" custLinFactNeighborY="2129"/>
      <dgm:spPr/>
      <dgm:t>
        <a:bodyPr/>
        <a:lstStyle/>
        <a:p>
          <a:endParaRPr lang="en-US"/>
        </a:p>
      </dgm:t>
    </dgm:pt>
    <dgm:pt modelId="{0406FCC9-5044-47A4-9259-A61F2DBBFBF8}" type="pres">
      <dgm:prSet presAssocID="{8845BAB1-177F-4884-8675-C3FD10D4805C}" presName="node" presStyleLbl="node1" presStyleIdx="0" presStyleCnt="10" custScaleX="147470" custRadScaleRad="95993" custRadScaleInc="344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981EC5-B31B-45FD-B5EF-8438F534E67C}" type="pres">
      <dgm:prSet presAssocID="{8845BAB1-177F-4884-8675-C3FD10D4805C}" presName="dummy" presStyleCnt="0"/>
      <dgm:spPr/>
    </dgm:pt>
    <dgm:pt modelId="{FB290E59-5968-462D-B24C-AC44135F2236}" type="pres">
      <dgm:prSet presAssocID="{5B241F0A-1102-43B6-9E31-33780DFADB97}" presName="sibTrans" presStyleLbl="sibTrans2D1" presStyleIdx="0" presStyleCnt="10"/>
      <dgm:spPr/>
      <dgm:t>
        <a:bodyPr/>
        <a:lstStyle/>
        <a:p>
          <a:endParaRPr lang="en-US"/>
        </a:p>
      </dgm:t>
    </dgm:pt>
    <dgm:pt modelId="{0DFCEF7F-6042-45C0-B43A-DDD33AE816C2}" type="pres">
      <dgm:prSet presAssocID="{377301EC-8D24-42C7-9B7B-55EC7118547C}" presName="node" presStyleLbl="node1" presStyleIdx="1" presStyleCnt="10" custScaleX="179891" custScaleY="99446" custRadScaleRad="109683" custRadScaleInc="994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E5C7B2-0A16-4490-9438-CCB27EE1433F}" type="pres">
      <dgm:prSet presAssocID="{377301EC-8D24-42C7-9B7B-55EC7118547C}" presName="dummy" presStyleCnt="0"/>
      <dgm:spPr/>
    </dgm:pt>
    <dgm:pt modelId="{603BD123-5ED6-420B-B534-68690BACE7EC}" type="pres">
      <dgm:prSet presAssocID="{89CCD4CA-AC8F-4E1A-B6A8-33CBBF60D2ED}" presName="sibTrans" presStyleLbl="sibTrans2D1" presStyleIdx="1" presStyleCnt="10"/>
      <dgm:spPr/>
      <dgm:t>
        <a:bodyPr/>
        <a:lstStyle/>
        <a:p>
          <a:endParaRPr lang="en-US"/>
        </a:p>
      </dgm:t>
    </dgm:pt>
    <dgm:pt modelId="{2BB509AA-5EB3-467E-BAB0-AA44ACD1E09C}" type="pres">
      <dgm:prSet presAssocID="{312A8BA6-D636-493C-ABDE-7B0336178245}" presName="node" presStyleLbl="node1" presStyleIdx="2" presStyleCnt="10" custScaleX="128863" custScaleY="106237" custRadScaleRad="116793" custRadScaleInc="5282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0A9C38-4DEE-40DA-93D4-68FB1CB4B2DE}" type="pres">
      <dgm:prSet presAssocID="{312A8BA6-D636-493C-ABDE-7B0336178245}" presName="dummy" presStyleCnt="0"/>
      <dgm:spPr/>
    </dgm:pt>
    <dgm:pt modelId="{107EC3C8-E830-40F1-ADDC-1C05C6A1C3E4}" type="pres">
      <dgm:prSet presAssocID="{1B30D834-97E8-4894-9BE2-177D5254ED60}" presName="sibTrans" presStyleLbl="sibTrans2D1" presStyleIdx="2" presStyleCnt="10"/>
      <dgm:spPr/>
      <dgm:t>
        <a:bodyPr/>
        <a:lstStyle/>
        <a:p>
          <a:endParaRPr lang="en-US"/>
        </a:p>
      </dgm:t>
    </dgm:pt>
    <dgm:pt modelId="{C57FCB07-A381-4ABA-9C66-AA83B1BF673D}" type="pres">
      <dgm:prSet presAssocID="{E18E24F2-0E65-43FF-A2F0-29072872FC4F}" presName="node" presStyleLbl="node1" presStyleIdx="3" presStyleCnt="10" custScaleX="153582" custRadScaleRad="117062" custRadScaleInc="-197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8CFBDE-ADDD-4A63-94D1-11B2D03F57D0}" type="pres">
      <dgm:prSet presAssocID="{E18E24F2-0E65-43FF-A2F0-29072872FC4F}" presName="dummy" presStyleCnt="0"/>
      <dgm:spPr/>
    </dgm:pt>
    <dgm:pt modelId="{A5EE6B0B-BB3B-44A0-A4E1-ECFEAA2CEC2A}" type="pres">
      <dgm:prSet presAssocID="{3BEE4A73-A0B8-44CA-929F-02E1BB6DB083}" presName="sibTrans" presStyleLbl="sibTrans2D1" presStyleIdx="3" presStyleCnt="10"/>
      <dgm:spPr/>
      <dgm:t>
        <a:bodyPr/>
        <a:lstStyle/>
        <a:p>
          <a:endParaRPr lang="en-US"/>
        </a:p>
      </dgm:t>
    </dgm:pt>
    <dgm:pt modelId="{920B0035-A643-47D9-8E94-CE8C10608524}" type="pres">
      <dgm:prSet presAssocID="{907A14D9-5AF6-4AE2-8A3B-8F81F0007F68}" presName="node" presStyleLbl="node1" presStyleIdx="4" presStyleCnt="10" custScaleX="127911" custRadScaleRad="115817" custRadScaleInc="-610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79921B-02C0-4D42-86B2-BF7469AAD45E}" type="pres">
      <dgm:prSet presAssocID="{907A14D9-5AF6-4AE2-8A3B-8F81F0007F68}" presName="dummy" presStyleCnt="0"/>
      <dgm:spPr/>
    </dgm:pt>
    <dgm:pt modelId="{87C561E4-99FA-4B1F-B3C4-C4D6958E2ABC}" type="pres">
      <dgm:prSet presAssocID="{D30134E9-64C5-4C69-B2F5-3A94621899F9}" presName="sibTrans" presStyleLbl="sibTrans2D1" presStyleIdx="4" presStyleCnt="10"/>
      <dgm:spPr/>
      <dgm:t>
        <a:bodyPr/>
        <a:lstStyle/>
        <a:p>
          <a:endParaRPr lang="en-US"/>
        </a:p>
      </dgm:t>
    </dgm:pt>
    <dgm:pt modelId="{ABFDC926-52F5-43E7-BB68-A7A617669257}" type="pres">
      <dgm:prSet presAssocID="{35E1867F-3793-4F2C-8ADF-2C4436EEA544}" presName="node" presStyleLbl="node1" presStyleIdx="5" presStyleCnt="10" custScaleX="139143" custScaleY="115902" custRadScaleRad="101094" custRadScaleInc="-503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133892-3FB1-406B-901D-1E78DDD4203F}" type="pres">
      <dgm:prSet presAssocID="{35E1867F-3793-4F2C-8ADF-2C4436EEA544}" presName="dummy" presStyleCnt="0"/>
      <dgm:spPr/>
    </dgm:pt>
    <dgm:pt modelId="{1D9B05FC-C110-42C1-BAFA-3F9AF3E033D5}" type="pres">
      <dgm:prSet presAssocID="{DD45DF9F-D8DA-4F4E-918A-EAE8996120A7}" presName="sibTrans" presStyleLbl="sibTrans2D1" presStyleIdx="5" presStyleCnt="10"/>
      <dgm:spPr/>
      <dgm:t>
        <a:bodyPr/>
        <a:lstStyle/>
        <a:p>
          <a:endParaRPr lang="en-US"/>
        </a:p>
      </dgm:t>
    </dgm:pt>
    <dgm:pt modelId="{56175051-FB25-4965-A92D-44C0ECB755F6}" type="pres">
      <dgm:prSet presAssocID="{244C440E-9574-469B-89C1-23467D9DDD6F}" presName="node" presStyleLbl="node1" presStyleIdx="6" presStyleCnt="10" custScaleX="130537" custRadScaleRad="104961" custRadScaleInc="1957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696A7E-972A-477C-A979-703A52F1DF86}" type="pres">
      <dgm:prSet presAssocID="{244C440E-9574-469B-89C1-23467D9DDD6F}" presName="dummy" presStyleCnt="0"/>
      <dgm:spPr/>
    </dgm:pt>
    <dgm:pt modelId="{10778D25-3F17-4185-86C3-591ABF463917}" type="pres">
      <dgm:prSet presAssocID="{82FE1A82-0D98-491D-B3B2-CEAEBFF3AC89}" presName="sibTrans" presStyleLbl="sibTrans2D1" presStyleIdx="6" presStyleCnt="10"/>
      <dgm:spPr/>
      <dgm:t>
        <a:bodyPr/>
        <a:lstStyle/>
        <a:p>
          <a:endParaRPr lang="en-US"/>
        </a:p>
      </dgm:t>
    </dgm:pt>
    <dgm:pt modelId="{B056A5E2-B629-4344-97E8-1188C7275BBF}" type="pres">
      <dgm:prSet presAssocID="{DB72CBEE-5F23-4476-B1C9-A72F58B7BBEF}" presName="node" presStyleLbl="node1" presStyleIdx="7" presStyleCnt="10" custScaleX="187943" custScaleY="107126" custRadScaleRad="105287" custRadScaleInc="128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D8E81C-8EB3-460F-B4AB-1652C5A022BF}" type="pres">
      <dgm:prSet presAssocID="{DB72CBEE-5F23-4476-B1C9-A72F58B7BBEF}" presName="dummy" presStyleCnt="0"/>
      <dgm:spPr/>
    </dgm:pt>
    <dgm:pt modelId="{81E79D33-B11E-41AF-8934-3A98135945D4}" type="pres">
      <dgm:prSet presAssocID="{9AFB47EB-D455-4BB0-9E61-F1F90B7D7F5A}" presName="sibTrans" presStyleLbl="sibTrans2D1" presStyleIdx="7" presStyleCnt="10"/>
      <dgm:spPr/>
      <dgm:t>
        <a:bodyPr/>
        <a:lstStyle/>
        <a:p>
          <a:endParaRPr lang="en-US"/>
        </a:p>
      </dgm:t>
    </dgm:pt>
    <dgm:pt modelId="{AE353A2D-C6BB-4F36-BD67-C31408978D45}" type="pres">
      <dgm:prSet presAssocID="{62F227F5-6C37-43ED-A2F1-F1BEC442DA65}" presName="node" presStyleLbl="node1" presStyleIdx="8" presStyleCnt="10" custScaleX="181260" custRadScaleRad="103646" custRadScaleInc="-32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7E4E0A-FBBA-4C44-BA3E-0B93C37407F8}" type="pres">
      <dgm:prSet presAssocID="{62F227F5-6C37-43ED-A2F1-F1BEC442DA65}" presName="dummy" presStyleCnt="0"/>
      <dgm:spPr/>
    </dgm:pt>
    <dgm:pt modelId="{6F9FE83B-4FAB-407F-9B87-0FFC3E561A9C}" type="pres">
      <dgm:prSet presAssocID="{EC1CF23C-459A-4EEB-A54C-14C905741AFE}" presName="sibTrans" presStyleLbl="sibTrans2D1" presStyleIdx="8" presStyleCnt="10"/>
      <dgm:spPr/>
      <dgm:t>
        <a:bodyPr/>
        <a:lstStyle/>
        <a:p>
          <a:endParaRPr lang="en-US"/>
        </a:p>
      </dgm:t>
    </dgm:pt>
    <dgm:pt modelId="{9F5E5C61-4A40-4E78-BC9E-6EB56852F8EB}" type="pres">
      <dgm:prSet presAssocID="{45B4DE40-F271-4532-BDEB-B6DFD9FACFD6}" presName="node" presStyleLbl="node1" presStyleIdx="9" presStyleCnt="10" custScaleX="133714" custRadScaleRad="100365" custRadScaleInc="-314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2CD38E-9082-46CE-A9B3-D2EF0D0D6C74}" type="pres">
      <dgm:prSet presAssocID="{45B4DE40-F271-4532-BDEB-B6DFD9FACFD6}" presName="dummy" presStyleCnt="0"/>
      <dgm:spPr/>
    </dgm:pt>
    <dgm:pt modelId="{4950A007-4A69-400A-9D78-B2D3FCCEED48}" type="pres">
      <dgm:prSet presAssocID="{3D129C8E-D95A-4E00-82F1-A4EF8E11A7BD}" presName="sibTrans" presStyleLbl="sibTrans2D1" presStyleIdx="9" presStyleCnt="10"/>
      <dgm:spPr/>
      <dgm:t>
        <a:bodyPr/>
        <a:lstStyle/>
        <a:p>
          <a:endParaRPr lang="en-US"/>
        </a:p>
      </dgm:t>
    </dgm:pt>
  </dgm:ptLst>
  <dgm:cxnLst>
    <dgm:cxn modelId="{11841ABE-69DE-46A4-A230-44928E8C957E}" srcId="{8ED29B5E-AE6B-4245-8A36-A6E8B7C8833E}" destId="{DB72CBEE-5F23-4476-B1C9-A72F58B7BBEF}" srcOrd="7" destOrd="0" parTransId="{55A96DC7-E422-4A1F-8C9B-7378DCE5C72F}" sibTransId="{9AFB47EB-D455-4BB0-9E61-F1F90B7D7F5A}"/>
    <dgm:cxn modelId="{78A039A4-C992-46EC-939A-C295E2ABE967}" srcId="{8ED29B5E-AE6B-4245-8A36-A6E8B7C8833E}" destId="{35E1867F-3793-4F2C-8ADF-2C4436EEA544}" srcOrd="5" destOrd="0" parTransId="{B89D3F57-595D-406B-AE41-C090907679E4}" sibTransId="{DD45DF9F-D8DA-4F4E-918A-EAE8996120A7}"/>
    <dgm:cxn modelId="{0D3E33DD-DF20-4336-B56F-DA30EB7EA5D3}" type="presOf" srcId="{E18E24F2-0E65-43FF-A2F0-29072872FC4F}" destId="{C57FCB07-A381-4ABA-9C66-AA83B1BF673D}" srcOrd="0" destOrd="0" presId="urn:microsoft.com/office/officeart/2005/8/layout/radial6"/>
    <dgm:cxn modelId="{DB254E35-CF7D-4FCB-A3CD-CC93F0921FBA}" type="presOf" srcId="{82FE1A82-0D98-491D-B3B2-CEAEBFF3AC89}" destId="{10778D25-3F17-4185-86C3-591ABF463917}" srcOrd="0" destOrd="0" presId="urn:microsoft.com/office/officeart/2005/8/layout/radial6"/>
    <dgm:cxn modelId="{855B9AF2-4780-4E0E-8CFC-4881575BBC6A}" type="presOf" srcId="{377301EC-8D24-42C7-9B7B-55EC7118547C}" destId="{0DFCEF7F-6042-45C0-B43A-DDD33AE816C2}" srcOrd="0" destOrd="0" presId="urn:microsoft.com/office/officeart/2005/8/layout/radial6"/>
    <dgm:cxn modelId="{EAE92FE0-8D3E-409A-B05E-CEF74F442A09}" type="presOf" srcId="{9AFB47EB-D455-4BB0-9E61-F1F90B7D7F5A}" destId="{81E79D33-B11E-41AF-8934-3A98135945D4}" srcOrd="0" destOrd="0" presId="urn:microsoft.com/office/officeart/2005/8/layout/radial6"/>
    <dgm:cxn modelId="{3425BACD-FCAF-40D0-93CA-251D534093C5}" srcId="{8ED29B5E-AE6B-4245-8A36-A6E8B7C8833E}" destId="{45B4DE40-F271-4532-BDEB-B6DFD9FACFD6}" srcOrd="9" destOrd="0" parTransId="{8777CC5F-7DC3-4959-99D0-2579C360E0E0}" sibTransId="{3D129C8E-D95A-4E00-82F1-A4EF8E11A7BD}"/>
    <dgm:cxn modelId="{7A497076-656D-42E4-89C5-CB126AE4DC1E}" type="presOf" srcId="{62F227F5-6C37-43ED-A2F1-F1BEC442DA65}" destId="{AE353A2D-C6BB-4F36-BD67-C31408978D45}" srcOrd="0" destOrd="0" presId="urn:microsoft.com/office/officeart/2005/8/layout/radial6"/>
    <dgm:cxn modelId="{390504BF-66C5-47B6-A79B-638356AF441C}" type="presOf" srcId="{EC1CF23C-459A-4EEB-A54C-14C905741AFE}" destId="{6F9FE83B-4FAB-407F-9B87-0FFC3E561A9C}" srcOrd="0" destOrd="0" presId="urn:microsoft.com/office/officeart/2005/8/layout/radial6"/>
    <dgm:cxn modelId="{C2191E5E-9F07-4AD8-B441-659D6E006FFA}" type="presOf" srcId="{907A14D9-5AF6-4AE2-8A3B-8F81F0007F68}" destId="{920B0035-A643-47D9-8E94-CE8C10608524}" srcOrd="0" destOrd="0" presId="urn:microsoft.com/office/officeart/2005/8/layout/radial6"/>
    <dgm:cxn modelId="{E373C199-05D9-4F07-BD6B-BF26CF8BE151}" type="presOf" srcId="{03965EEC-AF8C-4539-985C-BE94C224B117}" destId="{75290FF6-72C0-4EA0-96AD-5F3D81652AF6}" srcOrd="0" destOrd="0" presId="urn:microsoft.com/office/officeart/2005/8/layout/radial6"/>
    <dgm:cxn modelId="{E42A409C-C7C4-47EF-9E0A-C04A18FC786C}" srcId="{8ED29B5E-AE6B-4245-8A36-A6E8B7C8833E}" destId="{E18E24F2-0E65-43FF-A2F0-29072872FC4F}" srcOrd="3" destOrd="0" parTransId="{4D49DBD8-4CA5-4BE2-B89F-044670354E7F}" sibTransId="{3BEE4A73-A0B8-44CA-929F-02E1BB6DB083}"/>
    <dgm:cxn modelId="{1F7BD396-05CC-48BD-8E68-8AA3AB58E6A5}" srcId="{8ED29B5E-AE6B-4245-8A36-A6E8B7C8833E}" destId="{244C440E-9574-469B-89C1-23467D9DDD6F}" srcOrd="6" destOrd="0" parTransId="{DEA1B6C0-8EB8-458A-B901-F85B476F99D3}" sibTransId="{82FE1A82-0D98-491D-B3B2-CEAEBFF3AC89}"/>
    <dgm:cxn modelId="{294580AA-84FC-4DDB-B156-7C8775B2B6A5}" type="presOf" srcId="{1B30D834-97E8-4894-9BE2-177D5254ED60}" destId="{107EC3C8-E830-40F1-ADDC-1C05C6A1C3E4}" srcOrd="0" destOrd="0" presId="urn:microsoft.com/office/officeart/2005/8/layout/radial6"/>
    <dgm:cxn modelId="{5A5AC48E-BB0C-4767-9657-511C9B95F060}" type="presOf" srcId="{DB72CBEE-5F23-4476-B1C9-A72F58B7BBEF}" destId="{B056A5E2-B629-4344-97E8-1188C7275BBF}" srcOrd="0" destOrd="0" presId="urn:microsoft.com/office/officeart/2005/8/layout/radial6"/>
    <dgm:cxn modelId="{1C74FBC7-BFF7-41EF-8E76-7297DC50FB11}" type="presOf" srcId="{45B4DE40-F271-4532-BDEB-B6DFD9FACFD6}" destId="{9F5E5C61-4A40-4E78-BC9E-6EB56852F8EB}" srcOrd="0" destOrd="0" presId="urn:microsoft.com/office/officeart/2005/8/layout/radial6"/>
    <dgm:cxn modelId="{0FEB4C29-5BFC-40A5-B9DD-069DE0F897F9}" srcId="{8ED29B5E-AE6B-4245-8A36-A6E8B7C8833E}" destId="{312A8BA6-D636-493C-ABDE-7B0336178245}" srcOrd="2" destOrd="0" parTransId="{F2756B21-DF21-4338-8F7B-9064CEF7F8C5}" sibTransId="{1B30D834-97E8-4894-9BE2-177D5254ED60}"/>
    <dgm:cxn modelId="{77A0880C-C43E-40D3-B3CC-892155DC4E31}" type="presOf" srcId="{244C440E-9574-469B-89C1-23467D9DDD6F}" destId="{56175051-FB25-4965-A92D-44C0ECB755F6}" srcOrd="0" destOrd="0" presId="urn:microsoft.com/office/officeart/2005/8/layout/radial6"/>
    <dgm:cxn modelId="{D6CA6EE8-385C-4E9A-ADE6-1CC26DB82ABC}" type="presOf" srcId="{5B241F0A-1102-43B6-9E31-33780DFADB97}" destId="{FB290E59-5968-462D-B24C-AC44135F2236}" srcOrd="0" destOrd="0" presId="urn:microsoft.com/office/officeart/2005/8/layout/radial6"/>
    <dgm:cxn modelId="{02B0E7EA-4D2D-425D-984E-9B90AE732790}" type="presOf" srcId="{312A8BA6-D636-493C-ABDE-7B0336178245}" destId="{2BB509AA-5EB3-467E-BAB0-AA44ACD1E09C}" srcOrd="0" destOrd="0" presId="urn:microsoft.com/office/officeart/2005/8/layout/radial6"/>
    <dgm:cxn modelId="{08A6B50A-5569-43F0-93B4-A13AA02BDE66}" srcId="{8ED29B5E-AE6B-4245-8A36-A6E8B7C8833E}" destId="{907A14D9-5AF6-4AE2-8A3B-8F81F0007F68}" srcOrd="4" destOrd="0" parTransId="{D1DAE1E2-3AA3-4735-92D7-5B658F5458AF}" sibTransId="{D30134E9-64C5-4C69-B2F5-3A94621899F9}"/>
    <dgm:cxn modelId="{A0F313AA-DDD8-4994-B676-5350AEDF11A2}" srcId="{8ED29B5E-AE6B-4245-8A36-A6E8B7C8833E}" destId="{8845BAB1-177F-4884-8675-C3FD10D4805C}" srcOrd="0" destOrd="0" parTransId="{A4A5DEC3-804F-44A3-AC14-8859445795D9}" sibTransId="{5B241F0A-1102-43B6-9E31-33780DFADB97}"/>
    <dgm:cxn modelId="{6630F142-80AB-469C-8936-2836CDE79027}" srcId="{8ED29B5E-AE6B-4245-8A36-A6E8B7C8833E}" destId="{62F227F5-6C37-43ED-A2F1-F1BEC442DA65}" srcOrd="8" destOrd="0" parTransId="{55511294-49AF-41E5-B3F7-65463FD00626}" sibTransId="{EC1CF23C-459A-4EEB-A54C-14C905741AFE}"/>
    <dgm:cxn modelId="{2D341ADE-83CA-4670-A1A1-4CD0DF0463F2}" type="presOf" srcId="{DD45DF9F-D8DA-4F4E-918A-EAE8996120A7}" destId="{1D9B05FC-C110-42C1-BAFA-3F9AF3E033D5}" srcOrd="0" destOrd="0" presId="urn:microsoft.com/office/officeart/2005/8/layout/radial6"/>
    <dgm:cxn modelId="{D0297444-D476-4A70-867A-F459D1785447}" type="presOf" srcId="{35E1867F-3793-4F2C-8ADF-2C4436EEA544}" destId="{ABFDC926-52F5-43E7-BB68-A7A617669257}" srcOrd="0" destOrd="0" presId="urn:microsoft.com/office/officeart/2005/8/layout/radial6"/>
    <dgm:cxn modelId="{91012D31-E7D8-45E0-8453-E5457F70232C}" type="presOf" srcId="{89CCD4CA-AC8F-4E1A-B6A8-33CBBF60D2ED}" destId="{603BD123-5ED6-420B-B534-68690BACE7EC}" srcOrd="0" destOrd="0" presId="urn:microsoft.com/office/officeart/2005/8/layout/radial6"/>
    <dgm:cxn modelId="{169C102F-B427-4CDD-8145-57A35660F3A2}" type="presOf" srcId="{3D129C8E-D95A-4E00-82F1-A4EF8E11A7BD}" destId="{4950A007-4A69-400A-9D78-B2D3FCCEED48}" srcOrd="0" destOrd="0" presId="urn:microsoft.com/office/officeart/2005/8/layout/radial6"/>
    <dgm:cxn modelId="{A615D1C0-AF28-433B-9721-62B40FB5A7A2}" type="presOf" srcId="{3BEE4A73-A0B8-44CA-929F-02E1BB6DB083}" destId="{A5EE6B0B-BB3B-44A0-A4E1-ECFEAA2CEC2A}" srcOrd="0" destOrd="0" presId="urn:microsoft.com/office/officeart/2005/8/layout/radial6"/>
    <dgm:cxn modelId="{0DB61548-9F12-4857-868E-493A0B7AB43C}" type="presOf" srcId="{8845BAB1-177F-4884-8675-C3FD10D4805C}" destId="{0406FCC9-5044-47A4-9259-A61F2DBBFBF8}" srcOrd="0" destOrd="0" presId="urn:microsoft.com/office/officeart/2005/8/layout/radial6"/>
    <dgm:cxn modelId="{D0D94B39-6C4C-4DEA-8B98-BC469791A3E1}" type="presOf" srcId="{8ED29B5E-AE6B-4245-8A36-A6E8B7C8833E}" destId="{5A05E7A9-B81B-4A10-AADA-67BCC278F4E0}" srcOrd="0" destOrd="0" presId="urn:microsoft.com/office/officeart/2005/8/layout/radial6"/>
    <dgm:cxn modelId="{BFB740C2-88E0-4606-83B8-1E5897AB4152}" type="presOf" srcId="{D30134E9-64C5-4C69-B2F5-3A94621899F9}" destId="{87C561E4-99FA-4B1F-B3C4-C4D6958E2ABC}" srcOrd="0" destOrd="0" presId="urn:microsoft.com/office/officeart/2005/8/layout/radial6"/>
    <dgm:cxn modelId="{F523AD2A-ABDC-4019-B89C-6C61F56A2AD2}" srcId="{8ED29B5E-AE6B-4245-8A36-A6E8B7C8833E}" destId="{377301EC-8D24-42C7-9B7B-55EC7118547C}" srcOrd="1" destOrd="0" parTransId="{A3F4862B-2919-48A4-AE89-B57F7476AEF8}" sibTransId="{89CCD4CA-AC8F-4E1A-B6A8-33CBBF60D2ED}"/>
    <dgm:cxn modelId="{699976C9-6BEC-4033-9ACF-BD5B16EDC966}" srcId="{03965EEC-AF8C-4539-985C-BE94C224B117}" destId="{8ED29B5E-AE6B-4245-8A36-A6E8B7C8833E}" srcOrd="0" destOrd="0" parTransId="{1A87C9B2-A7F6-4D48-ABD6-FFA735525E69}" sibTransId="{0EBB4DF7-7422-4630-9796-2A070145D692}"/>
    <dgm:cxn modelId="{FEEB67CC-C35F-4C4B-860B-934ADF746C6B}" type="presParOf" srcId="{75290FF6-72C0-4EA0-96AD-5F3D81652AF6}" destId="{5A05E7A9-B81B-4A10-AADA-67BCC278F4E0}" srcOrd="0" destOrd="0" presId="urn:microsoft.com/office/officeart/2005/8/layout/radial6"/>
    <dgm:cxn modelId="{99B05885-CFE4-4C93-9A88-F0463477802E}" type="presParOf" srcId="{75290FF6-72C0-4EA0-96AD-5F3D81652AF6}" destId="{0406FCC9-5044-47A4-9259-A61F2DBBFBF8}" srcOrd="1" destOrd="0" presId="urn:microsoft.com/office/officeart/2005/8/layout/radial6"/>
    <dgm:cxn modelId="{7AC9D8FD-FF54-4F13-81DE-0F5950654BF7}" type="presParOf" srcId="{75290FF6-72C0-4EA0-96AD-5F3D81652AF6}" destId="{99981EC5-B31B-45FD-B5EF-8438F534E67C}" srcOrd="2" destOrd="0" presId="urn:microsoft.com/office/officeart/2005/8/layout/radial6"/>
    <dgm:cxn modelId="{D73981C9-D468-4B25-9320-0FC2AD1B02F2}" type="presParOf" srcId="{75290FF6-72C0-4EA0-96AD-5F3D81652AF6}" destId="{FB290E59-5968-462D-B24C-AC44135F2236}" srcOrd="3" destOrd="0" presId="urn:microsoft.com/office/officeart/2005/8/layout/radial6"/>
    <dgm:cxn modelId="{1BBD69BD-8DBD-4CE6-8F5F-A4E63EF612F1}" type="presParOf" srcId="{75290FF6-72C0-4EA0-96AD-5F3D81652AF6}" destId="{0DFCEF7F-6042-45C0-B43A-DDD33AE816C2}" srcOrd="4" destOrd="0" presId="urn:microsoft.com/office/officeart/2005/8/layout/radial6"/>
    <dgm:cxn modelId="{EFBCC05C-1425-47C7-B9C1-678E786A455F}" type="presParOf" srcId="{75290FF6-72C0-4EA0-96AD-5F3D81652AF6}" destId="{25E5C7B2-0A16-4490-9438-CCB27EE1433F}" srcOrd="5" destOrd="0" presId="urn:microsoft.com/office/officeart/2005/8/layout/radial6"/>
    <dgm:cxn modelId="{5732630F-C2F7-44F2-B3CC-17ED4C3A0E27}" type="presParOf" srcId="{75290FF6-72C0-4EA0-96AD-5F3D81652AF6}" destId="{603BD123-5ED6-420B-B534-68690BACE7EC}" srcOrd="6" destOrd="0" presId="urn:microsoft.com/office/officeart/2005/8/layout/radial6"/>
    <dgm:cxn modelId="{F935BA60-2F81-4EB0-804C-58F5A1D8C6FA}" type="presParOf" srcId="{75290FF6-72C0-4EA0-96AD-5F3D81652AF6}" destId="{2BB509AA-5EB3-467E-BAB0-AA44ACD1E09C}" srcOrd="7" destOrd="0" presId="urn:microsoft.com/office/officeart/2005/8/layout/radial6"/>
    <dgm:cxn modelId="{C597EAFC-AE8B-47BD-B0A1-28CBD4EE6039}" type="presParOf" srcId="{75290FF6-72C0-4EA0-96AD-5F3D81652AF6}" destId="{600A9C38-4DEE-40DA-93D4-68FB1CB4B2DE}" srcOrd="8" destOrd="0" presId="urn:microsoft.com/office/officeart/2005/8/layout/radial6"/>
    <dgm:cxn modelId="{CC196ADA-E78C-414C-A1AE-1EE1B854DF7D}" type="presParOf" srcId="{75290FF6-72C0-4EA0-96AD-5F3D81652AF6}" destId="{107EC3C8-E830-40F1-ADDC-1C05C6A1C3E4}" srcOrd="9" destOrd="0" presId="urn:microsoft.com/office/officeart/2005/8/layout/radial6"/>
    <dgm:cxn modelId="{2E7AFF16-2F80-4881-B6C9-859E89D1998A}" type="presParOf" srcId="{75290FF6-72C0-4EA0-96AD-5F3D81652AF6}" destId="{C57FCB07-A381-4ABA-9C66-AA83B1BF673D}" srcOrd="10" destOrd="0" presId="urn:microsoft.com/office/officeart/2005/8/layout/radial6"/>
    <dgm:cxn modelId="{6140D91A-A8B6-4734-A326-7195E86B3A09}" type="presParOf" srcId="{75290FF6-72C0-4EA0-96AD-5F3D81652AF6}" destId="{688CFBDE-ADDD-4A63-94D1-11B2D03F57D0}" srcOrd="11" destOrd="0" presId="urn:microsoft.com/office/officeart/2005/8/layout/radial6"/>
    <dgm:cxn modelId="{A7042A29-0FD9-4F75-95B0-4BAB77BC721B}" type="presParOf" srcId="{75290FF6-72C0-4EA0-96AD-5F3D81652AF6}" destId="{A5EE6B0B-BB3B-44A0-A4E1-ECFEAA2CEC2A}" srcOrd="12" destOrd="0" presId="urn:microsoft.com/office/officeart/2005/8/layout/radial6"/>
    <dgm:cxn modelId="{F5512FFC-C88F-4811-8E94-4C3E2BEEFCFA}" type="presParOf" srcId="{75290FF6-72C0-4EA0-96AD-5F3D81652AF6}" destId="{920B0035-A643-47D9-8E94-CE8C10608524}" srcOrd="13" destOrd="0" presId="urn:microsoft.com/office/officeart/2005/8/layout/radial6"/>
    <dgm:cxn modelId="{98BB467F-60FA-4434-8D8D-BE097CD4C162}" type="presParOf" srcId="{75290FF6-72C0-4EA0-96AD-5F3D81652AF6}" destId="{4E79921B-02C0-4D42-86B2-BF7469AAD45E}" srcOrd="14" destOrd="0" presId="urn:microsoft.com/office/officeart/2005/8/layout/radial6"/>
    <dgm:cxn modelId="{8CAD5C20-F8A6-4850-BF10-5D288CF610E0}" type="presParOf" srcId="{75290FF6-72C0-4EA0-96AD-5F3D81652AF6}" destId="{87C561E4-99FA-4B1F-B3C4-C4D6958E2ABC}" srcOrd="15" destOrd="0" presId="urn:microsoft.com/office/officeart/2005/8/layout/radial6"/>
    <dgm:cxn modelId="{10381729-8513-4068-A312-ED3DEF204878}" type="presParOf" srcId="{75290FF6-72C0-4EA0-96AD-5F3D81652AF6}" destId="{ABFDC926-52F5-43E7-BB68-A7A617669257}" srcOrd="16" destOrd="0" presId="urn:microsoft.com/office/officeart/2005/8/layout/radial6"/>
    <dgm:cxn modelId="{843F5DD0-B5C8-4116-9195-D7B8434A9D23}" type="presParOf" srcId="{75290FF6-72C0-4EA0-96AD-5F3D81652AF6}" destId="{FF133892-3FB1-406B-901D-1E78DDD4203F}" srcOrd="17" destOrd="0" presId="urn:microsoft.com/office/officeart/2005/8/layout/radial6"/>
    <dgm:cxn modelId="{017F73FE-4833-4614-A8ED-7AFEEC8FC5BC}" type="presParOf" srcId="{75290FF6-72C0-4EA0-96AD-5F3D81652AF6}" destId="{1D9B05FC-C110-42C1-BAFA-3F9AF3E033D5}" srcOrd="18" destOrd="0" presId="urn:microsoft.com/office/officeart/2005/8/layout/radial6"/>
    <dgm:cxn modelId="{71158990-09D5-4B3D-864D-C7C10CB8DC43}" type="presParOf" srcId="{75290FF6-72C0-4EA0-96AD-5F3D81652AF6}" destId="{56175051-FB25-4965-A92D-44C0ECB755F6}" srcOrd="19" destOrd="0" presId="urn:microsoft.com/office/officeart/2005/8/layout/radial6"/>
    <dgm:cxn modelId="{4378CCFC-1423-4D3A-AB36-0F23E283F3F0}" type="presParOf" srcId="{75290FF6-72C0-4EA0-96AD-5F3D81652AF6}" destId="{2C696A7E-972A-477C-A979-703A52F1DF86}" srcOrd="20" destOrd="0" presId="urn:microsoft.com/office/officeart/2005/8/layout/radial6"/>
    <dgm:cxn modelId="{75A25F51-F476-448A-B181-1045409C5DDB}" type="presParOf" srcId="{75290FF6-72C0-4EA0-96AD-5F3D81652AF6}" destId="{10778D25-3F17-4185-86C3-591ABF463917}" srcOrd="21" destOrd="0" presId="urn:microsoft.com/office/officeart/2005/8/layout/radial6"/>
    <dgm:cxn modelId="{02D76C40-F34A-4BFE-9E22-969B22CE9045}" type="presParOf" srcId="{75290FF6-72C0-4EA0-96AD-5F3D81652AF6}" destId="{B056A5E2-B629-4344-97E8-1188C7275BBF}" srcOrd="22" destOrd="0" presId="urn:microsoft.com/office/officeart/2005/8/layout/radial6"/>
    <dgm:cxn modelId="{FB04F184-4476-482B-BAA3-955C1624E1D7}" type="presParOf" srcId="{75290FF6-72C0-4EA0-96AD-5F3D81652AF6}" destId="{D3D8E81C-8EB3-460F-B4AB-1652C5A022BF}" srcOrd="23" destOrd="0" presId="urn:microsoft.com/office/officeart/2005/8/layout/radial6"/>
    <dgm:cxn modelId="{68E1E2FE-3A9D-4B00-953B-3A8E1B5EACCD}" type="presParOf" srcId="{75290FF6-72C0-4EA0-96AD-5F3D81652AF6}" destId="{81E79D33-B11E-41AF-8934-3A98135945D4}" srcOrd="24" destOrd="0" presId="urn:microsoft.com/office/officeart/2005/8/layout/radial6"/>
    <dgm:cxn modelId="{CBBE669C-A922-45E7-B2A5-8BEF8E98C6E4}" type="presParOf" srcId="{75290FF6-72C0-4EA0-96AD-5F3D81652AF6}" destId="{AE353A2D-C6BB-4F36-BD67-C31408978D45}" srcOrd="25" destOrd="0" presId="urn:microsoft.com/office/officeart/2005/8/layout/radial6"/>
    <dgm:cxn modelId="{871002D8-DFC3-4596-A56B-9558698FD5D6}" type="presParOf" srcId="{75290FF6-72C0-4EA0-96AD-5F3D81652AF6}" destId="{947E4E0A-FBBA-4C44-BA3E-0B93C37407F8}" srcOrd="26" destOrd="0" presId="urn:microsoft.com/office/officeart/2005/8/layout/radial6"/>
    <dgm:cxn modelId="{ACE61349-8DD4-4F0A-9E6F-8FE7BC4C7D8C}" type="presParOf" srcId="{75290FF6-72C0-4EA0-96AD-5F3D81652AF6}" destId="{6F9FE83B-4FAB-407F-9B87-0FFC3E561A9C}" srcOrd="27" destOrd="0" presId="urn:microsoft.com/office/officeart/2005/8/layout/radial6"/>
    <dgm:cxn modelId="{C06063C3-36B8-4B0F-9D9E-30544B8913FA}" type="presParOf" srcId="{75290FF6-72C0-4EA0-96AD-5F3D81652AF6}" destId="{9F5E5C61-4A40-4E78-BC9E-6EB56852F8EB}" srcOrd="28" destOrd="0" presId="urn:microsoft.com/office/officeart/2005/8/layout/radial6"/>
    <dgm:cxn modelId="{EB6CF344-FEB4-4A4A-AA4C-272168CEEF2C}" type="presParOf" srcId="{75290FF6-72C0-4EA0-96AD-5F3D81652AF6}" destId="{042CD38E-9082-46CE-A9B3-D2EF0D0D6C74}" srcOrd="29" destOrd="0" presId="urn:microsoft.com/office/officeart/2005/8/layout/radial6"/>
    <dgm:cxn modelId="{381A29B1-60ED-4416-9ED3-6EC4F02D8613}" type="presParOf" srcId="{75290FF6-72C0-4EA0-96AD-5F3D81652AF6}" destId="{4950A007-4A69-400A-9D78-B2D3FCCEED48}" srcOrd="30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09F37B-D8BF-4E00-B333-54BD402236B6}" type="doc">
      <dgm:prSet loTypeId="urn:microsoft.com/office/officeart/2005/8/layout/hierarchy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98077E-C20B-472B-9F65-AD94F6EF27C7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Based on Purpose</a:t>
          </a:r>
        </a:p>
      </dgm:t>
    </dgm:pt>
    <dgm:pt modelId="{6820A016-2131-44B8-98FC-A7AA97A07509}" type="parTrans" cxnId="{D9135B6F-73AA-4A43-8EEB-2A1C339329F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F2226817-6CAB-4D6D-A617-2B10D902554B}" type="sibTrans" cxnId="{D9135B6F-73AA-4A43-8EEB-2A1C339329F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ADC86604-BE56-4189-B38F-A6BCB1035EC4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Descriptive</a:t>
          </a:r>
        </a:p>
      </dgm:t>
    </dgm:pt>
    <dgm:pt modelId="{B4415EF6-C855-4555-999F-655B781D0982}" type="parTrans" cxnId="{A1C751B1-F6CA-4D73-8AE1-171E68A9EC15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01C94536-053C-4E86-928E-D17FEDFF29F4}" type="sibTrans" cxnId="{A1C751B1-F6CA-4D73-8AE1-171E68A9EC15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3520F39C-0475-4E44-B0D5-E7D17A20BB41}">
      <dgm:prSet phldrT="[Text]" custT="1"/>
      <dgm:spPr/>
      <dgm:t>
        <a:bodyPr/>
        <a:lstStyle/>
        <a:p>
          <a:pPr algn="ctr"/>
          <a:r>
            <a:rPr lang="en-US" sz="2000" b="0" dirty="0">
              <a:latin typeface="Times New Roman" pitchFamily="18" charset="0"/>
              <a:cs typeface="Times New Roman" pitchFamily="18" charset="0"/>
            </a:rPr>
            <a:t>Based on Method</a:t>
          </a:r>
        </a:p>
      </dgm:t>
    </dgm:pt>
    <dgm:pt modelId="{3F30B0FC-9631-4FD4-9150-5C778B755FE6}" type="parTrans" cxnId="{08344EC4-D9FF-47F5-89D8-0D75F875DB5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FC9A7F77-B3B3-4DF7-8572-278DE5B6F063}" type="sibTrans" cxnId="{08344EC4-D9FF-47F5-89D8-0D75F875DB5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9A56F6AB-4D50-482D-8E57-9208C51A6B44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Conceptual</a:t>
          </a:r>
        </a:p>
      </dgm:t>
    </dgm:pt>
    <dgm:pt modelId="{F9E01DF2-6F22-431C-B58C-61F8663588F3}" type="parTrans" cxnId="{19EB0F9D-573F-4F12-BAEA-8D630F1D259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69AC20B7-8458-4CA8-BF42-E4B273F70C78}" type="sibTrans" cxnId="{19EB0F9D-573F-4F12-BAEA-8D630F1D2598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7DE5DCA9-7FEF-4525-831F-438F3A3FE3F8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Empirical</a:t>
          </a:r>
        </a:p>
      </dgm:t>
    </dgm:pt>
    <dgm:pt modelId="{017EBB73-6236-411B-9C34-0F0A800A2BCB}" type="parTrans" cxnId="{9E5CD1CA-0133-4FD7-AE80-54C60AE13097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5424537E-6FCC-479D-A164-545364932548}" type="sibTrans" cxnId="{9E5CD1CA-0133-4FD7-AE80-54C60AE13097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A9117EBD-C514-4045-9CE7-AE54A70D0106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Analytical</a:t>
          </a:r>
        </a:p>
      </dgm:t>
    </dgm:pt>
    <dgm:pt modelId="{76D12888-F3BD-49F4-BBF0-0C57229DD47B}" type="sibTrans" cxnId="{9C57235E-7EA1-43DA-A423-FBDE22746BE3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14EC0FF9-01C6-41AB-B5B5-76E9552058C2}" type="parTrans" cxnId="{9C57235E-7EA1-43DA-A423-FBDE22746BE3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99C96D3D-7BE9-4BEA-8582-6C74AB7BEFA0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Explanatory</a:t>
          </a:r>
        </a:p>
      </dgm:t>
    </dgm:pt>
    <dgm:pt modelId="{134BBC2F-C2AE-4091-B75D-7DD6CFB252BA}" type="parTrans" cxnId="{FD1DE983-FA7E-4706-91FA-F25919DB9AE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D4F82296-E926-4327-B9E7-FCD392C42121}" type="sibTrans" cxnId="{FD1DE983-FA7E-4706-91FA-F25919DB9AE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DE25BCB0-116F-4F09-88ED-580E2A2F599E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Exploratory</a:t>
          </a:r>
        </a:p>
      </dgm:t>
    </dgm:pt>
    <dgm:pt modelId="{C264E3B6-B6CE-434A-82AF-502DC56F02AF}" type="parTrans" cxnId="{BD0E46F1-1DC7-40CD-8585-FDF3F0FD4DA6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EF770129-F043-4F87-90D6-EF59E9031DC0}" type="sibTrans" cxnId="{BD0E46F1-1DC7-40CD-8585-FDF3F0FD4DA6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94CCA5AB-AC69-4855-AE78-AB541DCE86B9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Based on Approach to Inquiry</a:t>
          </a:r>
        </a:p>
      </dgm:t>
    </dgm:pt>
    <dgm:pt modelId="{A85ABC66-53FE-4B58-A9F3-BB0AA3C5F310}" type="parTrans" cxnId="{9D973A17-D9B0-4CAC-9629-59A5CAAED284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C5B465BD-4C7A-4C42-BD95-1052CC84021E}" type="sibTrans" cxnId="{9D973A17-D9B0-4CAC-9629-59A5CAAED284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3E68B6D7-AC00-4969-B546-4E34DCFAA0D0}">
      <dgm:prSet phldrT="[Text]"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Based on Applications of Findings</a:t>
          </a:r>
        </a:p>
      </dgm:t>
    </dgm:pt>
    <dgm:pt modelId="{48F461CC-C980-4356-9569-1757BD71E099}" type="parTrans" cxnId="{F6310DE5-2A54-4C8E-8C5A-458064C25E73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5239FA25-7EDA-4F8F-816B-CDA0A657A0B4}" type="sibTrans" cxnId="{F6310DE5-2A54-4C8E-8C5A-458064C25E73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FFE3E800-1DD4-4829-887E-D236DA08848F}">
      <dgm:prSet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Quantitative</a:t>
          </a:r>
        </a:p>
      </dgm:t>
    </dgm:pt>
    <dgm:pt modelId="{71A4B2F7-DFA7-46C0-9432-C3A6CBA5E7A6}" type="parTrans" cxnId="{E4962526-8BF9-401A-8519-0DDC84DED51F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A3E9E497-2975-4E45-BCFE-877EAD3DA714}" type="sibTrans" cxnId="{E4962526-8BF9-401A-8519-0DDC84DED51F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18F9B3B4-0127-49E8-88ED-7AA40FE6A843}">
      <dgm:prSet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Qualitative</a:t>
          </a:r>
        </a:p>
      </dgm:t>
    </dgm:pt>
    <dgm:pt modelId="{899CF198-5201-4161-A1A2-21E21000344A}" type="parTrans" cxnId="{C643BA0D-DC07-4713-9F6C-A1D3F68E3087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E5614524-C484-4D83-B1E3-54F2DC30AEB0}" type="sibTrans" cxnId="{C643BA0D-DC07-4713-9F6C-A1D3F68E3087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C552908C-4E56-4F01-9AC4-092E78428A22}">
      <dgm:prSet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Fundamental</a:t>
          </a:r>
        </a:p>
      </dgm:t>
    </dgm:pt>
    <dgm:pt modelId="{B263720B-8870-4A82-828F-308A2A00DAF1}" type="parTrans" cxnId="{900825AC-CDCD-49B7-A1CE-13B49F83E189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4C1E0971-F8AC-4845-8F37-C581F0ABA7EF}" type="sibTrans" cxnId="{900825AC-CDCD-49B7-A1CE-13B49F83E189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11462708-2EB4-45EA-B193-38DFE06CA82C}">
      <dgm:prSet custT="1"/>
      <dgm:spPr/>
      <dgm:t>
        <a:bodyPr/>
        <a:lstStyle/>
        <a:p>
          <a:r>
            <a:rPr lang="en-US" sz="2000" b="0" dirty="0">
              <a:latin typeface="Times New Roman" pitchFamily="18" charset="0"/>
              <a:cs typeface="Times New Roman" pitchFamily="18" charset="0"/>
            </a:rPr>
            <a:t>Applied</a:t>
          </a:r>
        </a:p>
      </dgm:t>
    </dgm:pt>
    <dgm:pt modelId="{6E98F0B8-028C-4F22-B48B-F43D4C010D5B}" type="parTrans" cxnId="{323F8B42-AE7A-4E35-89A7-64BA00C0CCD9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1A20E855-BABB-4942-89B0-57D4A1416FC7}" type="sibTrans" cxnId="{323F8B42-AE7A-4E35-89A7-64BA00C0CCD9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47D126DB-A113-462B-BC28-4DD2A5D5D2B1}" type="pres">
      <dgm:prSet presAssocID="{9109F37B-D8BF-4E00-B333-54BD402236B6}" presName="diagram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BF98675-7611-4EF5-A748-37AED84FBDC4}" type="pres">
      <dgm:prSet presAssocID="{D898077E-C20B-472B-9F65-AD94F6EF27C7}" presName="root" presStyleCnt="0"/>
      <dgm:spPr/>
    </dgm:pt>
    <dgm:pt modelId="{ACE065AD-6ACF-4A0D-AD5D-E13C0CAAA495}" type="pres">
      <dgm:prSet presAssocID="{D898077E-C20B-472B-9F65-AD94F6EF27C7}" presName="rootComposite" presStyleCnt="0"/>
      <dgm:spPr/>
    </dgm:pt>
    <dgm:pt modelId="{B0FD25B2-8135-48F0-A86F-FEA14E7F972A}" type="pres">
      <dgm:prSet presAssocID="{D898077E-C20B-472B-9F65-AD94F6EF27C7}" presName="rootText" presStyleLbl="node1" presStyleIdx="0" presStyleCnt="4" custScaleX="124928" custScaleY="131993" custLinFactNeighborX="563"/>
      <dgm:spPr/>
      <dgm:t>
        <a:bodyPr/>
        <a:lstStyle/>
        <a:p>
          <a:endParaRPr lang="en-US"/>
        </a:p>
      </dgm:t>
    </dgm:pt>
    <dgm:pt modelId="{B6E56360-CA4A-40CE-8AD7-2558B2A9AF82}" type="pres">
      <dgm:prSet presAssocID="{D898077E-C20B-472B-9F65-AD94F6EF27C7}" presName="rootConnector" presStyleLbl="node1" presStyleIdx="0" presStyleCnt="4"/>
      <dgm:spPr/>
      <dgm:t>
        <a:bodyPr/>
        <a:lstStyle/>
        <a:p>
          <a:endParaRPr lang="en-US"/>
        </a:p>
      </dgm:t>
    </dgm:pt>
    <dgm:pt modelId="{89C0D608-A4DE-4620-B1DF-4A5887400B41}" type="pres">
      <dgm:prSet presAssocID="{D898077E-C20B-472B-9F65-AD94F6EF27C7}" presName="childShape" presStyleCnt="0"/>
      <dgm:spPr/>
    </dgm:pt>
    <dgm:pt modelId="{B55F6D7A-7A5B-4BB3-A684-D216FDD1C87F}" type="pres">
      <dgm:prSet presAssocID="{B4415EF6-C855-4555-999F-655B781D0982}" presName="Name13" presStyleLbl="parChTrans1D2" presStyleIdx="0" presStyleCnt="10"/>
      <dgm:spPr/>
      <dgm:t>
        <a:bodyPr/>
        <a:lstStyle/>
        <a:p>
          <a:endParaRPr lang="en-US"/>
        </a:p>
      </dgm:t>
    </dgm:pt>
    <dgm:pt modelId="{B0C2FFF9-37E3-40F8-A14F-76FF0BE00CE3}" type="pres">
      <dgm:prSet presAssocID="{ADC86604-BE56-4189-B38F-A6BCB1035EC4}" presName="childText" presStyleLbl="bgAcc1" presStyleIdx="0" presStyleCnt="10" custScaleX="1301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D09D22-0E22-4B48-BC19-35679440559C}" type="pres">
      <dgm:prSet presAssocID="{14EC0FF9-01C6-41AB-B5B5-76E9552058C2}" presName="Name13" presStyleLbl="parChTrans1D2" presStyleIdx="1" presStyleCnt="10"/>
      <dgm:spPr/>
      <dgm:t>
        <a:bodyPr/>
        <a:lstStyle/>
        <a:p>
          <a:endParaRPr lang="en-US"/>
        </a:p>
      </dgm:t>
    </dgm:pt>
    <dgm:pt modelId="{139406EE-42C3-4DA1-8DDB-F13768A82CD1}" type="pres">
      <dgm:prSet presAssocID="{A9117EBD-C514-4045-9CE7-AE54A70D0106}" presName="childText" presStyleLbl="bgAcc1" presStyleIdx="1" presStyleCnt="10" custScaleX="12925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D61D8F-4C75-48CB-8FCC-D3FB5A807702}" type="pres">
      <dgm:prSet presAssocID="{134BBC2F-C2AE-4091-B75D-7DD6CFB252BA}" presName="Name13" presStyleLbl="parChTrans1D2" presStyleIdx="2" presStyleCnt="10"/>
      <dgm:spPr/>
      <dgm:t>
        <a:bodyPr/>
        <a:lstStyle/>
        <a:p>
          <a:endParaRPr lang="en-US"/>
        </a:p>
      </dgm:t>
    </dgm:pt>
    <dgm:pt modelId="{AEC81569-8820-42C3-B3EA-5FCCB621B17A}" type="pres">
      <dgm:prSet presAssocID="{99C96D3D-7BE9-4BEA-8582-6C74AB7BEFA0}" presName="childText" presStyleLbl="bgAcc1" presStyleIdx="2" presStyleCnt="10" custScaleX="130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F80217-1FFB-49B1-B238-BA3036EBB099}" type="pres">
      <dgm:prSet presAssocID="{C264E3B6-B6CE-434A-82AF-502DC56F02AF}" presName="Name13" presStyleLbl="parChTrans1D2" presStyleIdx="3" presStyleCnt="10"/>
      <dgm:spPr/>
      <dgm:t>
        <a:bodyPr/>
        <a:lstStyle/>
        <a:p>
          <a:endParaRPr lang="en-US"/>
        </a:p>
      </dgm:t>
    </dgm:pt>
    <dgm:pt modelId="{3BCB11FF-0E72-4936-9569-D581C0B25B0E}" type="pres">
      <dgm:prSet presAssocID="{DE25BCB0-116F-4F09-88ED-580E2A2F599E}" presName="childText" presStyleLbl="bgAcc1" presStyleIdx="3" presStyleCnt="10" custScaleX="12925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7BD120-DA87-4ADA-9447-6A35D50B4A44}" type="pres">
      <dgm:prSet presAssocID="{3520F39C-0475-4E44-B0D5-E7D17A20BB41}" presName="root" presStyleCnt="0"/>
      <dgm:spPr/>
    </dgm:pt>
    <dgm:pt modelId="{A543B704-281F-4B9D-A0F5-34F4E093FB91}" type="pres">
      <dgm:prSet presAssocID="{3520F39C-0475-4E44-B0D5-E7D17A20BB41}" presName="rootComposite" presStyleCnt="0"/>
      <dgm:spPr/>
    </dgm:pt>
    <dgm:pt modelId="{DBDF3653-894F-4D9E-B21D-B9C33987107A}" type="pres">
      <dgm:prSet presAssocID="{3520F39C-0475-4E44-B0D5-E7D17A20BB41}" presName="rootText" presStyleLbl="node1" presStyleIdx="1" presStyleCnt="4" custScaleX="143686" custScaleY="131445" custLinFactNeighborX="-1125" custLinFactNeighborY="1125"/>
      <dgm:spPr/>
      <dgm:t>
        <a:bodyPr/>
        <a:lstStyle/>
        <a:p>
          <a:endParaRPr lang="en-US"/>
        </a:p>
      </dgm:t>
    </dgm:pt>
    <dgm:pt modelId="{FDC9CD79-FE35-4133-930F-EDB3F0A36AAA}" type="pres">
      <dgm:prSet presAssocID="{3520F39C-0475-4E44-B0D5-E7D17A20BB41}" presName="rootConnector" presStyleLbl="node1" presStyleIdx="1" presStyleCnt="4"/>
      <dgm:spPr/>
      <dgm:t>
        <a:bodyPr/>
        <a:lstStyle/>
        <a:p>
          <a:endParaRPr lang="en-US"/>
        </a:p>
      </dgm:t>
    </dgm:pt>
    <dgm:pt modelId="{E99A6874-808F-4BC6-B901-753B9E9FC2D0}" type="pres">
      <dgm:prSet presAssocID="{3520F39C-0475-4E44-B0D5-E7D17A20BB41}" presName="childShape" presStyleCnt="0"/>
      <dgm:spPr/>
    </dgm:pt>
    <dgm:pt modelId="{0162FDA1-D177-49AE-A3B6-9FEF54E5FE9F}" type="pres">
      <dgm:prSet presAssocID="{F9E01DF2-6F22-431C-B58C-61F8663588F3}" presName="Name13" presStyleLbl="parChTrans1D2" presStyleIdx="4" presStyleCnt="10"/>
      <dgm:spPr/>
      <dgm:t>
        <a:bodyPr/>
        <a:lstStyle/>
        <a:p>
          <a:endParaRPr lang="en-US"/>
        </a:p>
      </dgm:t>
    </dgm:pt>
    <dgm:pt modelId="{9BF8C6B4-32B7-4C85-A5E7-853203BD9EE4}" type="pres">
      <dgm:prSet presAssocID="{9A56F6AB-4D50-482D-8E57-9208C51A6B44}" presName="childText" presStyleLbl="bgAcc1" presStyleIdx="4" presStyleCnt="10" custScaleX="1426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4DDADD-E66F-4FE1-9A52-8E7E65E818D8}" type="pres">
      <dgm:prSet presAssocID="{017EBB73-6236-411B-9C34-0F0A800A2BCB}" presName="Name13" presStyleLbl="parChTrans1D2" presStyleIdx="5" presStyleCnt="10"/>
      <dgm:spPr/>
      <dgm:t>
        <a:bodyPr/>
        <a:lstStyle/>
        <a:p>
          <a:endParaRPr lang="en-US"/>
        </a:p>
      </dgm:t>
    </dgm:pt>
    <dgm:pt modelId="{F6FAECD8-61C4-4FCB-BB12-4B12FBA90887}" type="pres">
      <dgm:prSet presAssocID="{7DE5DCA9-7FEF-4525-831F-438F3A3FE3F8}" presName="childText" presStyleLbl="bgAcc1" presStyleIdx="5" presStyleCnt="10" custScaleX="13980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BBAE91-1FA7-47F7-B14E-EAF4D4E1366E}" type="pres">
      <dgm:prSet presAssocID="{94CCA5AB-AC69-4855-AE78-AB541DCE86B9}" presName="root" presStyleCnt="0"/>
      <dgm:spPr/>
    </dgm:pt>
    <dgm:pt modelId="{80F37BE7-9463-4B45-AD9D-132248A66B05}" type="pres">
      <dgm:prSet presAssocID="{94CCA5AB-AC69-4855-AE78-AB541DCE86B9}" presName="rootComposite" presStyleCnt="0"/>
      <dgm:spPr/>
    </dgm:pt>
    <dgm:pt modelId="{10AE1777-41C3-45FD-A505-7B0630E8DAD1}" type="pres">
      <dgm:prSet presAssocID="{94CCA5AB-AC69-4855-AE78-AB541DCE86B9}" presName="rootText" presStyleLbl="node1" presStyleIdx="2" presStyleCnt="4" custScaleX="127015" custScaleY="131193" custLinFactNeighborY="2299"/>
      <dgm:spPr/>
      <dgm:t>
        <a:bodyPr/>
        <a:lstStyle/>
        <a:p>
          <a:endParaRPr lang="en-US"/>
        </a:p>
      </dgm:t>
    </dgm:pt>
    <dgm:pt modelId="{D608ACFA-C5A2-445E-ACD5-7F7A309030E1}" type="pres">
      <dgm:prSet presAssocID="{94CCA5AB-AC69-4855-AE78-AB541DCE86B9}" presName="rootConnector" presStyleLbl="node1" presStyleIdx="2" presStyleCnt="4"/>
      <dgm:spPr/>
      <dgm:t>
        <a:bodyPr/>
        <a:lstStyle/>
        <a:p>
          <a:endParaRPr lang="en-US"/>
        </a:p>
      </dgm:t>
    </dgm:pt>
    <dgm:pt modelId="{C6F724B2-EC63-4B57-AF07-CA7F5A02E329}" type="pres">
      <dgm:prSet presAssocID="{94CCA5AB-AC69-4855-AE78-AB541DCE86B9}" presName="childShape" presStyleCnt="0"/>
      <dgm:spPr/>
    </dgm:pt>
    <dgm:pt modelId="{0D8CAB5B-1FEB-489C-8B77-068D306234B4}" type="pres">
      <dgm:prSet presAssocID="{71A4B2F7-DFA7-46C0-9432-C3A6CBA5E7A6}" presName="Name13" presStyleLbl="parChTrans1D2" presStyleIdx="6" presStyleCnt="10"/>
      <dgm:spPr/>
      <dgm:t>
        <a:bodyPr/>
        <a:lstStyle/>
        <a:p>
          <a:endParaRPr lang="en-US"/>
        </a:p>
      </dgm:t>
    </dgm:pt>
    <dgm:pt modelId="{C10B2FA2-35E0-4745-8068-E15061F21ADE}" type="pres">
      <dgm:prSet presAssocID="{FFE3E800-1DD4-4829-887E-D236DA08848F}" presName="childText" presStyleLbl="bgAcc1" presStyleIdx="6" presStyleCnt="10" custScaleX="12574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ADFD88-CC50-4F2B-87D7-4241774E85B3}" type="pres">
      <dgm:prSet presAssocID="{899CF198-5201-4161-A1A2-21E21000344A}" presName="Name13" presStyleLbl="parChTrans1D2" presStyleIdx="7" presStyleCnt="10"/>
      <dgm:spPr/>
      <dgm:t>
        <a:bodyPr/>
        <a:lstStyle/>
        <a:p>
          <a:endParaRPr lang="en-US"/>
        </a:p>
      </dgm:t>
    </dgm:pt>
    <dgm:pt modelId="{D6FD5A7E-C000-46B3-8EC6-929B7C9B1547}" type="pres">
      <dgm:prSet presAssocID="{18F9B3B4-0127-49E8-88ED-7AA40FE6A843}" presName="childText" presStyleLbl="bgAcc1" presStyleIdx="7" presStyleCnt="10" custScaleX="1219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233E24-971D-4F5B-BCD6-6A49FDEC6D36}" type="pres">
      <dgm:prSet presAssocID="{3E68B6D7-AC00-4969-B546-4E34DCFAA0D0}" presName="root" presStyleCnt="0"/>
      <dgm:spPr/>
    </dgm:pt>
    <dgm:pt modelId="{D48B874F-EA6D-4FF0-A6A2-B0417CC043FC}" type="pres">
      <dgm:prSet presAssocID="{3E68B6D7-AC00-4969-B546-4E34DCFAA0D0}" presName="rootComposite" presStyleCnt="0"/>
      <dgm:spPr/>
    </dgm:pt>
    <dgm:pt modelId="{D9AEA953-8560-4286-BF3B-1874499FC929}" type="pres">
      <dgm:prSet presAssocID="{3E68B6D7-AC00-4969-B546-4E34DCFAA0D0}" presName="rootText" presStyleLbl="node1" presStyleIdx="3" presStyleCnt="4" custScaleX="147707" custScaleY="136391" custLinFactNeighborX="1470" custLinFactNeighborY="4898"/>
      <dgm:spPr/>
      <dgm:t>
        <a:bodyPr/>
        <a:lstStyle/>
        <a:p>
          <a:endParaRPr lang="en-US"/>
        </a:p>
      </dgm:t>
    </dgm:pt>
    <dgm:pt modelId="{50920DD4-55B6-4B21-9B56-A3E27F328271}" type="pres">
      <dgm:prSet presAssocID="{3E68B6D7-AC00-4969-B546-4E34DCFAA0D0}" presName="rootConnector" presStyleLbl="node1" presStyleIdx="3" presStyleCnt="4"/>
      <dgm:spPr/>
      <dgm:t>
        <a:bodyPr/>
        <a:lstStyle/>
        <a:p>
          <a:endParaRPr lang="en-US"/>
        </a:p>
      </dgm:t>
    </dgm:pt>
    <dgm:pt modelId="{CE9E2458-A8F6-4470-9635-03A07CD64810}" type="pres">
      <dgm:prSet presAssocID="{3E68B6D7-AC00-4969-B546-4E34DCFAA0D0}" presName="childShape" presStyleCnt="0"/>
      <dgm:spPr/>
    </dgm:pt>
    <dgm:pt modelId="{7952449C-641B-4EBC-BBD0-E34CD373BB5D}" type="pres">
      <dgm:prSet presAssocID="{B263720B-8870-4A82-828F-308A2A00DAF1}" presName="Name13" presStyleLbl="parChTrans1D2" presStyleIdx="8" presStyleCnt="10"/>
      <dgm:spPr/>
      <dgm:t>
        <a:bodyPr/>
        <a:lstStyle/>
        <a:p>
          <a:endParaRPr lang="en-US"/>
        </a:p>
      </dgm:t>
    </dgm:pt>
    <dgm:pt modelId="{C4B12339-D73D-475A-9E45-0A08967C4BFF}" type="pres">
      <dgm:prSet presAssocID="{C552908C-4E56-4F01-9AC4-092E78428A22}" presName="childText" presStyleLbl="bgAcc1" presStyleIdx="8" presStyleCnt="10" custScaleX="14625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FA8AED-0424-4D24-89E8-298B7F38897C}" type="pres">
      <dgm:prSet presAssocID="{6E98F0B8-028C-4F22-B48B-F43D4C010D5B}" presName="Name13" presStyleLbl="parChTrans1D2" presStyleIdx="9" presStyleCnt="10"/>
      <dgm:spPr/>
      <dgm:t>
        <a:bodyPr/>
        <a:lstStyle/>
        <a:p>
          <a:endParaRPr lang="en-US"/>
        </a:p>
      </dgm:t>
    </dgm:pt>
    <dgm:pt modelId="{A8143645-8EB0-46EE-9048-580E5CD165E2}" type="pres">
      <dgm:prSet presAssocID="{11462708-2EB4-45EA-B193-38DFE06CA82C}" presName="childText" presStyleLbl="bgAcc1" presStyleIdx="9" presStyleCnt="10" custScaleX="14985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484BE4F-F6BC-4932-A649-AC33540E4E03}" type="presOf" srcId="{C552908C-4E56-4F01-9AC4-092E78428A22}" destId="{C4B12339-D73D-475A-9E45-0A08967C4BFF}" srcOrd="0" destOrd="0" presId="urn:microsoft.com/office/officeart/2005/8/layout/hierarchy3"/>
    <dgm:cxn modelId="{35D379A6-6E38-4C45-977B-59DA6C3B1978}" type="presOf" srcId="{FFE3E800-1DD4-4829-887E-D236DA08848F}" destId="{C10B2FA2-35E0-4745-8068-E15061F21ADE}" srcOrd="0" destOrd="0" presId="urn:microsoft.com/office/officeart/2005/8/layout/hierarchy3"/>
    <dgm:cxn modelId="{EEE2E6F8-3BB4-4CD0-B2CB-0F2C7796077E}" type="presOf" srcId="{14EC0FF9-01C6-41AB-B5B5-76E9552058C2}" destId="{C8D09D22-0E22-4B48-BC19-35679440559C}" srcOrd="0" destOrd="0" presId="urn:microsoft.com/office/officeart/2005/8/layout/hierarchy3"/>
    <dgm:cxn modelId="{19EB0F9D-573F-4F12-BAEA-8D630F1D2598}" srcId="{3520F39C-0475-4E44-B0D5-E7D17A20BB41}" destId="{9A56F6AB-4D50-482D-8E57-9208C51A6B44}" srcOrd="0" destOrd="0" parTransId="{F9E01DF2-6F22-431C-B58C-61F8663588F3}" sibTransId="{69AC20B7-8458-4CA8-BF42-E4B273F70C78}"/>
    <dgm:cxn modelId="{900825AC-CDCD-49B7-A1CE-13B49F83E189}" srcId="{3E68B6D7-AC00-4969-B546-4E34DCFAA0D0}" destId="{C552908C-4E56-4F01-9AC4-092E78428A22}" srcOrd="0" destOrd="0" parTransId="{B263720B-8870-4A82-828F-308A2A00DAF1}" sibTransId="{4C1E0971-F8AC-4845-8F37-C581F0ABA7EF}"/>
    <dgm:cxn modelId="{23AC3A23-2CBA-44E4-9358-D2371E4DBC1E}" type="presOf" srcId="{B263720B-8870-4A82-828F-308A2A00DAF1}" destId="{7952449C-641B-4EBC-BBD0-E34CD373BB5D}" srcOrd="0" destOrd="0" presId="urn:microsoft.com/office/officeart/2005/8/layout/hierarchy3"/>
    <dgm:cxn modelId="{C9FA0385-0D50-4970-BCB0-47778EA87867}" type="presOf" srcId="{C264E3B6-B6CE-434A-82AF-502DC56F02AF}" destId="{9CF80217-1FFB-49B1-B238-BA3036EBB099}" srcOrd="0" destOrd="0" presId="urn:microsoft.com/office/officeart/2005/8/layout/hierarchy3"/>
    <dgm:cxn modelId="{9E5CD1CA-0133-4FD7-AE80-54C60AE13097}" srcId="{3520F39C-0475-4E44-B0D5-E7D17A20BB41}" destId="{7DE5DCA9-7FEF-4525-831F-438F3A3FE3F8}" srcOrd="1" destOrd="0" parTransId="{017EBB73-6236-411B-9C34-0F0A800A2BCB}" sibTransId="{5424537E-6FCC-479D-A164-545364932548}"/>
    <dgm:cxn modelId="{D39021D3-5C03-47F4-9298-CD85DA368E6A}" type="presOf" srcId="{B4415EF6-C855-4555-999F-655B781D0982}" destId="{B55F6D7A-7A5B-4BB3-A684-D216FDD1C87F}" srcOrd="0" destOrd="0" presId="urn:microsoft.com/office/officeart/2005/8/layout/hierarchy3"/>
    <dgm:cxn modelId="{57BE6DFF-812D-468B-9875-FCA28C246D46}" type="presOf" srcId="{017EBB73-6236-411B-9C34-0F0A800A2BCB}" destId="{C84DDADD-E66F-4FE1-9A52-8E7E65E818D8}" srcOrd="0" destOrd="0" presId="urn:microsoft.com/office/officeart/2005/8/layout/hierarchy3"/>
    <dgm:cxn modelId="{5CEA2884-F00C-4934-87E1-E24F986A21AF}" type="presOf" srcId="{A9117EBD-C514-4045-9CE7-AE54A70D0106}" destId="{139406EE-42C3-4DA1-8DDB-F13768A82CD1}" srcOrd="0" destOrd="0" presId="urn:microsoft.com/office/officeart/2005/8/layout/hierarchy3"/>
    <dgm:cxn modelId="{323F8B42-AE7A-4E35-89A7-64BA00C0CCD9}" srcId="{3E68B6D7-AC00-4969-B546-4E34DCFAA0D0}" destId="{11462708-2EB4-45EA-B193-38DFE06CA82C}" srcOrd="1" destOrd="0" parTransId="{6E98F0B8-028C-4F22-B48B-F43D4C010D5B}" sibTransId="{1A20E855-BABB-4942-89B0-57D4A1416FC7}"/>
    <dgm:cxn modelId="{0A76DBB0-80A0-4856-98DA-7158395F0A6C}" type="presOf" srcId="{3520F39C-0475-4E44-B0D5-E7D17A20BB41}" destId="{FDC9CD79-FE35-4133-930F-EDB3F0A36AAA}" srcOrd="1" destOrd="0" presId="urn:microsoft.com/office/officeart/2005/8/layout/hierarchy3"/>
    <dgm:cxn modelId="{F6310DE5-2A54-4C8E-8C5A-458064C25E73}" srcId="{9109F37B-D8BF-4E00-B333-54BD402236B6}" destId="{3E68B6D7-AC00-4969-B546-4E34DCFAA0D0}" srcOrd="3" destOrd="0" parTransId="{48F461CC-C980-4356-9569-1757BD71E099}" sibTransId="{5239FA25-7EDA-4F8F-816B-CDA0A657A0B4}"/>
    <dgm:cxn modelId="{BD0E46F1-1DC7-40CD-8585-FDF3F0FD4DA6}" srcId="{D898077E-C20B-472B-9F65-AD94F6EF27C7}" destId="{DE25BCB0-116F-4F09-88ED-580E2A2F599E}" srcOrd="3" destOrd="0" parTransId="{C264E3B6-B6CE-434A-82AF-502DC56F02AF}" sibTransId="{EF770129-F043-4F87-90D6-EF59E9031DC0}"/>
    <dgm:cxn modelId="{FD1DE983-FA7E-4706-91FA-F25919DB9AEA}" srcId="{D898077E-C20B-472B-9F65-AD94F6EF27C7}" destId="{99C96D3D-7BE9-4BEA-8582-6C74AB7BEFA0}" srcOrd="2" destOrd="0" parTransId="{134BBC2F-C2AE-4091-B75D-7DD6CFB252BA}" sibTransId="{D4F82296-E926-4327-B9E7-FCD392C42121}"/>
    <dgm:cxn modelId="{E4962526-8BF9-401A-8519-0DDC84DED51F}" srcId="{94CCA5AB-AC69-4855-AE78-AB541DCE86B9}" destId="{FFE3E800-1DD4-4829-887E-D236DA08848F}" srcOrd="0" destOrd="0" parTransId="{71A4B2F7-DFA7-46C0-9432-C3A6CBA5E7A6}" sibTransId="{A3E9E497-2975-4E45-BCFE-877EAD3DA714}"/>
    <dgm:cxn modelId="{9D973A17-D9B0-4CAC-9629-59A5CAAED284}" srcId="{9109F37B-D8BF-4E00-B333-54BD402236B6}" destId="{94CCA5AB-AC69-4855-AE78-AB541DCE86B9}" srcOrd="2" destOrd="0" parTransId="{A85ABC66-53FE-4B58-A9F3-BB0AA3C5F310}" sibTransId="{C5B465BD-4C7A-4C42-BD95-1052CC84021E}"/>
    <dgm:cxn modelId="{08344EC4-D9FF-47F5-89D8-0D75F875DB5A}" srcId="{9109F37B-D8BF-4E00-B333-54BD402236B6}" destId="{3520F39C-0475-4E44-B0D5-E7D17A20BB41}" srcOrd="1" destOrd="0" parTransId="{3F30B0FC-9631-4FD4-9150-5C778B755FE6}" sibTransId="{FC9A7F77-B3B3-4DF7-8572-278DE5B6F063}"/>
    <dgm:cxn modelId="{1482EA83-3316-4ACC-9586-F92AB362BCA2}" type="presOf" srcId="{3E68B6D7-AC00-4969-B546-4E34DCFAA0D0}" destId="{D9AEA953-8560-4286-BF3B-1874499FC929}" srcOrd="0" destOrd="0" presId="urn:microsoft.com/office/officeart/2005/8/layout/hierarchy3"/>
    <dgm:cxn modelId="{B5310923-AA47-421C-87DD-3C7F0029CCAC}" type="presOf" srcId="{11462708-2EB4-45EA-B193-38DFE06CA82C}" destId="{A8143645-8EB0-46EE-9048-580E5CD165E2}" srcOrd="0" destOrd="0" presId="urn:microsoft.com/office/officeart/2005/8/layout/hierarchy3"/>
    <dgm:cxn modelId="{4D43B4D5-3FD8-4D75-8C6A-F13D7656CEEE}" type="presOf" srcId="{3520F39C-0475-4E44-B0D5-E7D17A20BB41}" destId="{DBDF3653-894F-4D9E-B21D-B9C33987107A}" srcOrd="0" destOrd="0" presId="urn:microsoft.com/office/officeart/2005/8/layout/hierarchy3"/>
    <dgm:cxn modelId="{9C57235E-7EA1-43DA-A423-FBDE22746BE3}" srcId="{D898077E-C20B-472B-9F65-AD94F6EF27C7}" destId="{A9117EBD-C514-4045-9CE7-AE54A70D0106}" srcOrd="1" destOrd="0" parTransId="{14EC0FF9-01C6-41AB-B5B5-76E9552058C2}" sibTransId="{76D12888-F3BD-49F4-BBF0-0C57229DD47B}"/>
    <dgm:cxn modelId="{8483AE25-7C98-4C67-A71D-A56092AC8647}" type="presOf" srcId="{134BBC2F-C2AE-4091-B75D-7DD6CFB252BA}" destId="{2DD61D8F-4C75-48CB-8FCC-D3FB5A807702}" srcOrd="0" destOrd="0" presId="urn:microsoft.com/office/officeart/2005/8/layout/hierarchy3"/>
    <dgm:cxn modelId="{05343FD2-8922-4CCD-8FF7-C370890AB7E5}" type="presOf" srcId="{94CCA5AB-AC69-4855-AE78-AB541DCE86B9}" destId="{10AE1777-41C3-45FD-A505-7B0630E8DAD1}" srcOrd="0" destOrd="0" presId="urn:microsoft.com/office/officeart/2005/8/layout/hierarchy3"/>
    <dgm:cxn modelId="{A1C751B1-F6CA-4D73-8AE1-171E68A9EC15}" srcId="{D898077E-C20B-472B-9F65-AD94F6EF27C7}" destId="{ADC86604-BE56-4189-B38F-A6BCB1035EC4}" srcOrd="0" destOrd="0" parTransId="{B4415EF6-C855-4555-999F-655B781D0982}" sibTransId="{01C94536-053C-4E86-928E-D17FEDFF29F4}"/>
    <dgm:cxn modelId="{09F7D4C4-DB9B-4D54-AE30-27A3303D04C9}" type="presOf" srcId="{3E68B6D7-AC00-4969-B546-4E34DCFAA0D0}" destId="{50920DD4-55B6-4B21-9B56-A3E27F328271}" srcOrd="1" destOrd="0" presId="urn:microsoft.com/office/officeart/2005/8/layout/hierarchy3"/>
    <dgm:cxn modelId="{6B67200E-4A3D-45A2-932A-8CE68E9EAD19}" type="presOf" srcId="{899CF198-5201-4161-A1A2-21E21000344A}" destId="{ABADFD88-CC50-4F2B-87D7-4241774E85B3}" srcOrd="0" destOrd="0" presId="urn:microsoft.com/office/officeart/2005/8/layout/hierarchy3"/>
    <dgm:cxn modelId="{D688F5FA-313E-40D4-A46B-CDD42ED8FCC5}" type="presOf" srcId="{D898077E-C20B-472B-9F65-AD94F6EF27C7}" destId="{B0FD25B2-8135-48F0-A86F-FEA14E7F972A}" srcOrd="0" destOrd="0" presId="urn:microsoft.com/office/officeart/2005/8/layout/hierarchy3"/>
    <dgm:cxn modelId="{D9135B6F-73AA-4A43-8EEB-2A1C339329F8}" srcId="{9109F37B-D8BF-4E00-B333-54BD402236B6}" destId="{D898077E-C20B-472B-9F65-AD94F6EF27C7}" srcOrd="0" destOrd="0" parTransId="{6820A016-2131-44B8-98FC-A7AA97A07509}" sibTransId="{F2226817-6CAB-4D6D-A617-2B10D902554B}"/>
    <dgm:cxn modelId="{8EDA77F0-47D7-4F3B-BF85-A80040CF3404}" type="presOf" srcId="{94CCA5AB-AC69-4855-AE78-AB541DCE86B9}" destId="{D608ACFA-C5A2-445E-ACD5-7F7A309030E1}" srcOrd="1" destOrd="0" presId="urn:microsoft.com/office/officeart/2005/8/layout/hierarchy3"/>
    <dgm:cxn modelId="{CBEEFF8F-DF3F-4BA7-A516-0286B6EE8349}" type="presOf" srcId="{6E98F0B8-028C-4F22-B48B-F43D4C010D5B}" destId="{04FA8AED-0424-4D24-89E8-298B7F38897C}" srcOrd="0" destOrd="0" presId="urn:microsoft.com/office/officeart/2005/8/layout/hierarchy3"/>
    <dgm:cxn modelId="{25576CDB-D73A-46A2-BE34-189807A1E105}" type="presOf" srcId="{99C96D3D-7BE9-4BEA-8582-6C74AB7BEFA0}" destId="{AEC81569-8820-42C3-B3EA-5FCCB621B17A}" srcOrd="0" destOrd="0" presId="urn:microsoft.com/office/officeart/2005/8/layout/hierarchy3"/>
    <dgm:cxn modelId="{D87352DD-88AF-45B6-826D-F32A730F14C6}" type="presOf" srcId="{18F9B3B4-0127-49E8-88ED-7AA40FE6A843}" destId="{D6FD5A7E-C000-46B3-8EC6-929B7C9B1547}" srcOrd="0" destOrd="0" presId="urn:microsoft.com/office/officeart/2005/8/layout/hierarchy3"/>
    <dgm:cxn modelId="{56FE7D69-A9A8-4C21-AFCC-67AFDBF626D3}" type="presOf" srcId="{D898077E-C20B-472B-9F65-AD94F6EF27C7}" destId="{B6E56360-CA4A-40CE-8AD7-2558B2A9AF82}" srcOrd="1" destOrd="0" presId="urn:microsoft.com/office/officeart/2005/8/layout/hierarchy3"/>
    <dgm:cxn modelId="{D23F6009-601B-45EF-9033-5D7B33118244}" type="presOf" srcId="{9A56F6AB-4D50-482D-8E57-9208C51A6B44}" destId="{9BF8C6B4-32B7-4C85-A5E7-853203BD9EE4}" srcOrd="0" destOrd="0" presId="urn:microsoft.com/office/officeart/2005/8/layout/hierarchy3"/>
    <dgm:cxn modelId="{D7F6350B-6475-4305-BB37-446B68D32280}" type="presOf" srcId="{71A4B2F7-DFA7-46C0-9432-C3A6CBA5E7A6}" destId="{0D8CAB5B-1FEB-489C-8B77-068D306234B4}" srcOrd="0" destOrd="0" presId="urn:microsoft.com/office/officeart/2005/8/layout/hierarchy3"/>
    <dgm:cxn modelId="{74C2185E-9F94-48DC-87D9-97268B417E61}" type="presOf" srcId="{F9E01DF2-6F22-431C-B58C-61F8663588F3}" destId="{0162FDA1-D177-49AE-A3B6-9FEF54E5FE9F}" srcOrd="0" destOrd="0" presId="urn:microsoft.com/office/officeart/2005/8/layout/hierarchy3"/>
    <dgm:cxn modelId="{9098D66E-CB44-4B5B-AAEA-8EAB522FDD6B}" type="presOf" srcId="{7DE5DCA9-7FEF-4525-831F-438F3A3FE3F8}" destId="{F6FAECD8-61C4-4FCB-BB12-4B12FBA90887}" srcOrd="0" destOrd="0" presId="urn:microsoft.com/office/officeart/2005/8/layout/hierarchy3"/>
    <dgm:cxn modelId="{EFD7C60F-0C27-4792-9945-D3660144FAFD}" type="presOf" srcId="{9109F37B-D8BF-4E00-B333-54BD402236B6}" destId="{47D126DB-A113-462B-BC28-4DD2A5D5D2B1}" srcOrd="0" destOrd="0" presId="urn:microsoft.com/office/officeart/2005/8/layout/hierarchy3"/>
    <dgm:cxn modelId="{1C9D02EC-907C-4CB0-AF62-B34841D2B816}" type="presOf" srcId="{ADC86604-BE56-4189-B38F-A6BCB1035EC4}" destId="{B0C2FFF9-37E3-40F8-A14F-76FF0BE00CE3}" srcOrd="0" destOrd="0" presId="urn:microsoft.com/office/officeart/2005/8/layout/hierarchy3"/>
    <dgm:cxn modelId="{955ED0DD-C5EF-4A8C-9023-19460327439A}" type="presOf" srcId="{DE25BCB0-116F-4F09-88ED-580E2A2F599E}" destId="{3BCB11FF-0E72-4936-9569-D581C0B25B0E}" srcOrd="0" destOrd="0" presId="urn:microsoft.com/office/officeart/2005/8/layout/hierarchy3"/>
    <dgm:cxn modelId="{C643BA0D-DC07-4713-9F6C-A1D3F68E3087}" srcId="{94CCA5AB-AC69-4855-AE78-AB541DCE86B9}" destId="{18F9B3B4-0127-49E8-88ED-7AA40FE6A843}" srcOrd="1" destOrd="0" parTransId="{899CF198-5201-4161-A1A2-21E21000344A}" sibTransId="{E5614524-C484-4D83-B1E3-54F2DC30AEB0}"/>
    <dgm:cxn modelId="{96236A23-3AA0-47DF-871C-31FDBBE7A1B9}" type="presParOf" srcId="{47D126DB-A113-462B-BC28-4DD2A5D5D2B1}" destId="{6BF98675-7611-4EF5-A748-37AED84FBDC4}" srcOrd="0" destOrd="0" presId="urn:microsoft.com/office/officeart/2005/8/layout/hierarchy3"/>
    <dgm:cxn modelId="{03EF61BF-EB84-4D62-8E51-E27B6F73C82B}" type="presParOf" srcId="{6BF98675-7611-4EF5-A748-37AED84FBDC4}" destId="{ACE065AD-6ACF-4A0D-AD5D-E13C0CAAA495}" srcOrd="0" destOrd="0" presId="urn:microsoft.com/office/officeart/2005/8/layout/hierarchy3"/>
    <dgm:cxn modelId="{5B56970C-80E4-4EE3-A90F-D0607A49DF9F}" type="presParOf" srcId="{ACE065AD-6ACF-4A0D-AD5D-E13C0CAAA495}" destId="{B0FD25B2-8135-48F0-A86F-FEA14E7F972A}" srcOrd="0" destOrd="0" presId="urn:microsoft.com/office/officeart/2005/8/layout/hierarchy3"/>
    <dgm:cxn modelId="{1B3C6043-1A69-499F-9E19-43630EB031B6}" type="presParOf" srcId="{ACE065AD-6ACF-4A0D-AD5D-E13C0CAAA495}" destId="{B6E56360-CA4A-40CE-8AD7-2558B2A9AF82}" srcOrd="1" destOrd="0" presId="urn:microsoft.com/office/officeart/2005/8/layout/hierarchy3"/>
    <dgm:cxn modelId="{AA788033-1750-4ABA-A33E-5AE33C33C2F5}" type="presParOf" srcId="{6BF98675-7611-4EF5-A748-37AED84FBDC4}" destId="{89C0D608-A4DE-4620-B1DF-4A5887400B41}" srcOrd="1" destOrd="0" presId="urn:microsoft.com/office/officeart/2005/8/layout/hierarchy3"/>
    <dgm:cxn modelId="{3BA6E502-893C-4C49-B4C4-4D5080911890}" type="presParOf" srcId="{89C0D608-A4DE-4620-B1DF-4A5887400B41}" destId="{B55F6D7A-7A5B-4BB3-A684-D216FDD1C87F}" srcOrd="0" destOrd="0" presId="urn:microsoft.com/office/officeart/2005/8/layout/hierarchy3"/>
    <dgm:cxn modelId="{81A7194D-A681-4C51-AD84-0F003E91541C}" type="presParOf" srcId="{89C0D608-A4DE-4620-B1DF-4A5887400B41}" destId="{B0C2FFF9-37E3-40F8-A14F-76FF0BE00CE3}" srcOrd="1" destOrd="0" presId="urn:microsoft.com/office/officeart/2005/8/layout/hierarchy3"/>
    <dgm:cxn modelId="{09D9C328-C8AE-4B93-A2D6-756998AC8F28}" type="presParOf" srcId="{89C0D608-A4DE-4620-B1DF-4A5887400B41}" destId="{C8D09D22-0E22-4B48-BC19-35679440559C}" srcOrd="2" destOrd="0" presId="urn:microsoft.com/office/officeart/2005/8/layout/hierarchy3"/>
    <dgm:cxn modelId="{8AE159A1-8FE3-4870-8552-7C8AC4CD4EDA}" type="presParOf" srcId="{89C0D608-A4DE-4620-B1DF-4A5887400B41}" destId="{139406EE-42C3-4DA1-8DDB-F13768A82CD1}" srcOrd="3" destOrd="0" presId="urn:microsoft.com/office/officeart/2005/8/layout/hierarchy3"/>
    <dgm:cxn modelId="{094B565E-2035-4FB7-A8DF-CBC7C6049F39}" type="presParOf" srcId="{89C0D608-A4DE-4620-B1DF-4A5887400B41}" destId="{2DD61D8F-4C75-48CB-8FCC-D3FB5A807702}" srcOrd="4" destOrd="0" presId="urn:microsoft.com/office/officeart/2005/8/layout/hierarchy3"/>
    <dgm:cxn modelId="{90923771-0BD5-40A3-B391-DAE65B2A5B62}" type="presParOf" srcId="{89C0D608-A4DE-4620-B1DF-4A5887400B41}" destId="{AEC81569-8820-42C3-B3EA-5FCCB621B17A}" srcOrd="5" destOrd="0" presId="urn:microsoft.com/office/officeart/2005/8/layout/hierarchy3"/>
    <dgm:cxn modelId="{30E0FB80-2139-4229-98BD-25418BB19A39}" type="presParOf" srcId="{89C0D608-A4DE-4620-B1DF-4A5887400B41}" destId="{9CF80217-1FFB-49B1-B238-BA3036EBB099}" srcOrd="6" destOrd="0" presId="urn:microsoft.com/office/officeart/2005/8/layout/hierarchy3"/>
    <dgm:cxn modelId="{970D0059-C216-4F56-BC80-09C41A68C35C}" type="presParOf" srcId="{89C0D608-A4DE-4620-B1DF-4A5887400B41}" destId="{3BCB11FF-0E72-4936-9569-D581C0B25B0E}" srcOrd="7" destOrd="0" presId="urn:microsoft.com/office/officeart/2005/8/layout/hierarchy3"/>
    <dgm:cxn modelId="{CFC96B3F-4093-4B35-8950-E588F2381697}" type="presParOf" srcId="{47D126DB-A113-462B-BC28-4DD2A5D5D2B1}" destId="{B17BD120-DA87-4ADA-9447-6A35D50B4A44}" srcOrd="1" destOrd="0" presId="urn:microsoft.com/office/officeart/2005/8/layout/hierarchy3"/>
    <dgm:cxn modelId="{6223AE38-1E0C-467D-8D45-84CB2B319B37}" type="presParOf" srcId="{B17BD120-DA87-4ADA-9447-6A35D50B4A44}" destId="{A543B704-281F-4B9D-A0F5-34F4E093FB91}" srcOrd="0" destOrd="0" presId="urn:microsoft.com/office/officeart/2005/8/layout/hierarchy3"/>
    <dgm:cxn modelId="{FA3732A7-E666-4815-9586-87831EE81963}" type="presParOf" srcId="{A543B704-281F-4B9D-A0F5-34F4E093FB91}" destId="{DBDF3653-894F-4D9E-B21D-B9C33987107A}" srcOrd="0" destOrd="0" presId="urn:microsoft.com/office/officeart/2005/8/layout/hierarchy3"/>
    <dgm:cxn modelId="{D5288E36-E406-481C-A8EE-714CA1B455C1}" type="presParOf" srcId="{A543B704-281F-4B9D-A0F5-34F4E093FB91}" destId="{FDC9CD79-FE35-4133-930F-EDB3F0A36AAA}" srcOrd="1" destOrd="0" presId="urn:microsoft.com/office/officeart/2005/8/layout/hierarchy3"/>
    <dgm:cxn modelId="{D357AEE4-9D5C-408C-8FF9-DB473687C3EB}" type="presParOf" srcId="{B17BD120-DA87-4ADA-9447-6A35D50B4A44}" destId="{E99A6874-808F-4BC6-B901-753B9E9FC2D0}" srcOrd="1" destOrd="0" presId="urn:microsoft.com/office/officeart/2005/8/layout/hierarchy3"/>
    <dgm:cxn modelId="{4DB93613-1EA4-41C2-A591-26F3A3066900}" type="presParOf" srcId="{E99A6874-808F-4BC6-B901-753B9E9FC2D0}" destId="{0162FDA1-D177-49AE-A3B6-9FEF54E5FE9F}" srcOrd="0" destOrd="0" presId="urn:microsoft.com/office/officeart/2005/8/layout/hierarchy3"/>
    <dgm:cxn modelId="{74C91D46-B78D-41DB-88A8-49ADDCE20D48}" type="presParOf" srcId="{E99A6874-808F-4BC6-B901-753B9E9FC2D0}" destId="{9BF8C6B4-32B7-4C85-A5E7-853203BD9EE4}" srcOrd="1" destOrd="0" presId="urn:microsoft.com/office/officeart/2005/8/layout/hierarchy3"/>
    <dgm:cxn modelId="{57698DB7-84C2-4CD5-9D9F-DD1F328C852C}" type="presParOf" srcId="{E99A6874-808F-4BC6-B901-753B9E9FC2D0}" destId="{C84DDADD-E66F-4FE1-9A52-8E7E65E818D8}" srcOrd="2" destOrd="0" presId="urn:microsoft.com/office/officeart/2005/8/layout/hierarchy3"/>
    <dgm:cxn modelId="{5465DE8D-0B4A-4AC9-B9DE-2BC00EDA1487}" type="presParOf" srcId="{E99A6874-808F-4BC6-B901-753B9E9FC2D0}" destId="{F6FAECD8-61C4-4FCB-BB12-4B12FBA90887}" srcOrd="3" destOrd="0" presId="urn:microsoft.com/office/officeart/2005/8/layout/hierarchy3"/>
    <dgm:cxn modelId="{5ED1F3FA-A6BC-4609-B214-0718807BA675}" type="presParOf" srcId="{47D126DB-A113-462B-BC28-4DD2A5D5D2B1}" destId="{BABBAE91-1FA7-47F7-B14E-EAF4D4E1366E}" srcOrd="2" destOrd="0" presId="urn:microsoft.com/office/officeart/2005/8/layout/hierarchy3"/>
    <dgm:cxn modelId="{078A9CAB-4150-4AC1-92BB-2184B61573B4}" type="presParOf" srcId="{BABBAE91-1FA7-47F7-B14E-EAF4D4E1366E}" destId="{80F37BE7-9463-4B45-AD9D-132248A66B05}" srcOrd="0" destOrd="0" presId="urn:microsoft.com/office/officeart/2005/8/layout/hierarchy3"/>
    <dgm:cxn modelId="{D0925BB7-43EF-489A-81DC-DE6D05EB19DB}" type="presParOf" srcId="{80F37BE7-9463-4B45-AD9D-132248A66B05}" destId="{10AE1777-41C3-45FD-A505-7B0630E8DAD1}" srcOrd="0" destOrd="0" presId="urn:microsoft.com/office/officeart/2005/8/layout/hierarchy3"/>
    <dgm:cxn modelId="{962CD4CC-931A-40B3-B2E2-2088A83F984A}" type="presParOf" srcId="{80F37BE7-9463-4B45-AD9D-132248A66B05}" destId="{D608ACFA-C5A2-445E-ACD5-7F7A309030E1}" srcOrd="1" destOrd="0" presId="urn:microsoft.com/office/officeart/2005/8/layout/hierarchy3"/>
    <dgm:cxn modelId="{D358712A-AA52-467E-89A3-A6EAFFDB1D5C}" type="presParOf" srcId="{BABBAE91-1FA7-47F7-B14E-EAF4D4E1366E}" destId="{C6F724B2-EC63-4B57-AF07-CA7F5A02E329}" srcOrd="1" destOrd="0" presId="urn:microsoft.com/office/officeart/2005/8/layout/hierarchy3"/>
    <dgm:cxn modelId="{39B16A33-918D-4C86-B9FD-500AC48E24F8}" type="presParOf" srcId="{C6F724B2-EC63-4B57-AF07-CA7F5A02E329}" destId="{0D8CAB5B-1FEB-489C-8B77-068D306234B4}" srcOrd="0" destOrd="0" presId="urn:microsoft.com/office/officeart/2005/8/layout/hierarchy3"/>
    <dgm:cxn modelId="{CF77FDC2-3532-43A8-A528-78472A79894E}" type="presParOf" srcId="{C6F724B2-EC63-4B57-AF07-CA7F5A02E329}" destId="{C10B2FA2-35E0-4745-8068-E15061F21ADE}" srcOrd="1" destOrd="0" presId="urn:microsoft.com/office/officeart/2005/8/layout/hierarchy3"/>
    <dgm:cxn modelId="{548599AF-0043-4E62-BC6F-7E031E200687}" type="presParOf" srcId="{C6F724B2-EC63-4B57-AF07-CA7F5A02E329}" destId="{ABADFD88-CC50-4F2B-87D7-4241774E85B3}" srcOrd="2" destOrd="0" presId="urn:microsoft.com/office/officeart/2005/8/layout/hierarchy3"/>
    <dgm:cxn modelId="{5EABC9DB-4562-4B54-B59C-2DFC10E85D5F}" type="presParOf" srcId="{C6F724B2-EC63-4B57-AF07-CA7F5A02E329}" destId="{D6FD5A7E-C000-46B3-8EC6-929B7C9B1547}" srcOrd="3" destOrd="0" presId="urn:microsoft.com/office/officeart/2005/8/layout/hierarchy3"/>
    <dgm:cxn modelId="{8E01B7E7-3CF3-4AEE-AD37-C83DFFEC596B}" type="presParOf" srcId="{47D126DB-A113-462B-BC28-4DD2A5D5D2B1}" destId="{A7233E24-971D-4F5B-BCD6-6A49FDEC6D36}" srcOrd="3" destOrd="0" presId="urn:microsoft.com/office/officeart/2005/8/layout/hierarchy3"/>
    <dgm:cxn modelId="{961D46F5-539A-4880-A3EB-60D0216AABD9}" type="presParOf" srcId="{A7233E24-971D-4F5B-BCD6-6A49FDEC6D36}" destId="{D48B874F-EA6D-4FF0-A6A2-B0417CC043FC}" srcOrd="0" destOrd="0" presId="urn:microsoft.com/office/officeart/2005/8/layout/hierarchy3"/>
    <dgm:cxn modelId="{39C8E57D-B580-4A52-90F5-52F600F82CCA}" type="presParOf" srcId="{D48B874F-EA6D-4FF0-A6A2-B0417CC043FC}" destId="{D9AEA953-8560-4286-BF3B-1874499FC929}" srcOrd="0" destOrd="0" presId="urn:microsoft.com/office/officeart/2005/8/layout/hierarchy3"/>
    <dgm:cxn modelId="{A1D68CB6-ECC6-450E-B412-C4FA22F4C050}" type="presParOf" srcId="{D48B874F-EA6D-4FF0-A6A2-B0417CC043FC}" destId="{50920DD4-55B6-4B21-9B56-A3E27F328271}" srcOrd="1" destOrd="0" presId="urn:microsoft.com/office/officeart/2005/8/layout/hierarchy3"/>
    <dgm:cxn modelId="{C463FD77-31FF-426E-91B5-BE786BBDE801}" type="presParOf" srcId="{A7233E24-971D-4F5B-BCD6-6A49FDEC6D36}" destId="{CE9E2458-A8F6-4470-9635-03A07CD64810}" srcOrd="1" destOrd="0" presId="urn:microsoft.com/office/officeart/2005/8/layout/hierarchy3"/>
    <dgm:cxn modelId="{74FB7D92-95F1-4A20-9210-5070B1318CAC}" type="presParOf" srcId="{CE9E2458-A8F6-4470-9635-03A07CD64810}" destId="{7952449C-641B-4EBC-BBD0-E34CD373BB5D}" srcOrd="0" destOrd="0" presId="urn:microsoft.com/office/officeart/2005/8/layout/hierarchy3"/>
    <dgm:cxn modelId="{61F2748A-6205-4E38-A079-DFB185770EF2}" type="presParOf" srcId="{CE9E2458-A8F6-4470-9635-03A07CD64810}" destId="{C4B12339-D73D-475A-9E45-0A08967C4BFF}" srcOrd="1" destOrd="0" presId="urn:microsoft.com/office/officeart/2005/8/layout/hierarchy3"/>
    <dgm:cxn modelId="{AB52176C-C53F-480C-AC1F-D69538FCB059}" type="presParOf" srcId="{CE9E2458-A8F6-4470-9635-03A07CD64810}" destId="{04FA8AED-0424-4D24-89E8-298B7F38897C}" srcOrd="2" destOrd="0" presId="urn:microsoft.com/office/officeart/2005/8/layout/hierarchy3"/>
    <dgm:cxn modelId="{FC8BDF0E-9579-4439-BB9C-4F5E82668916}" type="presParOf" srcId="{CE9E2458-A8F6-4470-9635-03A07CD64810}" destId="{A8143645-8EB0-46EE-9048-580E5CD165E2}" srcOrd="3" destOrd="0" presId="urn:microsoft.com/office/officeart/2005/8/layout/hierarchy3"/>
  </dgm:cxnLst>
  <dgm:bg>
    <a:noFill/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E4EB9D-8428-4A2C-BE91-56FEA1A4B226}" type="doc">
      <dgm:prSet loTypeId="urn:microsoft.com/office/officeart/2005/8/layout/process4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8DDDD8B4-D0EC-4CDA-A497-6ABE2D9B15CE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Quality of research publications</a:t>
          </a:r>
          <a:endParaRPr lang="en-IN" sz="2000" b="1" dirty="0">
            <a:solidFill>
              <a:schemeClr val="tx1"/>
            </a:solidFill>
          </a:endParaRPr>
        </a:p>
      </dgm:t>
    </dgm:pt>
    <dgm:pt modelId="{40EEEB91-2056-4DD8-8D07-13DE7AF69395}" type="parTrans" cxnId="{57DF695C-D4C0-455E-8518-63B3E773A590}">
      <dgm:prSet/>
      <dgm:spPr/>
      <dgm:t>
        <a:bodyPr/>
        <a:lstStyle/>
        <a:p>
          <a:endParaRPr lang="en-IN"/>
        </a:p>
      </dgm:t>
    </dgm:pt>
    <dgm:pt modelId="{5D1F6043-3A28-42BB-A05E-29DF74A0AA81}" type="sibTrans" cxnId="{57DF695C-D4C0-455E-8518-63B3E773A590}">
      <dgm:prSet/>
      <dgm:spPr/>
      <dgm:t>
        <a:bodyPr/>
        <a:lstStyle/>
        <a:p>
          <a:endParaRPr lang="en-IN"/>
        </a:p>
      </dgm:t>
    </dgm:pt>
    <dgm:pt modelId="{5D9E9A5C-0ED8-4A61-90B7-4A3C030EC1BC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No. of citations of the publications</a:t>
          </a:r>
          <a:endParaRPr lang="en-IN" sz="2000" b="1" dirty="0">
            <a:solidFill>
              <a:schemeClr val="tx1"/>
            </a:solidFill>
          </a:endParaRPr>
        </a:p>
      </dgm:t>
    </dgm:pt>
    <dgm:pt modelId="{1930DBAB-A517-4269-8BA8-E1F6D5E8237C}" type="parTrans" cxnId="{1930323F-A7E8-497E-9CC7-9ACD4ACD56F6}">
      <dgm:prSet/>
      <dgm:spPr/>
      <dgm:t>
        <a:bodyPr/>
        <a:lstStyle/>
        <a:p>
          <a:endParaRPr lang="en-IN"/>
        </a:p>
      </dgm:t>
    </dgm:pt>
    <dgm:pt modelId="{78FBDFFA-4664-442E-93E0-A18E5232C854}" type="sibTrans" cxnId="{1930323F-A7E8-497E-9CC7-9ACD4ACD56F6}">
      <dgm:prSet/>
      <dgm:spPr/>
      <dgm:t>
        <a:bodyPr/>
        <a:lstStyle/>
        <a:p>
          <a:endParaRPr lang="en-IN"/>
        </a:p>
      </dgm:t>
    </dgm:pt>
    <dgm:pt modelId="{7EB1E573-7141-484D-98E6-BE0837135EC6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Project completed</a:t>
          </a:r>
          <a:endParaRPr lang="en-IN" sz="2000" b="1" dirty="0">
            <a:solidFill>
              <a:schemeClr val="tx1"/>
            </a:solidFill>
          </a:endParaRPr>
        </a:p>
      </dgm:t>
    </dgm:pt>
    <dgm:pt modelId="{71C98C39-60F4-4354-AA96-94D9AE74C0FE}" type="parTrans" cxnId="{7CFA0A2E-B065-41B2-B958-467E1C0EC901}">
      <dgm:prSet/>
      <dgm:spPr/>
      <dgm:t>
        <a:bodyPr/>
        <a:lstStyle/>
        <a:p>
          <a:endParaRPr lang="en-IN"/>
        </a:p>
      </dgm:t>
    </dgm:pt>
    <dgm:pt modelId="{A7A6DDE4-81F2-4E41-8873-992F905DBD5F}" type="sibTrans" cxnId="{7CFA0A2E-B065-41B2-B958-467E1C0EC901}">
      <dgm:prSet/>
      <dgm:spPr/>
      <dgm:t>
        <a:bodyPr/>
        <a:lstStyle/>
        <a:p>
          <a:endParaRPr lang="en-IN"/>
        </a:p>
      </dgm:t>
    </dgm:pt>
    <dgm:pt modelId="{66F2711D-88FF-4C63-9A45-351DA4B91EF9}">
      <dgm:prSet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Book published</a:t>
          </a:r>
          <a:endParaRPr lang="en-IN" sz="2000" b="1" dirty="0">
            <a:solidFill>
              <a:schemeClr val="tx1"/>
            </a:solidFill>
          </a:endParaRPr>
        </a:p>
      </dgm:t>
    </dgm:pt>
    <dgm:pt modelId="{0428ACA3-9BE0-4F2B-BD11-0AA69B98B159}" type="parTrans" cxnId="{7A9F1ADE-2109-4662-A9B9-5AAF23237899}">
      <dgm:prSet/>
      <dgm:spPr/>
      <dgm:t>
        <a:bodyPr/>
        <a:lstStyle/>
        <a:p>
          <a:endParaRPr lang="en-IN"/>
        </a:p>
      </dgm:t>
    </dgm:pt>
    <dgm:pt modelId="{9B3204C8-0C2F-44F2-97FA-F4E2FC11A8C3}" type="sibTrans" cxnId="{7A9F1ADE-2109-4662-A9B9-5AAF23237899}">
      <dgm:prSet/>
      <dgm:spPr/>
      <dgm:t>
        <a:bodyPr/>
        <a:lstStyle/>
        <a:p>
          <a:endParaRPr lang="en-IN"/>
        </a:p>
      </dgm:t>
    </dgm:pt>
    <dgm:pt modelId="{6BBC26FB-4090-400E-9749-45E1354077B3}">
      <dgm:prSet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Contribution made to the science and society</a:t>
          </a:r>
          <a:endParaRPr lang="en-IN" sz="2000" b="1" dirty="0">
            <a:solidFill>
              <a:schemeClr val="tx1"/>
            </a:solidFill>
          </a:endParaRPr>
        </a:p>
      </dgm:t>
    </dgm:pt>
    <dgm:pt modelId="{820BA336-A7BB-44B2-B60A-A2AB5ECF0AA1}" type="parTrans" cxnId="{6FA9925A-0F40-4FFE-8625-F779F6A60B0E}">
      <dgm:prSet/>
      <dgm:spPr/>
      <dgm:t>
        <a:bodyPr/>
        <a:lstStyle/>
        <a:p>
          <a:endParaRPr lang="en-IN"/>
        </a:p>
      </dgm:t>
    </dgm:pt>
    <dgm:pt modelId="{77ABF72D-B012-42EA-8BDD-F9B46D50F3CD}" type="sibTrans" cxnId="{6FA9925A-0F40-4FFE-8625-F779F6A60B0E}">
      <dgm:prSet/>
      <dgm:spPr/>
      <dgm:t>
        <a:bodyPr/>
        <a:lstStyle/>
        <a:p>
          <a:endParaRPr lang="en-IN"/>
        </a:p>
      </dgm:t>
    </dgm:pt>
    <dgm:pt modelId="{B21BB93C-4557-45D5-B356-3B47BDDAA177}" type="pres">
      <dgm:prSet presAssocID="{C8E4EB9D-8428-4A2C-BE91-56FEA1A4B22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B468EA7-042A-4D15-AD0B-00557CD822BB}" type="pres">
      <dgm:prSet presAssocID="{6BBC26FB-4090-400E-9749-45E1354077B3}" presName="boxAndChildren" presStyleCnt="0"/>
      <dgm:spPr/>
    </dgm:pt>
    <dgm:pt modelId="{D0131101-256B-4E14-94BE-75E2879A1ED2}" type="pres">
      <dgm:prSet presAssocID="{6BBC26FB-4090-400E-9749-45E1354077B3}" presName="parentTextBox" presStyleLbl="node1" presStyleIdx="0" presStyleCnt="5" custLinFactNeighborY="-5796"/>
      <dgm:spPr/>
      <dgm:t>
        <a:bodyPr/>
        <a:lstStyle/>
        <a:p>
          <a:endParaRPr lang="en-US"/>
        </a:p>
      </dgm:t>
    </dgm:pt>
    <dgm:pt modelId="{97B268C1-CAB1-4D71-AED0-095751B55CA8}" type="pres">
      <dgm:prSet presAssocID="{9B3204C8-0C2F-44F2-97FA-F4E2FC11A8C3}" presName="sp" presStyleCnt="0"/>
      <dgm:spPr/>
    </dgm:pt>
    <dgm:pt modelId="{23B0A027-DEAB-46D1-8C3A-4ED33F931A97}" type="pres">
      <dgm:prSet presAssocID="{66F2711D-88FF-4C63-9A45-351DA4B91EF9}" presName="arrowAndChildren" presStyleCnt="0"/>
      <dgm:spPr/>
    </dgm:pt>
    <dgm:pt modelId="{4F706A1E-EC9B-4808-952E-F4E65E7B3ED0}" type="pres">
      <dgm:prSet presAssocID="{66F2711D-88FF-4C63-9A45-351DA4B91EF9}" presName="parentTextArrow" presStyleLbl="node1" presStyleIdx="1" presStyleCnt="5"/>
      <dgm:spPr/>
      <dgm:t>
        <a:bodyPr/>
        <a:lstStyle/>
        <a:p>
          <a:endParaRPr lang="en-US"/>
        </a:p>
      </dgm:t>
    </dgm:pt>
    <dgm:pt modelId="{6480E838-FB2A-4EBA-BCC6-DCCC2E98628A}" type="pres">
      <dgm:prSet presAssocID="{A7A6DDE4-81F2-4E41-8873-992F905DBD5F}" presName="sp" presStyleCnt="0"/>
      <dgm:spPr/>
    </dgm:pt>
    <dgm:pt modelId="{5878ADED-C10D-4848-B691-E62CA447FF45}" type="pres">
      <dgm:prSet presAssocID="{7EB1E573-7141-484D-98E6-BE0837135EC6}" presName="arrowAndChildren" presStyleCnt="0"/>
      <dgm:spPr/>
    </dgm:pt>
    <dgm:pt modelId="{83270881-D617-4047-A4EE-E3CB0196F8C3}" type="pres">
      <dgm:prSet presAssocID="{7EB1E573-7141-484D-98E6-BE0837135EC6}" presName="parentTextArrow" presStyleLbl="node1" presStyleIdx="2" presStyleCnt="5"/>
      <dgm:spPr/>
      <dgm:t>
        <a:bodyPr/>
        <a:lstStyle/>
        <a:p>
          <a:endParaRPr lang="en-US"/>
        </a:p>
      </dgm:t>
    </dgm:pt>
    <dgm:pt modelId="{A73E869D-4BF2-421B-9D7E-07BE41F92FD6}" type="pres">
      <dgm:prSet presAssocID="{78FBDFFA-4664-442E-93E0-A18E5232C854}" presName="sp" presStyleCnt="0"/>
      <dgm:spPr/>
    </dgm:pt>
    <dgm:pt modelId="{C76D4649-8D8A-4CA3-9769-9601F500DB66}" type="pres">
      <dgm:prSet presAssocID="{5D9E9A5C-0ED8-4A61-90B7-4A3C030EC1BC}" presName="arrowAndChildren" presStyleCnt="0"/>
      <dgm:spPr/>
    </dgm:pt>
    <dgm:pt modelId="{FF9C3C3B-5EC8-4DA4-8136-54F0DAF488E5}" type="pres">
      <dgm:prSet presAssocID="{5D9E9A5C-0ED8-4A61-90B7-4A3C030EC1BC}" presName="parentTextArrow" presStyleLbl="node1" presStyleIdx="3" presStyleCnt="5"/>
      <dgm:spPr/>
      <dgm:t>
        <a:bodyPr/>
        <a:lstStyle/>
        <a:p>
          <a:endParaRPr lang="en-US"/>
        </a:p>
      </dgm:t>
    </dgm:pt>
    <dgm:pt modelId="{CEA0DD12-D1C6-426B-A2BE-222095E73406}" type="pres">
      <dgm:prSet presAssocID="{5D1F6043-3A28-42BB-A05E-29DF74A0AA81}" presName="sp" presStyleCnt="0"/>
      <dgm:spPr/>
    </dgm:pt>
    <dgm:pt modelId="{900144E5-4AB9-4212-A34E-7AF212990903}" type="pres">
      <dgm:prSet presAssocID="{8DDDD8B4-D0EC-4CDA-A497-6ABE2D9B15CE}" presName="arrowAndChildren" presStyleCnt="0"/>
      <dgm:spPr/>
    </dgm:pt>
    <dgm:pt modelId="{509CFB5B-9F3A-4389-8FBA-8FFC9543A58C}" type="pres">
      <dgm:prSet presAssocID="{8DDDD8B4-D0EC-4CDA-A497-6ABE2D9B15CE}" presName="parentTextArrow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FA9BDC49-47E7-4342-A389-5D3FCE474A70}" type="presOf" srcId="{7EB1E573-7141-484D-98E6-BE0837135EC6}" destId="{83270881-D617-4047-A4EE-E3CB0196F8C3}" srcOrd="0" destOrd="0" presId="urn:microsoft.com/office/officeart/2005/8/layout/process4"/>
    <dgm:cxn modelId="{0C991BEA-DFD5-4BED-8983-0F5A6FA69B68}" type="presOf" srcId="{C8E4EB9D-8428-4A2C-BE91-56FEA1A4B226}" destId="{B21BB93C-4557-45D5-B356-3B47BDDAA177}" srcOrd="0" destOrd="0" presId="urn:microsoft.com/office/officeart/2005/8/layout/process4"/>
    <dgm:cxn modelId="{7A9F1ADE-2109-4662-A9B9-5AAF23237899}" srcId="{C8E4EB9D-8428-4A2C-BE91-56FEA1A4B226}" destId="{66F2711D-88FF-4C63-9A45-351DA4B91EF9}" srcOrd="3" destOrd="0" parTransId="{0428ACA3-9BE0-4F2B-BD11-0AA69B98B159}" sibTransId="{9B3204C8-0C2F-44F2-97FA-F4E2FC11A8C3}"/>
    <dgm:cxn modelId="{3343E223-0A32-44A8-9290-B429F8340E92}" type="presOf" srcId="{66F2711D-88FF-4C63-9A45-351DA4B91EF9}" destId="{4F706A1E-EC9B-4808-952E-F4E65E7B3ED0}" srcOrd="0" destOrd="0" presId="urn:microsoft.com/office/officeart/2005/8/layout/process4"/>
    <dgm:cxn modelId="{6FA9925A-0F40-4FFE-8625-F779F6A60B0E}" srcId="{C8E4EB9D-8428-4A2C-BE91-56FEA1A4B226}" destId="{6BBC26FB-4090-400E-9749-45E1354077B3}" srcOrd="4" destOrd="0" parTransId="{820BA336-A7BB-44B2-B60A-A2AB5ECF0AA1}" sibTransId="{77ABF72D-B012-42EA-8BDD-F9B46D50F3CD}"/>
    <dgm:cxn modelId="{1930323F-A7E8-497E-9CC7-9ACD4ACD56F6}" srcId="{C8E4EB9D-8428-4A2C-BE91-56FEA1A4B226}" destId="{5D9E9A5C-0ED8-4A61-90B7-4A3C030EC1BC}" srcOrd="1" destOrd="0" parTransId="{1930DBAB-A517-4269-8BA8-E1F6D5E8237C}" sibTransId="{78FBDFFA-4664-442E-93E0-A18E5232C854}"/>
    <dgm:cxn modelId="{47E562E0-CA42-4438-AC94-C967B6ED1F8A}" type="presOf" srcId="{8DDDD8B4-D0EC-4CDA-A497-6ABE2D9B15CE}" destId="{509CFB5B-9F3A-4389-8FBA-8FFC9543A58C}" srcOrd="0" destOrd="0" presId="urn:microsoft.com/office/officeart/2005/8/layout/process4"/>
    <dgm:cxn modelId="{57DF695C-D4C0-455E-8518-63B3E773A590}" srcId="{C8E4EB9D-8428-4A2C-BE91-56FEA1A4B226}" destId="{8DDDD8B4-D0EC-4CDA-A497-6ABE2D9B15CE}" srcOrd="0" destOrd="0" parTransId="{40EEEB91-2056-4DD8-8D07-13DE7AF69395}" sibTransId="{5D1F6043-3A28-42BB-A05E-29DF74A0AA81}"/>
    <dgm:cxn modelId="{7CFA0A2E-B065-41B2-B958-467E1C0EC901}" srcId="{C8E4EB9D-8428-4A2C-BE91-56FEA1A4B226}" destId="{7EB1E573-7141-484D-98E6-BE0837135EC6}" srcOrd="2" destOrd="0" parTransId="{71C98C39-60F4-4354-AA96-94D9AE74C0FE}" sibTransId="{A7A6DDE4-81F2-4E41-8873-992F905DBD5F}"/>
    <dgm:cxn modelId="{868AE2C1-780F-4D15-88CB-A68806FEBA8B}" type="presOf" srcId="{6BBC26FB-4090-400E-9749-45E1354077B3}" destId="{D0131101-256B-4E14-94BE-75E2879A1ED2}" srcOrd="0" destOrd="0" presId="urn:microsoft.com/office/officeart/2005/8/layout/process4"/>
    <dgm:cxn modelId="{65022FCC-68B9-4BEA-AE43-4A8BC8BE2EC3}" type="presOf" srcId="{5D9E9A5C-0ED8-4A61-90B7-4A3C030EC1BC}" destId="{FF9C3C3B-5EC8-4DA4-8136-54F0DAF488E5}" srcOrd="0" destOrd="0" presId="urn:microsoft.com/office/officeart/2005/8/layout/process4"/>
    <dgm:cxn modelId="{02CC1914-39FD-4196-B77D-90C65D4C6D29}" type="presParOf" srcId="{B21BB93C-4557-45D5-B356-3B47BDDAA177}" destId="{BB468EA7-042A-4D15-AD0B-00557CD822BB}" srcOrd="0" destOrd="0" presId="urn:microsoft.com/office/officeart/2005/8/layout/process4"/>
    <dgm:cxn modelId="{8FF40394-9972-4421-8B08-585085EC9286}" type="presParOf" srcId="{BB468EA7-042A-4D15-AD0B-00557CD822BB}" destId="{D0131101-256B-4E14-94BE-75E2879A1ED2}" srcOrd="0" destOrd="0" presId="urn:microsoft.com/office/officeart/2005/8/layout/process4"/>
    <dgm:cxn modelId="{2EA39C0E-9BD3-433F-95E4-E6724621F619}" type="presParOf" srcId="{B21BB93C-4557-45D5-B356-3B47BDDAA177}" destId="{97B268C1-CAB1-4D71-AED0-095751B55CA8}" srcOrd="1" destOrd="0" presId="urn:microsoft.com/office/officeart/2005/8/layout/process4"/>
    <dgm:cxn modelId="{3DBCF476-9060-4C7F-9D76-C3389274B728}" type="presParOf" srcId="{B21BB93C-4557-45D5-B356-3B47BDDAA177}" destId="{23B0A027-DEAB-46D1-8C3A-4ED33F931A97}" srcOrd="2" destOrd="0" presId="urn:microsoft.com/office/officeart/2005/8/layout/process4"/>
    <dgm:cxn modelId="{686FAF93-39C0-4C22-A0C4-658F764DE209}" type="presParOf" srcId="{23B0A027-DEAB-46D1-8C3A-4ED33F931A97}" destId="{4F706A1E-EC9B-4808-952E-F4E65E7B3ED0}" srcOrd="0" destOrd="0" presId="urn:microsoft.com/office/officeart/2005/8/layout/process4"/>
    <dgm:cxn modelId="{7E19E836-EEB7-470C-B81D-4FEC358FA74C}" type="presParOf" srcId="{B21BB93C-4557-45D5-B356-3B47BDDAA177}" destId="{6480E838-FB2A-4EBA-BCC6-DCCC2E98628A}" srcOrd="3" destOrd="0" presId="urn:microsoft.com/office/officeart/2005/8/layout/process4"/>
    <dgm:cxn modelId="{48AAC544-7657-4F89-8AAE-8EE2BE217EF0}" type="presParOf" srcId="{B21BB93C-4557-45D5-B356-3B47BDDAA177}" destId="{5878ADED-C10D-4848-B691-E62CA447FF45}" srcOrd="4" destOrd="0" presId="urn:microsoft.com/office/officeart/2005/8/layout/process4"/>
    <dgm:cxn modelId="{7FD68376-4A67-416F-9C82-24EDE769D6A1}" type="presParOf" srcId="{5878ADED-C10D-4848-B691-E62CA447FF45}" destId="{83270881-D617-4047-A4EE-E3CB0196F8C3}" srcOrd="0" destOrd="0" presId="urn:microsoft.com/office/officeart/2005/8/layout/process4"/>
    <dgm:cxn modelId="{1D544D34-556A-4AFA-8335-E8282D6C429E}" type="presParOf" srcId="{B21BB93C-4557-45D5-B356-3B47BDDAA177}" destId="{A73E869D-4BF2-421B-9D7E-07BE41F92FD6}" srcOrd="5" destOrd="0" presId="urn:microsoft.com/office/officeart/2005/8/layout/process4"/>
    <dgm:cxn modelId="{926D8316-FA53-4FCF-BE5D-EE08480C5D82}" type="presParOf" srcId="{B21BB93C-4557-45D5-B356-3B47BDDAA177}" destId="{C76D4649-8D8A-4CA3-9769-9601F500DB66}" srcOrd="6" destOrd="0" presId="urn:microsoft.com/office/officeart/2005/8/layout/process4"/>
    <dgm:cxn modelId="{6CF226B3-8B3C-4B6E-A3D8-9AD961D79DD5}" type="presParOf" srcId="{C76D4649-8D8A-4CA3-9769-9601F500DB66}" destId="{FF9C3C3B-5EC8-4DA4-8136-54F0DAF488E5}" srcOrd="0" destOrd="0" presId="urn:microsoft.com/office/officeart/2005/8/layout/process4"/>
    <dgm:cxn modelId="{D6D0298F-F2F2-4643-BF97-1475EE0D7456}" type="presParOf" srcId="{B21BB93C-4557-45D5-B356-3B47BDDAA177}" destId="{CEA0DD12-D1C6-426B-A2BE-222095E73406}" srcOrd="7" destOrd="0" presId="urn:microsoft.com/office/officeart/2005/8/layout/process4"/>
    <dgm:cxn modelId="{296802C2-7CE6-4D6A-B1BA-8DF2787BABD0}" type="presParOf" srcId="{B21BB93C-4557-45D5-B356-3B47BDDAA177}" destId="{900144E5-4AB9-4212-A34E-7AF212990903}" srcOrd="8" destOrd="0" presId="urn:microsoft.com/office/officeart/2005/8/layout/process4"/>
    <dgm:cxn modelId="{F03E3037-2E00-454A-A4F7-5F593D3354E6}" type="presParOf" srcId="{900144E5-4AB9-4212-A34E-7AF212990903}" destId="{509CFB5B-9F3A-4389-8FBA-8FFC9543A58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2F2A59C-22B7-4027-8344-39CE53962B80}" type="doc">
      <dgm:prSet loTypeId="urn:microsoft.com/office/officeart/2005/8/layout/bProcess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AA77CE21-9505-4201-BDD7-B11C40D0F497}">
      <dgm:prSet phldrT="[Text]" custT="1"/>
      <dgm:spPr>
        <a:ln w="76200">
          <a:solidFill>
            <a:schemeClr val="tx1"/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Selection of Research topic</a:t>
          </a:r>
          <a:endParaRPr lang="en-IN" sz="1600" b="1" dirty="0">
            <a:solidFill>
              <a:schemeClr val="tx1"/>
            </a:solidFill>
          </a:endParaRPr>
        </a:p>
      </dgm:t>
    </dgm:pt>
    <dgm:pt modelId="{0B56013D-42A5-48C9-ABE9-45D7F99BEAB6}" type="parTrans" cxnId="{171930AA-0C8B-41B0-A5E1-2E51E0E222B8}">
      <dgm:prSet/>
      <dgm:spPr/>
      <dgm:t>
        <a:bodyPr/>
        <a:lstStyle/>
        <a:p>
          <a:endParaRPr lang="en-IN"/>
        </a:p>
      </dgm:t>
    </dgm:pt>
    <dgm:pt modelId="{184644C9-F5E6-4938-BEEA-A2F6CC363EC7}" type="sibTrans" cxnId="{171930AA-0C8B-41B0-A5E1-2E51E0E222B8}">
      <dgm:prSet/>
      <dgm:spPr/>
      <dgm:t>
        <a:bodyPr/>
        <a:lstStyle/>
        <a:p>
          <a:endParaRPr lang="en-IN" dirty="0"/>
        </a:p>
      </dgm:t>
    </dgm:pt>
    <dgm:pt modelId="{ED63731D-9C34-4551-A565-C1401BAAD30B}">
      <dgm:prSet phldrT="[Text]" custT="1"/>
      <dgm:spPr>
        <a:ln w="76200">
          <a:solidFill>
            <a:srgbClr val="00B050"/>
          </a:solidFill>
        </a:ln>
      </dgm:spPr>
      <dgm:t>
        <a:bodyPr/>
        <a:lstStyle/>
        <a:p>
          <a:r>
            <a:rPr lang="en-US" sz="16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Definition of a research problem</a:t>
          </a:r>
          <a:endParaRPr lang="en-IN" sz="1600" b="1" dirty="0">
            <a:solidFill>
              <a:schemeClr val="tx1"/>
            </a:solidFill>
          </a:endParaRPr>
        </a:p>
      </dgm:t>
    </dgm:pt>
    <dgm:pt modelId="{4892A910-C296-41CC-A307-0D42DD34EB9C}" type="parTrans" cxnId="{B4ACE392-E21A-483C-90C5-14092B71F093}">
      <dgm:prSet/>
      <dgm:spPr/>
      <dgm:t>
        <a:bodyPr/>
        <a:lstStyle/>
        <a:p>
          <a:endParaRPr lang="en-IN"/>
        </a:p>
      </dgm:t>
    </dgm:pt>
    <dgm:pt modelId="{AD0444A4-EB4F-4234-9298-AA9E585D0E9B}" type="sibTrans" cxnId="{B4ACE392-E21A-483C-90C5-14092B71F093}">
      <dgm:prSet/>
      <dgm:spPr/>
      <dgm:t>
        <a:bodyPr/>
        <a:lstStyle/>
        <a:p>
          <a:endParaRPr lang="en-IN" dirty="0"/>
        </a:p>
      </dgm:t>
    </dgm:pt>
    <dgm:pt modelId="{EA680CDB-B721-41F9-9F74-F93D53F98540}">
      <dgm:prSet phldrT="[Text]" custT="1"/>
      <dgm:spPr>
        <a:ln w="76200">
          <a:solidFill>
            <a:srgbClr val="002060"/>
          </a:solidFill>
        </a:ln>
      </dgm:spPr>
      <dgm:t>
        <a:bodyPr/>
        <a:lstStyle/>
        <a:p>
          <a:r>
            <a:rPr lang="en-US" sz="16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Literature survey</a:t>
          </a:r>
          <a:endParaRPr lang="en-IN" sz="1600" b="1" dirty="0">
            <a:solidFill>
              <a:schemeClr val="tx1"/>
            </a:solidFill>
          </a:endParaRPr>
        </a:p>
      </dgm:t>
    </dgm:pt>
    <dgm:pt modelId="{1501A0F1-CD2E-4B2E-9BE1-F069614DEE62}" type="parTrans" cxnId="{E201DAFD-F773-4F80-8AA4-6E97EDC018C9}">
      <dgm:prSet/>
      <dgm:spPr/>
      <dgm:t>
        <a:bodyPr/>
        <a:lstStyle/>
        <a:p>
          <a:endParaRPr lang="en-IN"/>
        </a:p>
      </dgm:t>
    </dgm:pt>
    <dgm:pt modelId="{F8ECA782-0EE3-4398-8F07-EAA9C09F35FE}" type="sibTrans" cxnId="{E201DAFD-F773-4F80-8AA4-6E97EDC018C9}">
      <dgm:prSet/>
      <dgm:spPr/>
      <dgm:t>
        <a:bodyPr/>
        <a:lstStyle/>
        <a:p>
          <a:endParaRPr lang="en-IN" dirty="0"/>
        </a:p>
      </dgm:t>
    </dgm:pt>
    <dgm:pt modelId="{D0C508C8-870C-4A5C-8ED6-B33DFD8EF508}">
      <dgm:prSet phldrT="[Text]" custT="1"/>
      <dgm:spPr>
        <a:ln w="76200">
          <a:solidFill>
            <a:srgbClr val="7030A0"/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Assessment of current status of the topic chosen</a:t>
          </a:r>
          <a:endParaRPr lang="en-IN" sz="1600" b="1" dirty="0">
            <a:solidFill>
              <a:schemeClr val="tx1"/>
            </a:solidFill>
          </a:endParaRPr>
        </a:p>
      </dgm:t>
    </dgm:pt>
    <dgm:pt modelId="{01DDC92B-0F79-4E84-8B5D-C26AC1270AB4}" type="parTrans" cxnId="{D8CD6B86-C084-4ADF-B095-1C856ED026B4}">
      <dgm:prSet/>
      <dgm:spPr/>
      <dgm:t>
        <a:bodyPr/>
        <a:lstStyle/>
        <a:p>
          <a:endParaRPr lang="en-IN"/>
        </a:p>
      </dgm:t>
    </dgm:pt>
    <dgm:pt modelId="{94E67ACA-6BAA-48F7-93B6-3836C8E7F8BA}" type="sibTrans" cxnId="{D8CD6B86-C084-4ADF-B095-1C856ED026B4}">
      <dgm:prSet/>
      <dgm:spPr/>
      <dgm:t>
        <a:bodyPr/>
        <a:lstStyle/>
        <a:p>
          <a:endParaRPr lang="en-IN" dirty="0"/>
        </a:p>
      </dgm:t>
    </dgm:pt>
    <dgm:pt modelId="{1B837750-138D-4C76-9B9E-D3C70DA0BBFB}">
      <dgm:prSet phldrT="[Text]" custT="1"/>
      <dgm:spPr>
        <a:ln w="76200">
          <a:solidFill>
            <a:schemeClr val="accent3">
              <a:lumMod val="50000"/>
            </a:schemeClr>
          </a:solidFill>
        </a:ln>
      </dgm:spPr>
      <dgm:t>
        <a:bodyPr/>
        <a:lstStyle/>
        <a:p>
          <a:r>
            <a:rPr lang="en-US" sz="16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Formulation of  hypotheses</a:t>
          </a:r>
          <a:endParaRPr lang="en-IN" sz="1600" b="1" dirty="0">
            <a:solidFill>
              <a:schemeClr val="tx1"/>
            </a:solidFill>
          </a:endParaRPr>
        </a:p>
      </dgm:t>
    </dgm:pt>
    <dgm:pt modelId="{16799314-73ED-425A-82EB-F714292BD90E}" type="parTrans" cxnId="{FA657E20-B06D-475E-BF8B-C94892BD1860}">
      <dgm:prSet/>
      <dgm:spPr/>
      <dgm:t>
        <a:bodyPr/>
        <a:lstStyle/>
        <a:p>
          <a:endParaRPr lang="en-IN"/>
        </a:p>
      </dgm:t>
    </dgm:pt>
    <dgm:pt modelId="{05569105-7846-4ECC-B3A5-A9B8BF1B3EF1}" type="sibTrans" cxnId="{FA657E20-B06D-475E-BF8B-C94892BD1860}">
      <dgm:prSet/>
      <dgm:spPr/>
      <dgm:t>
        <a:bodyPr/>
        <a:lstStyle/>
        <a:p>
          <a:endParaRPr lang="en-IN" dirty="0"/>
        </a:p>
      </dgm:t>
    </dgm:pt>
    <dgm:pt modelId="{EF9507D8-E221-46E8-9CA0-3427BDAAC365}">
      <dgm:prSet phldrT="[Text]" custT="1"/>
      <dgm:spPr>
        <a:ln w="76200">
          <a:solidFill>
            <a:srgbClr val="FFC000"/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Research Design</a:t>
          </a:r>
          <a:endParaRPr lang="en-IN" sz="1600" b="1" dirty="0">
            <a:solidFill>
              <a:schemeClr val="tx1"/>
            </a:solidFill>
          </a:endParaRPr>
        </a:p>
      </dgm:t>
    </dgm:pt>
    <dgm:pt modelId="{946F6388-4282-4632-87D8-56202175A932}" type="parTrans" cxnId="{47E9EBEE-6692-4010-9993-5F2C5DEADC91}">
      <dgm:prSet/>
      <dgm:spPr/>
      <dgm:t>
        <a:bodyPr/>
        <a:lstStyle/>
        <a:p>
          <a:endParaRPr lang="en-IN"/>
        </a:p>
      </dgm:t>
    </dgm:pt>
    <dgm:pt modelId="{884F0C99-4378-49D0-8579-9E56FE58DF7C}" type="sibTrans" cxnId="{47E9EBEE-6692-4010-9993-5F2C5DEADC91}">
      <dgm:prSet/>
      <dgm:spPr/>
      <dgm:t>
        <a:bodyPr/>
        <a:lstStyle/>
        <a:p>
          <a:endParaRPr lang="en-IN" dirty="0"/>
        </a:p>
      </dgm:t>
    </dgm:pt>
    <dgm:pt modelId="{2AA06C76-FA81-4BB7-9609-CB3AE514CFBE}">
      <dgm:prSet phldrT="[Text]" custT="1"/>
      <dgm:spPr>
        <a:ln w="76200"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Actual Investigation</a:t>
          </a:r>
          <a:endParaRPr lang="en-IN" sz="1600" b="1" dirty="0">
            <a:solidFill>
              <a:schemeClr val="tx1"/>
            </a:solidFill>
          </a:endParaRPr>
        </a:p>
      </dgm:t>
    </dgm:pt>
    <dgm:pt modelId="{FE565A02-5179-4145-849C-66C997BD318A}" type="parTrans" cxnId="{926F3C70-C7BD-4D85-ADE0-2978F25C8AF1}">
      <dgm:prSet/>
      <dgm:spPr/>
      <dgm:t>
        <a:bodyPr/>
        <a:lstStyle/>
        <a:p>
          <a:endParaRPr lang="en-IN"/>
        </a:p>
      </dgm:t>
    </dgm:pt>
    <dgm:pt modelId="{B304C850-FC22-403C-B5E9-1C3B8FEE41E0}" type="sibTrans" cxnId="{926F3C70-C7BD-4D85-ADE0-2978F25C8AF1}">
      <dgm:prSet/>
      <dgm:spPr/>
      <dgm:t>
        <a:bodyPr/>
        <a:lstStyle/>
        <a:p>
          <a:endParaRPr lang="en-IN" dirty="0"/>
        </a:p>
      </dgm:t>
    </dgm:pt>
    <dgm:pt modelId="{2885F514-F101-4919-AE6C-11199DA23E65}">
      <dgm:prSet phldrT="[Text]" custT="1"/>
      <dgm:spPr>
        <a:ln w="76200">
          <a:solidFill>
            <a:srgbClr val="00B0F0"/>
          </a:solidFill>
        </a:ln>
      </dgm:spPr>
      <dgm:t>
        <a:bodyPr/>
        <a:lstStyle/>
        <a:p>
          <a:r>
            <a:rPr lang="en-US" sz="16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Data analysis</a:t>
          </a:r>
          <a:endParaRPr lang="en-IN" sz="1600" b="1" dirty="0">
            <a:solidFill>
              <a:schemeClr val="tx1"/>
            </a:solidFill>
          </a:endParaRPr>
        </a:p>
      </dgm:t>
    </dgm:pt>
    <dgm:pt modelId="{BDF3658D-7F23-4DC7-B537-064DABCCF36E}" type="parTrans" cxnId="{0BF88513-1CE7-4954-B933-D3D81C244016}">
      <dgm:prSet/>
      <dgm:spPr/>
      <dgm:t>
        <a:bodyPr/>
        <a:lstStyle/>
        <a:p>
          <a:endParaRPr lang="en-IN"/>
        </a:p>
      </dgm:t>
    </dgm:pt>
    <dgm:pt modelId="{2C349A5C-16F0-4304-A28D-948477496464}" type="sibTrans" cxnId="{0BF88513-1CE7-4954-B933-D3D81C244016}">
      <dgm:prSet/>
      <dgm:spPr/>
      <dgm:t>
        <a:bodyPr/>
        <a:lstStyle/>
        <a:p>
          <a:endParaRPr lang="en-IN" dirty="0"/>
        </a:p>
      </dgm:t>
    </dgm:pt>
    <dgm:pt modelId="{914C9807-5679-4BDE-89C6-B26BA371DFD2}">
      <dgm:prSet phldrT="[Text]" custT="1"/>
      <dgm:spPr>
        <a:ln w="76200">
          <a:solidFill>
            <a:srgbClr val="FFC000"/>
          </a:solidFill>
        </a:ln>
      </dgm:spPr>
      <dgm:t>
        <a:bodyPr/>
        <a:lstStyle/>
        <a:p>
          <a:r>
            <a:rPr 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Report</a:t>
          </a:r>
          <a:endParaRPr lang="en-IN" sz="1600" b="1" dirty="0">
            <a:solidFill>
              <a:schemeClr val="tx1"/>
            </a:solidFill>
          </a:endParaRPr>
        </a:p>
      </dgm:t>
    </dgm:pt>
    <dgm:pt modelId="{BDEAE71C-3962-48D5-924E-79FD3E9E262A}" type="parTrans" cxnId="{42E19355-0920-4DAF-A96D-F95F3DCF9D60}">
      <dgm:prSet/>
      <dgm:spPr/>
      <dgm:t>
        <a:bodyPr/>
        <a:lstStyle/>
        <a:p>
          <a:endParaRPr lang="en-IN"/>
        </a:p>
      </dgm:t>
    </dgm:pt>
    <dgm:pt modelId="{34D11314-AAF4-4F95-A0E4-2C5A6041C675}" type="sibTrans" cxnId="{42E19355-0920-4DAF-A96D-F95F3DCF9D60}">
      <dgm:prSet/>
      <dgm:spPr/>
      <dgm:t>
        <a:bodyPr/>
        <a:lstStyle/>
        <a:p>
          <a:endParaRPr lang="en-IN"/>
        </a:p>
      </dgm:t>
    </dgm:pt>
    <dgm:pt modelId="{68A75C73-B674-48F4-8B32-DC878178419D}">
      <dgm:prSet custT="1"/>
      <dgm:spPr>
        <a:ln w="76200">
          <a:solidFill>
            <a:srgbClr val="FF0000"/>
          </a:solidFill>
        </a:ln>
      </dgm:spPr>
      <dgm:t>
        <a:bodyPr/>
        <a:lstStyle/>
        <a:p>
          <a:r>
            <a:rPr lang="en-US" sz="1600" b="1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Interpretation of result</a:t>
          </a:r>
          <a:endParaRPr lang="en-IN" sz="1600" b="1" dirty="0">
            <a:solidFill>
              <a:schemeClr val="tx1"/>
            </a:solidFill>
          </a:endParaRPr>
        </a:p>
      </dgm:t>
    </dgm:pt>
    <dgm:pt modelId="{C583FF78-4014-4714-BEF9-310BDA780F50}" type="parTrans" cxnId="{F55A920F-4062-40E1-97AE-5901F0F2548A}">
      <dgm:prSet/>
      <dgm:spPr/>
      <dgm:t>
        <a:bodyPr/>
        <a:lstStyle/>
        <a:p>
          <a:endParaRPr lang="en-IN"/>
        </a:p>
      </dgm:t>
    </dgm:pt>
    <dgm:pt modelId="{CD7DB065-4C14-4302-BF51-D9F474F28934}" type="sibTrans" cxnId="{F55A920F-4062-40E1-97AE-5901F0F2548A}">
      <dgm:prSet/>
      <dgm:spPr/>
      <dgm:t>
        <a:bodyPr/>
        <a:lstStyle/>
        <a:p>
          <a:endParaRPr lang="en-IN" dirty="0"/>
        </a:p>
      </dgm:t>
    </dgm:pt>
    <dgm:pt modelId="{2AE9DDF1-8572-411E-A9A4-AF0055085433}" type="pres">
      <dgm:prSet presAssocID="{42F2A59C-22B7-4027-8344-39CE53962B80}" presName="diagram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FCE0EC5D-A14C-4F2C-BD0B-4531D5D5B561}" type="pres">
      <dgm:prSet presAssocID="{AA77CE21-9505-4201-BDD7-B11C40D0F497}" presName="firstNode" presStyleLbl="node1" presStyleIdx="0" presStyleCnt="10" custScaleX="324940" custScaleY="276312" custLinFactNeighborX="-439" custLinFactNeighborY="-62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9842EC-CFD9-46D8-82B7-FCE42BC3B599}" type="pres">
      <dgm:prSet presAssocID="{184644C9-F5E6-4938-BEEA-A2F6CC363EC7}" presName="sibTrans" presStyleLbl="sibTrans2D1" presStyleIdx="0" presStyleCnt="9"/>
      <dgm:spPr/>
      <dgm:t>
        <a:bodyPr/>
        <a:lstStyle/>
        <a:p>
          <a:endParaRPr lang="en-US"/>
        </a:p>
      </dgm:t>
    </dgm:pt>
    <dgm:pt modelId="{F2D8F8F9-E671-4F4C-B296-CFA8704B61F3}" type="pres">
      <dgm:prSet presAssocID="{ED63731D-9C34-4551-A565-C1401BAAD30B}" presName="middleNode" presStyleCnt="0"/>
      <dgm:spPr/>
    </dgm:pt>
    <dgm:pt modelId="{43B5F69F-D738-42A2-9AF2-A3486B3C0964}" type="pres">
      <dgm:prSet presAssocID="{ED63731D-9C34-4551-A565-C1401BAAD30B}" presName="padding" presStyleLbl="node1" presStyleIdx="0" presStyleCnt="10"/>
      <dgm:spPr/>
    </dgm:pt>
    <dgm:pt modelId="{CE86F046-C6B4-49F1-BFFE-1672D871AC5C}" type="pres">
      <dgm:prSet presAssocID="{ED63731D-9C34-4551-A565-C1401BAAD30B}" presName="shape" presStyleLbl="node1" presStyleIdx="1" presStyleCnt="10" custScaleX="454944" custScaleY="3820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100F4E-D0EF-40ED-9F9C-806E95379424}" type="pres">
      <dgm:prSet presAssocID="{AD0444A4-EB4F-4234-9298-AA9E585D0E9B}" presName="sibTrans" presStyleLbl="sibTrans2D1" presStyleIdx="1" presStyleCnt="9"/>
      <dgm:spPr/>
      <dgm:t>
        <a:bodyPr/>
        <a:lstStyle/>
        <a:p>
          <a:endParaRPr lang="en-US"/>
        </a:p>
      </dgm:t>
    </dgm:pt>
    <dgm:pt modelId="{143DE62F-F1E1-4807-B028-E77CECAE7FF9}" type="pres">
      <dgm:prSet presAssocID="{EA680CDB-B721-41F9-9F74-F93D53F98540}" presName="middleNode" presStyleCnt="0"/>
      <dgm:spPr/>
    </dgm:pt>
    <dgm:pt modelId="{08E2285C-BD6C-4EDA-BD10-252841314768}" type="pres">
      <dgm:prSet presAssocID="{EA680CDB-B721-41F9-9F74-F93D53F98540}" presName="padding" presStyleLbl="node1" presStyleIdx="1" presStyleCnt="10"/>
      <dgm:spPr/>
    </dgm:pt>
    <dgm:pt modelId="{BF8664BF-FA0D-490E-A7F9-50895542EF0A}" type="pres">
      <dgm:prSet presAssocID="{EA680CDB-B721-41F9-9F74-F93D53F98540}" presName="shape" presStyleLbl="node1" presStyleIdx="2" presStyleCnt="10" custScaleX="384947" custScaleY="3582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028466-92A0-4409-9A7B-23A4D98EB1E8}" type="pres">
      <dgm:prSet presAssocID="{F8ECA782-0EE3-4398-8F07-EAA9C09F35FE}" presName="sibTrans" presStyleLbl="sibTrans2D1" presStyleIdx="2" presStyleCnt="9"/>
      <dgm:spPr/>
      <dgm:t>
        <a:bodyPr/>
        <a:lstStyle/>
        <a:p>
          <a:endParaRPr lang="en-US"/>
        </a:p>
      </dgm:t>
    </dgm:pt>
    <dgm:pt modelId="{D7B9DA54-96A1-408E-BABF-3845DF349171}" type="pres">
      <dgm:prSet presAssocID="{D0C508C8-870C-4A5C-8ED6-B33DFD8EF508}" presName="middleNode" presStyleCnt="0"/>
      <dgm:spPr/>
    </dgm:pt>
    <dgm:pt modelId="{341FE2A5-3DC4-4C7F-9205-95F56BA8B040}" type="pres">
      <dgm:prSet presAssocID="{D0C508C8-870C-4A5C-8ED6-B33DFD8EF508}" presName="padding" presStyleLbl="node1" presStyleIdx="2" presStyleCnt="10"/>
      <dgm:spPr/>
    </dgm:pt>
    <dgm:pt modelId="{23A32CE0-76B5-4354-A2D8-7E695593295F}" type="pres">
      <dgm:prSet presAssocID="{D0C508C8-870C-4A5C-8ED6-B33DFD8EF508}" presName="shape" presStyleLbl="node1" presStyleIdx="3" presStyleCnt="10" custScaleX="462156" custScaleY="3385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5411AF-1E8A-4B63-9834-D046A5434F9D}" type="pres">
      <dgm:prSet presAssocID="{94E67ACA-6BAA-48F7-93B6-3836C8E7F8BA}" presName="sibTrans" presStyleLbl="sibTrans2D1" presStyleIdx="3" presStyleCnt="9"/>
      <dgm:spPr/>
      <dgm:t>
        <a:bodyPr/>
        <a:lstStyle/>
        <a:p>
          <a:endParaRPr lang="en-US"/>
        </a:p>
      </dgm:t>
    </dgm:pt>
    <dgm:pt modelId="{14DFF6AD-8652-41F5-AC47-78E61D214354}" type="pres">
      <dgm:prSet presAssocID="{1B837750-138D-4C76-9B9E-D3C70DA0BBFB}" presName="middleNode" presStyleCnt="0"/>
      <dgm:spPr/>
    </dgm:pt>
    <dgm:pt modelId="{4A4CCE19-5931-4EB0-B735-357B4C5EFC8E}" type="pres">
      <dgm:prSet presAssocID="{1B837750-138D-4C76-9B9E-D3C70DA0BBFB}" presName="padding" presStyleLbl="node1" presStyleIdx="3" presStyleCnt="10"/>
      <dgm:spPr/>
    </dgm:pt>
    <dgm:pt modelId="{93E4B81E-C0C9-448E-8841-6FF41B9D467E}" type="pres">
      <dgm:prSet presAssocID="{1B837750-138D-4C76-9B9E-D3C70DA0BBFB}" presName="shape" presStyleLbl="node1" presStyleIdx="4" presStyleCnt="10" custScaleX="446119" custScaleY="3647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FC6E77-1244-484D-A2A3-60D3C6A84E93}" type="pres">
      <dgm:prSet presAssocID="{05569105-7846-4ECC-B3A5-A9B8BF1B3EF1}" presName="sibTrans" presStyleLbl="sibTrans2D1" presStyleIdx="4" presStyleCnt="9"/>
      <dgm:spPr/>
      <dgm:t>
        <a:bodyPr/>
        <a:lstStyle/>
        <a:p>
          <a:endParaRPr lang="en-US"/>
        </a:p>
      </dgm:t>
    </dgm:pt>
    <dgm:pt modelId="{C9B1BC17-4B32-4C02-A2D0-4020AD6458CB}" type="pres">
      <dgm:prSet presAssocID="{EF9507D8-E221-46E8-9CA0-3427BDAAC365}" presName="middleNode" presStyleCnt="0"/>
      <dgm:spPr/>
    </dgm:pt>
    <dgm:pt modelId="{86A2F672-FAC1-4796-A9F5-8A9926DEE801}" type="pres">
      <dgm:prSet presAssocID="{EF9507D8-E221-46E8-9CA0-3427BDAAC365}" presName="padding" presStyleLbl="node1" presStyleIdx="4" presStyleCnt="10"/>
      <dgm:spPr/>
    </dgm:pt>
    <dgm:pt modelId="{200684A0-62B8-4F1D-A9D0-C9F56F15C94A}" type="pres">
      <dgm:prSet presAssocID="{EF9507D8-E221-46E8-9CA0-3427BDAAC365}" presName="shape" presStyleLbl="node1" presStyleIdx="5" presStyleCnt="10" custScaleX="444852" custScaleY="4252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534E35-7A41-459E-B897-262D1B33B5B4}" type="pres">
      <dgm:prSet presAssocID="{884F0C99-4378-49D0-8579-9E56FE58DF7C}" presName="sibTrans" presStyleLbl="sibTrans2D1" presStyleIdx="5" presStyleCnt="9"/>
      <dgm:spPr/>
      <dgm:t>
        <a:bodyPr/>
        <a:lstStyle/>
        <a:p>
          <a:endParaRPr lang="en-US"/>
        </a:p>
      </dgm:t>
    </dgm:pt>
    <dgm:pt modelId="{9E2213E6-3029-4828-A4E4-67D44F47075F}" type="pres">
      <dgm:prSet presAssocID="{2AA06C76-FA81-4BB7-9609-CB3AE514CFBE}" presName="middleNode" presStyleCnt="0"/>
      <dgm:spPr/>
    </dgm:pt>
    <dgm:pt modelId="{868D2A44-226C-4A26-99FF-46F116A2775A}" type="pres">
      <dgm:prSet presAssocID="{2AA06C76-FA81-4BB7-9609-CB3AE514CFBE}" presName="padding" presStyleLbl="node1" presStyleIdx="5" presStyleCnt="10"/>
      <dgm:spPr/>
    </dgm:pt>
    <dgm:pt modelId="{416258BA-A18E-4A8E-8311-54B54D70D927}" type="pres">
      <dgm:prSet presAssocID="{2AA06C76-FA81-4BB7-9609-CB3AE514CFBE}" presName="shape" presStyleLbl="node1" presStyleIdx="6" presStyleCnt="10" custScaleX="458847" custScaleY="38465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FECA51-244A-4048-950F-08180B7DAF82}" type="pres">
      <dgm:prSet presAssocID="{B304C850-FC22-403C-B5E9-1C3B8FEE41E0}" presName="sibTrans" presStyleLbl="sibTrans2D1" presStyleIdx="6" presStyleCnt="9"/>
      <dgm:spPr/>
      <dgm:t>
        <a:bodyPr/>
        <a:lstStyle/>
        <a:p>
          <a:endParaRPr lang="en-US"/>
        </a:p>
      </dgm:t>
    </dgm:pt>
    <dgm:pt modelId="{BF66D693-FB31-4B6B-B74D-34D1F6EFBFAB}" type="pres">
      <dgm:prSet presAssocID="{2885F514-F101-4919-AE6C-11199DA23E65}" presName="middleNode" presStyleCnt="0"/>
      <dgm:spPr/>
    </dgm:pt>
    <dgm:pt modelId="{DCE52BBF-8FCE-46C5-9AFB-4BBE65541967}" type="pres">
      <dgm:prSet presAssocID="{2885F514-F101-4919-AE6C-11199DA23E65}" presName="padding" presStyleLbl="node1" presStyleIdx="6" presStyleCnt="10"/>
      <dgm:spPr/>
    </dgm:pt>
    <dgm:pt modelId="{FE7593E8-5E77-4417-9935-7A537A0EC94D}" type="pres">
      <dgm:prSet presAssocID="{2885F514-F101-4919-AE6C-11199DA23E65}" presName="shape" presStyleLbl="node1" presStyleIdx="7" presStyleCnt="10" custScaleX="369158" custScaleY="3576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2D3E15-C4D6-4DC9-A4F9-834E0AC4DEF3}" type="pres">
      <dgm:prSet presAssocID="{2C349A5C-16F0-4304-A28D-948477496464}" presName="sibTrans" presStyleLbl="sibTrans2D1" presStyleIdx="7" presStyleCnt="9"/>
      <dgm:spPr/>
      <dgm:t>
        <a:bodyPr/>
        <a:lstStyle/>
        <a:p>
          <a:endParaRPr lang="en-US"/>
        </a:p>
      </dgm:t>
    </dgm:pt>
    <dgm:pt modelId="{A4F18404-767A-4CED-88AB-DB0E257E5FC2}" type="pres">
      <dgm:prSet presAssocID="{68A75C73-B674-48F4-8B32-DC878178419D}" presName="middleNode" presStyleCnt="0"/>
      <dgm:spPr/>
    </dgm:pt>
    <dgm:pt modelId="{278CC033-0C73-4AD6-AB45-8FCC2FB714C0}" type="pres">
      <dgm:prSet presAssocID="{68A75C73-B674-48F4-8B32-DC878178419D}" presName="padding" presStyleLbl="node1" presStyleIdx="7" presStyleCnt="10"/>
      <dgm:spPr/>
    </dgm:pt>
    <dgm:pt modelId="{68C9DFDD-5CFA-475E-ACE7-27148B53042D}" type="pres">
      <dgm:prSet presAssocID="{68A75C73-B674-48F4-8B32-DC878178419D}" presName="shape" presStyleLbl="node1" presStyleIdx="8" presStyleCnt="10" custScaleX="491816" custScaleY="4630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AC5111-0F4E-49B0-B2B9-402F3B08126D}" type="pres">
      <dgm:prSet presAssocID="{CD7DB065-4C14-4302-BF51-D9F474F28934}" presName="sibTrans" presStyleLbl="sibTrans2D1" presStyleIdx="8" presStyleCnt="9"/>
      <dgm:spPr/>
      <dgm:t>
        <a:bodyPr/>
        <a:lstStyle/>
        <a:p>
          <a:endParaRPr lang="en-US"/>
        </a:p>
      </dgm:t>
    </dgm:pt>
    <dgm:pt modelId="{2A966FE8-CDB6-4732-AC19-6BF8F6450E5D}" type="pres">
      <dgm:prSet presAssocID="{914C9807-5679-4BDE-89C6-B26BA371DFD2}" presName="lastNode" presStyleLbl="node1" presStyleIdx="9" presStyleCnt="10" custScaleX="273898" custScaleY="226635" custLinFactNeighborX="16672" custLinFactNeighborY="-495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A64CF41-1955-4B9C-9AA2-2B0494AD6953}" type="presOf" srcId="{F8ECA782-0EE3-4398-8F07-EAA9C09F35FE}" destId="{4D028466-92A0-4409-9A7B-23A4D98EB1E8}" srcOrd="0" destOrd="0" presId="urn:microsoft.com/office/officeart/2005/8/layout/bProcess2"/>
    <dgm:cxn modelId="{E201DAFD-F773-4F80-8AA4-6E97EDC018C9}" srcId="{42F2A59C-22B7-4027-8344-39CE53962B80}" destId="{EA680CDB-B721-41F9-9F74-F93D53F98540}" srcOrd="2" destOrd="0" parTransId="{1501A0F1-CD2E-4B2E-9BE1-F069614DEE62}" sibTransId="{F8ECA782-0EE3-4398-8F07-EAA9C09F35FE}"/>
    <dgm:cxn modelId="{6AA42F11-59DB-45D3-8254-88EA153F51F5}" type="presOf" srcId="{1B837750-138D-4C76-9B9E-D3C70DA0BBFB}" destId="{93E4B81E-C0C9-448E-8841-6FF41B9D467E}" srcOrd="0" destOrd="0" presId="urn:microsoft.com/office/officeart/2005/8/layout/bProcess2"/>
    <dgm:cxn modelId="{F55A920F-4062-40E1-97AE-5901F0F2548A}" srcId="{42F2A59C-22B7-4027-8344-39CE53962B80}" destId="{68A75C73-B674-48F4-8B32-DC878178419D}" srcOrd="8" destOrd="0" parTransId="{C583FF78-4014-4714-BEF9-310BDA780F50}" sibTransId="{CD7DB065-4C14-4302-BF51-D9F474F28934}"/>
    <dgm:cxn modelId="{926F3C70-C7BD-4D85-ADE0-2978F25C8AF1}" srcId="{42F2A59C-22B7-4027-8344-39CE53962B80}" destId="{2AA06C76-FA81-4BB7-9609-CB3AE514CFBE}" srcOrd="6" destOrd="0" parTransId="{FE565A02-5179-4145-849C-66C997BD318A}" sibTransId="{B304C850-FC22-403C-B5E9-1C3B8FEE41E0}"/>
    <dgm:cxn modelId="{226C5749-C978-45C7-97A1-55B2E4B70ADD}" type="presOf" srcId="{184644C9-F5E6-4938-BEEA-A2F6CC363EC7}" destId="{989842EC-CFD9-46D8-82B7-FCE42BC3B599}" srcOrd="0" destOrd="0" presId="urn:microsoft.com/office/officeart/2005/8/layout/bProcess2"/>
    <dgm:cxn modelId="{DE89F93C-44F5-4CEA-9B39-89FC787BC487}" type="presOf" srcId="{EA680CDB-B721-41F9-9F74-F93D53F98540}" destId="{BF8664BF-FA0D-490E-A7F9-50895542EF0A}" srcOrd="0" destOrd="0" presId="urn:microsoft.com/office/officeart/2005/8/layout/bProcess2"/>
    <dgm:cxn modelId="{8C9F0FEF-70AA-4ADB-AD17-9E66020077B7}" type="presOf" srcId="{94E67ACA-6BAA-48F7-93B6-3836C8E7F8BA}" destId="{775411AF-1E8A-4B63-9834-D046A5434F9D}" srcOrd="0" destOrd="0" presId="urn:microsoft.com/office/officeart/2005/8/layout/bProcess2"/>
    <dgm:cxn modelId="{519E940C-B561-444F-9FDC-407182AA4B3F}" type="presOf" srcId="{2AA06C76-FA81-4BB7-9609-CB3AE514CFBE}" destId="{416258BA-A18E-4A8E-8311-54B54D70D927}" srcOrd="0" destOrd="0" presId="urn:microsoft.com/office/officeart/2005/8/layout/bProcess2"/>
    <dgm:cxn modelId="{59DFB66F-0AFD-4F47-9508-14268FB9F64E}" type="presOf" srcId="{2885F514-F101-4919-AE6C-11199DA23E65}" destId="{FE7593E8-5E77-4417-9935-7A537A0EC94D}" srcOrd="0" destOrd="0" presId="urn:microsoft.com/office/officeart/2005/8/layout/bProcess2"/>
    <dgm:cxn modelId="{6D2D5625-C22D-4102-8F36-F1AC1CB3A129}" type="presOf" srcId="{42F2A59C-22B7-4027-8344-39CE53962B80}" destId="{2AE9DDF1-8572-411E-A9A4-AF0055085433}" srcOrd="0" destOrd="0" presId="urn:microsoft.com/office/officeart/2005/8/layout/bProcess2"/>
    <dgm:cxn modelId="{BEB2C4D1-0117-4526-B8BB-75008FB4011F}" type="presOf" srcId="{EF9507D8-E221-46E8-9CA0-3427BDAAC365}" destId="{200684A0-62B8-4F1D-A9D0-C9F56F15C94A}" srcOrd="0" destOrd="0" presId="urn:microsoft.com/office/officeart/2005/8/layout/bProcess2"/>
    <dgm:cxn modelId="{B4ACE392-E21A-483C-90C5-14092B71F093}" srcId="{42F2A59C-22B7-4027-8344-39CE53962B80}" destId="{ED63731D-9C34-4551-A565-C1401BAAD30B}" srcOrd="1" destOrd="0" parTransId="{4892A910-C296-41CC-A307-0D42DD34EB9C}" sibTransId="{AD0444A4-EB4F-4234-9298-AA9E585D0E9B}"/>
    <dgm:cxn modelId="{0FD0DA65-6FE1-4B8D-8C13-1348ACD2C80E}" type="presOf" srcId="{CD7DB065-4C14-4302-BF51-D9F474F28934}" destId="{0CAC5111-0F4E-49B0-B2B9-402F3B08126D}" srcOrd="0" destOrd="0" presId="urn:microsoft.com/office/officeart/2005/8/layout/bProcess2"/>
    <dgm:cxn modelId="{0BF88513-1CE7-4954-B933-D3D81C244016}" srcId="{42F2A59C-22B7-4027-8344-39CE53962B80}" destId="{2885F514-F101-4919-AE6C-11199DA23E65}" srcOrd="7" destOrd="0" parTransId="{BDF3658D-7F23-4DC7-B537-064DABCCF36E}" sibTransId="{2C349A5C-16F0-4304-A28D-948477496464}"/>
    <dgm:cxn modelId="{169E8611-67C9-4F8C-B4C3-B412A1FFDD6E}" type="presOf" srcId="{AA77CE21-9505-4201-BDD7-B11C40D0F497}" destId="{FCE0EC5D-A14C-4F2C-BD0B-4531D5D5B561}" srcOrd="0" destOrd="0" presId="urn:microsoft.com/office/officeart/2005/8/layout/bProcess2"/>
    <dgm:cxn modelId="{404B383B-B0ED-4A08-A161-F0AD37B1E8F6}" type="presOf" srcId="{B304C850-FC22-403C-B5E9-1C3B8FEE41E0}" destId="{F6FECA51-244A-4048-950F-08180B7DAF82}" srcOrd="0" destOrd="0" presId="urn:microsoft.com/office/officeart/2005/8/layout/bProcess2"/>
    <dgm:cxn modelId="{A7EC4422-7CD4-498D-853A-F288C89C0DFE}" type="presOf" srcId="{ED63731D-9C34-4551-A565-C1401BAAD30B}" destId="{CE86F046-C6B4-49F1-BFFE-1672D871AC5C}" srcOrd="0" destOrd="0" presId="urn:microsoft.com/office/officeart/2005/8/layout/bProcess2"/>
    <dgm:cxn modelId="{96736522-EB1B-4759-AAB5-5B30D184463B}" type="presOf" srcId="{914C9807-5679-4BDE-89C6-B26BA371DFD2}" destId="{2A966FE8-CDB6-4732-AC19-6BF8F6450E5D}" srcOrd="0" destOrd="0" presId="urn:microsoft.com/office/officeart/2005/8/layout/bProcess2"/>
    <dgm:cxn modelId="{DE2F7469-1D44-4437-B3FD-531E74D489EC}" type="presOf" srcId="{2C349A5C-16F0-4304-A28D-948477496464}" destId="{0B2D3E15-C4D6-4DC9-A4F9-834E0AC4DEF3}" srcOrd="0" destOrd="0" presId="urn:microsoft.com/office/officeart/2005/8/layout/bProcess2"/>
    <dgm:cxn modelId="{47E9EBEE-6692-4010-9993-5F2C5DEADC91}" srcId="{42F2A59C-22B7-4027-8344-39CE53962B80}" destId="{EF9507D8-E221-46E8-9CA0-3427BDAAC365}" srcOrd="5" destOrd="0" parTransId="{946F6388-4282-4632-87D8-56202175A932}" sibTransId="{884F0C99-4378-49D0-8579-9E56FE58DF7C}"/>
    <dgm:cxn modelId="{2C584451-7003-4525-8BFB-AB7F7C0654C4}" type="presOf" srcId="{884F0C99-4378-49D0-8579-9E56FE58DF7C}" destId="{1F534E35-7A41-459E-B897-262D1B33B5B4}" srcOrd="0" destOrd="0" presId="urn:microsoft.com/office/officeart/2005/8/layout/bProcess2"/>
    <dgm:cxn modelId="{06485E5D-DC6B-495E-883D-854E21FD3D91}" type="presOf" srcId="{D0C508C8-870C-4A5C-8ED6-B33DFD8EF508}" destId="{23A32CE0-76B5-4354-A2D8-7E695593295F}" srcOrd="0" destOrd="0" presId="urn:microsoft.com/office/officeart/2005/8/layout/bProcess2"/>
    <dgm:cxn modelId="{3305CBA8-2025-4909-B219-381DACC89891}" type="presOf" srcId="{AD0444A4-EB4F-4234-9298-AA9E585D0E9B}" destId="{84100F4E-D0EF-40ED-9F9C-806E95379424}" srcOrd="0" destOrd="0" presId="urn:microsoft.com/office/officeart/2005/8/layout/bProcess2"/>
    <dgm:cxn modelId="{EEFF2946-5C9B-4D9B-A0A3-34B5CB3E0A49}" type="presOf" srcId="{05569105-7846-4ECC-B3A5-A9B8BF1B3EF1}" destId="{D6FC6E77-1244-484D-A2A3-60D3C6A84E93}" srcOrd="0" destOrd="0" presId="urn:microsoft.com/office/officeart/2005/8/layout/bProcess2"/>
    <dgm:cxn modelId="{171930AA-0C8B-41B0-A5E1-2E51E0E222B8}" srcId="{42F2A59C-22B7-4027-8344-39CE53962B80}" destId="{AA77CE21-9505-4201-BDD7-B11C40D0F497}" srcOrd="0" destOrd="0" parTransId="{0B56013D-42A5-48C9-ABE9-45D7F99BEAB6}" sibTransId="{184644C9-F5E6-4938-BEEA-A2F6CC363EC7}"/>
    <dgm:cxn modelId="{42E19355-0920-4DAF-A96D-F95F3DCF9D60}" srcId="{42F2A59C-22B7-4027-8344-39CE53962B80}" destId="{914C9807-5679-4BDE-89C6-B26BA371DFD2}" srcOrd="9" destOrd="0" parTransId="{BDEAE71C-3962-48D5-924E-79FD3E9E262A}" sibTransId="{34D11314-AAF4-4F95-A0E4-2C5A6041C675}"/>
    <dgm:cxn modelId="{299E0950-4BE3-4177-BED7-320016CDEE05}" type="presOf" srcId="{68A75C73-B674-48F4-8B32-DC878178419D}" destId="{68C9DFDD-5CFA-475E-ACE7-27148B53042D}" srcOrd="0" destOrd="0" presId="urn:microsoft.com/office/officeart/2005/8/layout/bProcess2"/>
    <dgm:cxn modelId="{D8CD6B86-C084-4ADF-B095-1C856ED026B4}" srcId="{42F2A59C-22B7-4027-8344-39CE53962B80}" destId="{D0C508C8-870C-4A5C-8ED6-B33DFD8EF508}" srcOrd="3" destOrd="0" parTransId="{01DDC92B-0F79-4E84-8B5D-C26AC1270AB4}" sibTransId="{94E67ACA-6BAA-48F7-93B6-3836C8E7F8BA}"/>
    <dgm:cxn modelId="{FA657E20-B06D-475E-BF8B-C94892BD1860}" srcId="{42F2A59C-22B7-4027-8344-39CE53962B80}" destId="{1B837750-138D-4C76-9B9E-D3C70DA0BBFB}" srcOrd="4" destOrd="0" parTransId="{16799314-73ED-425A-82EB-F714292BD90E}" sibTransId="{05569105-7846-4ECC-B3A5-A9B8BF1B3EF1}"/>
    <dgm:cxn modelId="{7825B622-CAB9-42D4-9872-8FB077F439C9}" type="presParOf" srcId="{2AE9DDF1-8572-411E-A9A4-AF0055085433}" destId="{FCE0EC5D-A14C-4F2C-BD0B-4531D5D5B561}" srcOrd="0" destOrd="0" presId="urn:microsoft.com/office/officeart/2005/8/layout/bProcess2"/>
    <dgm:cxn modelId="{8F711479-0CED-40CF-B804-064E307664D9}" type="presParOf" srcId="{2AE9DDF1-8572-411E-A9A4-AF0055085433}" destId="{989842EC-CFD9-46D8-82B7-FCE42BC3B599}" srcOrd="1" destOrd="0" presId="urn:microsoft.com/office/officeart/2005/8/layout/bProcess2"/>
    <dgm:cxn modelId="{35CAC49A-587B-4412-BD12-8462E85D33D0}" type="presParOf" srcId="{2AE9DDF1-8572-411E-A9A4-AF0055085433}" destId="{F2D8F8F9-E671-4F4C-B296-CFA8704B61F3}" srcOrd="2" destOrd="0" presId="urn:microsoft.com/office/officeart/2005/8/layout/bProcess2"/>
    <dgm:cxn modelId="{589EA09B-65A2-4D08-A14A-D5C06D2720E7}" type="presParOf" srcId="{F2D8F8F9-E671-4F4C-B296-CFA8704B61F3}" destId="{43B5F69F-D738-42A2-9AF2-A3486B3C0964}" srcOrd="0" destOrd="0" presId="urn:microsoft.com/office/officeart/2005/8/layout/bProcess2"/>
    <dgm:cxn modelId="{33C88750-77BF-4E8B-A5D4-EF0113A13B8B}" type="presParOf" srcId="{F2D8F8F9-E671-4F4C-B296-CFA8704B61F3}" destId="{CE86F046-C6B4-49F1-BFFE-1672D871AC5C}" srcOrd="1" destOrd="0" presId="urn:microsoft.com/office/officeart/2005/8/layout/bProcess2"/>
    <dgm:cxn modelId="{542449EB-AAD2-4BE4-B385-284DFF775448}" type="presParOf" srcId="{2AE9DDF1-8572-411E-A9A4-AF0055085433}" destId="{84100F4E-D0EF-40ED-9F9C-806E95379424}" srcOrd="3" destOrd="0" presId="urn:microsoft.com/office/officeart/2005/8/layout/bProcess2"/>
    <dgm:cxn modelId="{18041C99-8839-4E1D-80B2-5BF96748F0AC}" type="presParOf" srcId="{2AE9DDF1-8572-411E-A9A4-AF0055085433}" destId="{143DE62F-F1E1-4807-B028-E77CECAE7FF9}" srcOrd="4" destOrd="0" presId="urn:microsoft.com/office/officeart/2005/8/layout/bProcess2"/>
    <dgm:cxn modelId="{061A9088-AB43-4483-A4B6-8C155CC06CFA}" type="presParOf" srcId="{143DE62F-F1E1-4807-B028-E77CECAE7FF9}" destId="{08E2285C-BD6C-4EDA-BD10-252841314768}" srcOrd="0" destOrd="0" presId="urn:microsoft.com/office/officeart/2005/8/layout/bProcess2"/>
    <dgm:cxn modelId="{00D0003D-6B17-47C7-945C-95D8A24C90DC}" type="presParOf" srcId="{143DE62F-F1E1-4807-B028-E77CECAE7FF9}" destId="{BF8664BF-FA0D-490E-A7F9-50895542EF0A}" srcOrd="1" destOrd="0" presId="urn:microsoft.com/office/officeart/2005/8/layout/bProcess2"/>
    <dgm:cxn modelId="{322FE7C6-9708-449C-B1DA-B69B34A4A3CF}" type="presParOf" srcId="{2AE9DDF1-8572-411E-A9A4-AF0055085433}" destId="{4D028466-92A0-4409-9A7B-23A4D98EB1E8}" srcOrd="5" destOrd="0" presId="urn:microsoft.com/office/officeart/2005/8/layout/bProcess2"/>
    <dgm:cxn modelId="{318544CC-4A20-4B80-A8EA-FC360F1B26B4}" type="presParOf" srcId="{2AE9DDF1-8572-411E-A9A4-AF0055085433}" destId="{D7B9DA54-96A1-408E-BABF-3845DF349171}" srcOrd="6" destOrd="0" presId="urn:microsoft.com/office/officeart/2005/8/layout/bProcess2"/>
    <dgm:cxn modelId="{5E80C7B8-AA02-45B2-BB31-73345FD5252C}" type="presParOf" srcId="{D7B9DA54-96A1-408E-BABF-3845DF349171}" destId="{341FE2A5-3DC4-4C7F-9205-95F56BA8B040}" srcOrd="0" destOrd="0" presId="urn:microsoft.com/office/officeart/2005/8/layout/bProcess2"/>
    <dgm:cxn modelId="{419F58F6-D4AD-4C84-9D34-3494AAECB07C}" type="presParOf" srcId="{D7B9DA54-96A1-408E-BABF-3845DF349171}" destId="{23A32CE0-76B5-4354-A2D8-7E695593295F}" srcOrd="1" destOrd="0" presId="urn:microsoft.com/office/officeart/2005/8/layout/bProcess2"/>
    <dgm:cxn modelId="{76FA86DA-5A6C-4487-8D02-7DB345314738}" type="presParOf" srcId="{2AE9DDF1-8572-411E-A9A4-AF0055085433}" destId="{775411AF-1E8A-4B63-9834-D046A5434F9D}" srcOrd="7" destOrd="0" presId="urn:microsoft.com/office/officeart/2005/8/layout/bProcess2"/>
    <dgm:cxn modelId="{F25F7187-3240-4E89-A8AC-E3D522B36651}" type="presParOf" srcId="{2AE9DDF1-8572-411E-A9A4-AF0055085433}" destId="{14DFF6AD-8652-41F5-AC47-78E61D214354}" srcOrd="8" destOrd="0" presId="urn:microsoft.com/office/officeart/2005/8/layout/bProcess2"/>
    <dgm:cxn modelId="{A6B803F3-A8ED-46D7-94CD-22D857318703}" type="presParOf" srcId="{14DFF6AD-8652-41F5-AC47-78E61D214354}" destId="{4A4CCE19-5931-4EB0-B735-357B4C5EFC8E}" srcOrd="0" destOrd="0" presId="urn:microsoft.com/office/officeart/2005/8/layout/bProcess2"/>
    <dgm:cxn modelId="{38CC6DE0-7921-4C6F-8243-71E7E8640F7D}" type="presParOf" srcId="{14DFF6AD-8652-41F5-AC47-78E61D214354}" destId="{93E4B81E-C0C9-448E-8841-6FF41B9D467E}" srcOrd="1" destOrd="0" presId="urn:microsoft.com/office/officeart/2005/8/layout/bProcess2"/>
    <dgm:cxn modelId="{1E87729A-4DE2-4FDF-8DAC-0D9303731100}" type="presParOf" srcId="{2AE9DDF1-8572-411E-A9A4-AF0055085433}" destId="{D6FC6E77-1244-484D-A2A3-60D3C6A84E93}" srcOrd="9" destOrd="0" presId="urn:microsoft.com/office/officeart/2005/8/layout/bProcess2"/>
    <dgm:cxn modelId="{F5306193-C5D6-433D-B67B-1295C0298B94}" type="presParOf" srcId="{2AE9DDF1-8572-411E-A9A4-AF0055085433}" destId="{C9B1BC17-4B32-4C02-A2D0-4020AD6458CB}" srcOrd="10" destOrd="0" presId="urn:microsoft.com/office/officeart/2005/8/layout/bProcess2"/>
    <dgm:cxn modelId="{23B4CD57-B714-444D-B86D-C56532B3BC16}" type="presParOf" srcId="{C9B1BC17-4B32-4C02-A2D0-4020AD6458CB}" destId="{86A2F672-FAC1-4796-A9F5-8A9926DEE801}" srcOrd="0" destOrd="0" presId="urn:microsoft.com/office/officeart/2005/8/layout/bProcess2"/>
    <dgm:cxn modelId="{7F7B518A-4966-4FC9-A0BC-09EDC9DA88DE}" type="presParOf" srcId="{C9B1BC17-4B32-4C02-A2D0-4020AD6458CB}" destId="{200684A0-62B8-4F1D-A9D0-C9F56F15C94A}" srcOrd="1" destOrd="0" presId="urn:microsoft.com/office/officeart/2005/8/layout/bProcess2"/>
    <dgm:cxn modelId="{A9D13548-31E0-41DD-A0F2-05165507E147}" type="presParOf" srcId="{2AE9DDF1-8572-411E-A9A4-AF0055085433}" destId="{1F534E35-7A41-459E-B897-262D1B33B5B4}" srcOrd="11" destOrd="0" presId="urn:microsoft.com/office/officeart/2005/8/layout/bProcess2"/>
    <dgm:cxn modelId="{B5AE1C72-AB81-4309-9928-EFAAAEF66214}" type="presParOf" srcId="{2AE9DDF1-8572-411E-A9A4-AF0055085433}" destId="{9E2213E6-3029-4828-A4E4-67D44F47075F}" srcOrd="12" destOrd="0" presId="urn:microsoft.com/office/officeart/2005/8/layout/bProcess2"/>
    <dgm:cxn modelId="{0065B26F-0CE8-42AA-B5A8-1489EE9D28A3}" type="presParOf" srcId="{9E2213E6-3029-4828-A4E4-67D44F47075F}" destId="{868D2A44-226C-4A26-99FF-46F116A2775A}" srcOrd="0" destOrd="0" presId="urn:microsoft.com/office/officeart/2005/8/layout/bProcess2"/>
    <dgm:cxn modelId="{38D11462-E57E-4395-B393-51973C626CB6}" type="presParOf" srcId="{9E2213E6-3029-4828-A4E4-67D44F47075F}" destId="{416258BA-A18E-4A8E-8311-54B54D70D927}" srcOrd="1" destOrd="0" presId="urn:microsoft.com/office/officeart/2005/8/layout/bProcess2"/>
    <dgm:cxn modelId="{6F78B56D-4A27-43E6-9F6D-6BEC287F47AB}" type="presParOf" srcId="{2AE9DDF1-8572-411E-A9A4-AF0055085433}" destId="{F6FECA51-244A-4048-950F-08180B7DAF82}" srcOrd="13" destOrd="0" presId="urn:microsoft.com/office/officeart/2005/8/layout/bProcess2"/>
    <dgm:cxn modelId="{DB5BC0D3-DC7D-4F8C-A5E6-5EFA380D032A}" type="presParOf" srcId="{2AE9DDF1-8572-411E-A9A4-AF0055085433}" destId="{BF66D693-FB31-4B6B-B74D-34D1F6EFBFAB}" srcOrd="14" destOrd="0" presId="urn:microsoft.com/office/officeart/2005/8/layout/bProcess2"/>
    <dgm:cxn modelId="{3830303A-9C56-4CFD-99CD-412E77B6828C}" type="presParOf" srcId="{BF66D693-FB31-4B6B-B74D-34D1F6EFBFAB}" destId="{DCE52BBF-8FCE-46C5-9AFB-4BBE65541967}" srcOrd="0" destOrd="0" presId="urn:microsoft.com/office/officeart/2005/8/layout/bProcess2"/>
    <dgm:cxn modelId="{5046CCCF-705E-4FCB-9255-4FC6E6444A88}" type="presParOf" srcId="{BF66D693-FB31-4B6B-B74D-34D1F6EFBFAB}" destId="{FE7593E8-5E77-4417-9935-7A537A0EC94D}" srcOrd="1" destOrd="0" presId="urn:microsoft.com/office/officeart/2005/8/layout/bProcess2"/>
    <dgm:cxn modelId="{1EF0674C-3486-4E76-B316-5E64D2B99D0B}" type="presParOf" srcId="{2AE9DDF1-8572-411E-A9A4-AF0055085433}" destId="{0B2D3E15-C4D6-4DC9-A4F9-834E0AC4DEF3}" srcOrd="15" destOrd="0" presId="urn:microsoft.com/office/officeart/2005/8/layout/bProcess2"/>
    <dgm:cxn modelId="{DB3CD911-1DF4-4DF1-8551-812F36B9D9BE}" type="presParOf" srcId="{2AE9DDF1-8572-411E-A9A4-AF0055085433}" destId="{A4F18404-767A-4CED-88AB-DB0E257E5FC2}" srcOrd="16" destOrd="0" presId="urn:microsoft.com/office/officeart/2005/8/layout/bProcess2"/>
    <dgm:cxn modelId="{213743CD-163E-4CA0-A14B-DDB123915125}" type="presParOf" srcId="{A4F18404-767A-4CED-88AB-DB0E257E5FC2}" destId="{278CC033-0C73-4AD6-AB45-8FCC2FB714C0}" srcOrd="0" destOrd="0" presId="urn:microsoft.com/office/officeart/2005/8/layout/bProcess2"/>
    <dgm:cxn modelId="{B014FCD9-006E-49E0-8586-451BC80CA770}" type="presParOf" srcId="{A4F18404-767A-4CED-88AB-DB0E257E5FC2}" destId="{68C9DFDD-5CFA-475E-ACE7-27148B53042D}" srcOrd="1" destOrd="0" presId="urn:microsoft.com/office/officeart/2005/8/layout/bProcess2"/>
    <dgm:cxn modelId="{E87E13C7-59F6-44E3-90D7-575DA40E6A13}" type="presParOf" srcId="{2AE9DDF1-8572-411E-A9A4-AF0055085433}" destId="{0CAC5111-0F4E-49B0-B2B9-402F3B08126D}" srcOrd="17" destOrd="0" presId="urn:microsoft.com/office/officeart/2005/8/layout/bProcess2"/>
    <dgm:cxn modelId="{13587ABC-C252-4BA0-A9ED-FFC8A251191B}" type="presParOf" srcId="{2AE9DDF1-8572-411E-A9A4-AF0055085433}" destId="{2A966FE8-CDB6-4732-AC19-6BF8F6450E5D}" srcOrd="18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E7BCC2-C56F-427A-995B-AFB528E610A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24BF812-216A-4646-95DB-10903D46B741}">
      <dgm:prSet phldrT="[Text]" custT="1"/>
      <dgm:spPr>
        <a:solidFill>
          <a:srgbClr val="DBB7FF">
            <a:alpha val="89804"/>
          </a:srgbClr>
        </a:solidFill>
        <a:effectLst>
          <a:outerShdw blurRad="50800" dist="38100" dir="18900000" algn="b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lnSpc>
              <a:spcPct val="150000"/>
            </a:lnSpc>
          </a:pPr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Thinking</a:t>
          </a:r>
          <a:endParaRPr lang="en-IN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05043C05-6E1B-4ABC-BD31-1187A738D78F}" type="parTrans" cxnId="{793165AE-6D59-451C-B505-A008CE139BA1}">
      <dgm:prSet/>
      <dgm:spPr/>
      <dgm:t>
        <a:bodyPr/>
        <a:lstStyle/>
        <a:p>
          <a:endParaRPr lang="en-IN"/>
        </a:p>
      </dgm:t>
    </dgm:pt>
    <dgm:pt modelId="{F777114C-2BED-48F7-AC73-EF770F45F862}" type="sibTrans" cxnId="{793165AE-6D59-451C-B505-A008CE139BA1}">
      <dgm:prSet/>
      <dgm:spPr/>
      <dgm:t>
        <a:bodyPr/>
        <a:lstStyle/>
        <a:p>
          <a:endParaRPr lang="en-IN"/>
        </a:p>
      </dgm:t>
    </dgm:pt>
    <dgm:pt modelId="{A14D397A-416A-42FC-9F46-60CA4E2AF23B}">
      <dgm:prSet phldrT="[Text]" custT="1"/>
      <dgm:spPr/>
      <dgm:t>
        <a:bodyPr anchor="t" anchorCtr="0"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Comprehension</a:t>
          </a:r>
        </a:p>
      </dgm:t>
    </dgm:pt>
    <dgm:pt modelId="{2CEFC388-07CE-4F3C-A64F-A3B397F4FB69}" type="parTrans" cxnId="{995F0088-F573-4193-BE77-481049BE8721}">
      <dgm:prSet/>
      <dgm:spPr/>
      <dgm:t>
        <a:bodyPr/>
        <a:lstStyle/>
        <a:p>
          <a:endParaRPr lang="en-IN"/>
        </a:p>
      </dgm:t>
    </dgm:pt>
    <dgm:pt modelId="{F13FDEEE-7761-455B-8835-172FAB9DCFE3}" type="sibTrans" cxnId="{995F0088-F573-4193-BE77-481049BE8721}">
      <dgm:prSet/>
      <dgm:spPr/>
      <dgm:t>
        <a:bodyPr/>
        <a:lstStyle/>
        <a:p>
          <a:endParaRPr lang="en-IN"/>
        </a:p>
      </dgm:t>
    </dgm:pt>
    <dgm:pt modelId="{835D7AFF-F460-45C8-AF7C-F09D5AFCAC45}">
      <dgm:prSet phldrT="[Text]" custT="1"/>
      <dgm:spPr/>
      <dgm:t>
        <a:bodyPr anchor="t" anchorCtr="0"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Creative thinking</a:t>
          </a:r>
        </a:p>
      </dgm:t>
    </dgm:pt>
    <dgm:pt modelId="{98C7834E-2104-4925-9BC6-23AA5505D1CC}" type="parTrans" cxnId="{3EB52318-529E-423B-811E-67AA9DC7C062}">
      <dgm:prSet/>
      <dgm:spPr/>
      <dgm:t>
        <a:bodyPr/>
        <a:lstStyle/>
        <a:p>
          <a:endParaRPr lang="en-IN"/>
        </a:p>
      </dgm:t>
    </dgm:pt>
    <dgm:pt modelId="{E21DC841-C184-4F3B-B3DA-704162D744F1}" type="sibTrans" cxnId="{3EB52318-529E-423B-811E-67AA9DC7C062}">
      <dgm:prSet/>
      <dgm:spPr/>
      <dgm:t>
        <a:bodyPr/>
        <a:lstStyle/>
        <a:p>
          <a:endParaRPr lang="en-IN"/>
        </a:p>
      </dgm:t>
    </dgm:pt>
    <dgm:pt modelId="{6D8E5202-02DC-4632-9166-AD7CF6FF70F8}">
      <dgm:prSet phldrT="[Text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Problem-Finding</a:t>
          </a:r>
        </a:p>
      </dgm:t>
    </dgm:pt>
    <dgm:pt modelId="{9E0F40C6-18F2-4551-864B-BDF0C65506AE}" type="parTrans" cxnId="{F6DBC255-D127-4722-BF74-186FBE407574}">
      <dgm:prSet/>
      <dgm:spPr/>
      <dgm:t>
        <a:bodyPr/>
        <a:lstStyle/>
        <a:p>
          <a:endParaRPr lang="en-IN"/>
        </a:p>
      </dgm:t>
    </dgm:pt>
    <dgm:pt modelId="{CF7B9DA6-05CB-48A2-9C8E-EE813253557C}" type="sibTrans" cxnId="{F6DBC255-D127-4722-BF74-186FBE407574}">
      <dgm:prSet/>
      <dgm:spPr/>
      <dgm:t>
        <a:bodyPr/>
        <a:lstStyle/>
        <a:p>
          <a:endParaRPr lang="en-IN"/>
        </a:p>
      </dgm:t>
    </dgm:pt>
    <dgm:pt modelId="{AAC78046-9385-4B91-9495-BA130F668013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Literature Search</a:t>
          </a:r>
        </a:p>
      </dgm:t>
    </dgm:pt>
    <dgm:pt modelId="{997A2F12-0A4B-4411-8124-F45D11D172FE}" type="parTrans" cxnId="{547D1BAD-532B-4B51-A948-28F52CC458DA}">
      <dgm:prSet/>
      <dgm:spPr/>
      <dgm:t>
        <a:bodyPr/>
        <a:lstStyle/>
        <a:p>
          <a:endParaRPr lang="en-IN"/>
        </a:p>
      </dgm:t>
    </dgm:pt>
    <dgm:pt modelId="{FF6ED16B-B76B-4A93-91A4-248655DAC57A}" type="sibTrans" cxnId="{547D1BAD-532B-4B51-A948-28F52CC458DA}">
      <dgm:prSet/>
      <dgm:spPr/>
      <dgm:t>
        <a:bodyPr/>
        <a:lstStyle/>
        <a:p>
          <a:endParaRPr lang="en-IN"/>
        </a:p>
      </dgm:t>
    </dgm:pt>
    <dgm:pt modelId="{69DF4964-2CB7-490B-A130-8AE9E2EA8B42}">
      <dgm:prSet phldrT="[Text]" custT="1"/>
      <dgm:spPr>
        <a:solidFill>
          <a:srgbClr val="FFAFB1"/>
        </a:solidFill>
      </dgm:spPr>
      <dgm:t>
        <a:bodyPr/>
        <a:lstStyle/>
        <a:p>
          <a:endParaRPr lang="en-US" sz="2000" dirty="0" smtClean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  <a:p>
          <a:r>
            <a: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Technical </a:t>
          </a:r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Communication	</a:t>
          </a:r>
        </a:p>
      </dgm:t>
    </dgm:pt>
    <dgm:pt modelId="{59ED3E4A-06B8-4D5E-B991-B4B312A76576}" type="parTrans" cxnId="{49CAC3D5-B364-4319-9958-5098DEB4D4A5}">
      <dgm:prSet/>
      <dgm:spPr/>
      <dgm:t>
        <a:bodyPr/>
        <a:lstStyle/>
        <a:p>
          <a:endParaRPr lang="en-IN"/>
        </a:p>
      </dgm:t>
    </dgm:pt>
    <dgm:pt modelId="{812E2E58-131A-4254-B963-7ADCEF09F73A}" type="sibTrans" cxnId="{49CAC3D5-B364-4319-9958-5098DEB4D4A5}">
      <dgm:prSet/>
      <dgm:spPr/>
      <dgm:t>
        <a:bodyPr/>
        <a:lstStyle/>
        <a:p>
          <a:endParaRPr lang="en-IN"/>
        </a:p>
      </dgm:t>
    </dgm:pt>
    <dgm:pt modelId="{B9A0F21B-20B4-4E33-AE1B-10667EE16BE4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Oral</a:t>
          </a:r>
        </a:p>
      </dgm:t>
    </dgm:pt>
    <dgm:pt modelId="{E9BE3E8C-F0BD-48D4-86FA-3EECCEF2C378}" type="parTrans" cxnId="{02CD926F-ADF2-4A20-940F-8DA41847E854}">
      <dgm:prSet/>
      <dgm:spPr/>
      <dgm:t>
        <a:bodyPr/>
        <a:lstStyle/>
        <a:p>
          <a:endParaRPr lang="en-IN"/>
        </a:p>
      </dgm:t>
    </dgm:pt>
    <dgm:pt modelId="{B2D533C2-F364-4CF7-A241-2C7144299D7D}" type="sibTrans" cxnId="{02CD926F-ADF2-4A20-940F-8DA41847E854}">
      <dgm:prSet/>
      <dgm:spPr/>
      <dgm:t>
        <a:bodyPr/>
        <a:lstStyle/>
        <a:p>
          <a:endParaRPr lang="en-IN"/>
        </a:p>
      </dgm:t>
    </dgm:pt>
    <dgm:pt modelId="{9D120E89-F8D6-44F3-B908-164480AD3D58}">
      <dgm:prSet phldrT="[Text]" custT="1"/>
      <dgm:spPr/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Written</a:t>
          </a:r>
        </a:p>
      </dgm:t>
    </dgm:pt>
    <dgm:pt modelId="{FAD85AC8-5384-49DC-B944-36EB8E96B0F5}" type="parTrans" cxnId="{CAB71A56-55AB-4468-B6A7-2D648668A29E}">
      <dgm:prSet/>
      <dgm:spPr/>
      <dgm:t>
        <a:bodyPr/>
        <a:lstStyle/>
        <a:p>
          <a:endParaRPr lang="en-IN"/>
        </a:p>
      </dgm:t>
    </dgm:pt>
    <dgm:pt modelId="{EA8AD23E-A595-4DBA-ABB8-694DE7C88D71}" type="sibTrans" cxnId="{CAB71A56-55AB-4468-B6A7-2D648668A29E}">
      <dgm:prSet/>
      <dgm:spPr/>
      <dgm:t>
        <a:bodyPr/>
        <a:lstStyle/>
        <a:p>
          <a:endParaRPr lang="en-IN"/>
        </a:p>
      </dgm:t>
    </dgm:pt>
    <dgm:pt modelId="{BE88DFBF-5625-4BD7-958C-1389160C8489}">
      <dgm:prSet phldrT="[Text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Time &amp; Stress Management</a:t>
          </a:r>
        </a:p>
      </dgm:t>
    </dgm:pt>
    <dgm:pt modelId="{3CA06876-461F-4312-BA3F-32F6BDBF2DC0}" type="parTrans" cxnId="{817C0307-D611-45CC-B3AE-571877AF73D3}">
      <dgm:prSet/>
      <dgm:spPr/>
      <dgm:t>
        <a:bodyPr/>
        <a:lstStyle/>
        <a:p>
          <a:endParaRPr lang="en-IN"/>
        </a:p>
      </dgm:t>
    </dgm:pt>
    <dgm:pt modelId="{134B979C-8BFF-4F6C-A35C-67684F2D2BAA}" type="sibTrans" cxnId="{817C0307-D611-45CC-B3AE-571877AF73D3}">
      <dgm:prSet/>
      <dgm:spPr/>
      <dgm:t>
        <a:bodyPr/>
        <a:lstStyle/>
        <a:p>
          <a:endParaRPr lang="en-IN"/>
        </a:p>
      </dgm:t>
    </dgm:pt>
    <dgm:pt modelId="{E83A6FC3-734B-420E-9857-F04C91CF0F1B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Experimentation</a:t>
          </a:r>
          <a:endParaRPr lang="en-IN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BA244543-F4E3-4935-BA61-612C60A795FD}" type="parTrans" cxnId="{C4E0C5F7-C08C-46E6-828E-F14323593C19}">
      <dgm:prSet/>
      <dgm:spPr/>
      <dgm:t>
        <a:bodyPr/>
        <a:lstStyle/>
        <a:p>
          <a:endParaRPr lang="en-IN"/>
        </a:p>
      </dgm:t>
    </dgm:pt>
    <dgm:pt modelId="{CEABD6CE-081F-468A-9438-33EBE31FB9C1}" type="sibTrans" cxnId="{C4E0C5F7-C08C-46E6-828E-F14323593C19}">
      <dgm:prSet/>
      <dgm:spPr/>
      <dgm:t>
        <a:bodyPr/>
        <a:lstStyle/>
        <a:p>
          <a:endParaRPr lang="en-IN"/>
        </a:p>
      </dgm:t>
    </dgm:pt>
    <dgm:pt modelId="{BBFBC05D-0F7B-4D42-980F-24190AE73A27}">
      <dgm:prSet phldrT="[Text]" custT="1"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Hypothesis</a:t>
          </a:r>
        </a:p>
      </dgm:t>
    </dgm:pt>
    <dgm:pt modelId="{18621C1A-B0EC-4EA5-BDF8-EB384F3A1E2C}" type="parTrans" cxnId="{F9E0EC2D-03E1-48EC-8F2E-520E6E91A105}">
      <dgm:prSet/>
      <dgm:spPr/>
      <dgm:t>
        <a:bodyPr/>
        <a:lstStyle/>
        <a:p>
          <a:endParaRPr lang="en-IN"/>
        </a:p>
      </dgm:t>
    </dgm:pt>
    <dgm:pt modelId="{FE7124BA-0222-4EBB-8020-C47FA766CBD7}" type="sibTrans" cxnId="{F9E0EC2D-03E1-48EC-8F2E-520E6E91A105}">
      <dgm:prSet/>
      <dgm:spPr/>
      <dgm:t>
        <a:bodyPr/>
        <a:lstStyle/>
        <a:p>
          <a:endParaRPr lang="en-IN"/>
        </a:p>
      </dgm:t>
    </dgm:pt>
    <dgm:pt modelId="{32BBDBDE-DBF7-462E-A4D8-83DDA5BB8E11}">
      <dgm:prSet phldrT="[Text]" custT="1"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Positive Attitude, Meditation, Accepting failure</a:t>
          </a:r>
        </a:p>
      </dgm:t>
    </dgm:pt>
    <dgm:pt modelId="{F6A5F253-824B-4A6A-8F17-97BB7CF17EE9}" type="parTrans" cxnId="{9A188311-0454-4FB9-A378-18C01F1E45BA}">
      <dgm:prSet/>
      <dgm:spPr/>
      <dgm:t>
        <a:bodyPr/>
        <a:lstStyle/>
        <a:p>
          <a:endParaRPr lang="en-IN"/>
        </a:p>
      </dgm:t>
    </dgm:pt>
    <dgm:pt modelId="{6EB0A94B-62AC-4740-A885-2302B91308E9}" type="sibTrans" cxnId="{9A188311-0454-4FB9-A378-18C01F1E45BA}">
      <dgm:prSet/>
      <dgm:spPr/>
      <dgm:t>
        <a:bodyPr/>
        <a:lstStyle/>
        <a:p>
          <a:endParaRPr lang="en-IN"/>
        </a:p>
      </dgm:t>
    </dgm:pt>
    <dgm:pt modelId="{0EDB2A9D-BFCD-4830-8AFE-AB24BCF7E310}">
      <dgm:prSet phldrT="[Text]" custT="1"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Workout</a:t>
          </a:r>
        </a:p>
      </dgm:t>
    </dgm:pt>
    <dgm:pt modelId="{2C58A73C-9FDE-4204-A8E2-AFAB80446E97}" type="parTrans" cxnId="{5B7185AA-4491-4FDB-ADE3-1146FCBBCC33}">
      <dgm:prSet/>
      <dgm:spPr/>
      <dgm:t>
        <a:bodyPr/>
        <a:lstStyle/>
        <a:p>
          <a:endParaRPr lang="en-US"/>
        </a:p>
      </dgm:t>
    </dgm:pt>
    <dgm:pt modelId="{2D1410F7-5B8E-40C3-AE4B-C927892B12F6}" type="sibTrans" cxnId="{5B7185AA-4491-4FDB-ADE3-1146FCBBCC33}">
      <dgm:prSet/>
      <dgm:spPr/>
      <dgm:t>
        <a:bodyPr/>
        <a:lstStyle/>
        <a:p>
          <a:endParaRPr lang="en-US"/>
        </a:p>
      </dgm:t>
    </dgm:pt>
    <dgm:pt modelId="{0D59B2B4-459C-4012-ADF4-51ECD47A6734}" type="pres">
      <dgm:prSet presAssocID="{86E7BCC2-C56F-427A-995B-AFB528E610A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106CEAF-BFFB-4AC6-892D-2FC40D5F32B8}" type="pres">
      <dgm:prSet presAssocID="{E24BF812-216A-4646-95DB-10903D46B741}" presName="linNode" presStyleCnt="0"/>
      <dgm:spPr/>
    </dgm:pt>
    <dgm:pt modelId="{3706B2B0-2471-4289-A0B4-9F48984755B3}" type="pres">
      <dgm:prSet presAssocID="{E24BF812-216A-4646-95DB-10903D46B741}" presName="parentText" presStyleLbl="node1" presStyleIdx="0" presStyleCnt="5" custScaleY="11516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8B4CDF-9C73-4449-8E06-0561B15F8CAE}" type="pres">
      <dgm:prSet presAssocID="{E24BF812-216A-4646-95DB-10903D46B741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350A6D-89D7-430F-9C9F-6DB4559C8903}" type="pres">
      <dgm:prSet presAssocID="{F777114C-2BED-48F7-AC73-EF770F45F862}" presName="sp" presStyleCnt="0"/>
      <dgm:spPr/>
    </dgm:pt>
    <dgm:pt modelId="{FF10EA7E-7600-4BD0-ADE6-AC1F0D8D3E1A}" type="pres">
      <dgm:prSet presAssocID="{6D8E5202-02DC-4632-9166-AD7CF6FF70F8}" presName="linNode" presStyleCnt="0"/>
      <dgm:spPr/>
    </dgm:pt>
    <dgm:pt modelId="{62620247-9C03-4B78-A98F-0D15895EF207}" type="pres">
      <dgm:prSet presAssocID="{6D8E5202-02DC-4632-9166-AD7CF6FF70F8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1FE1C8-5715-443E-8A4D-0B05C41FC53E}" type="pres">
      <dgm:prSet presAssocID="{6D8E5202-02DC-4632-9166-AD7CF6FF70F8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12D9B-64AA-419F-A92A-976E1AE0030A}" type="pres">
      <dgm:prSet presAssocID="{CF7B9DA6-05CB-48A2-9C8E-EE813253557C}" presName="sp" presStyleCnt="0"/>
      <dgm:spPr/>
    </dgm:pt>
    <dgm:pt modelId="{68984E17-1BB5-4278-9DC2-FC2576696DF4}" type="pres">
      <dgm:prSet presAssocID="{69DF4964-2CB7-490B-A130-8AE9E2EA8B42}" presName="linNode" presStyleCnt="0"/>
      <dgm:spPr/>
    </dgm:pt>
    <dgm:pt modelId="{3CBD389D-5B1D-47F9-9983-84557EE4A8C3}" type="pres">
      <dgm:prSet presAssocID="{69DF4964-2CB7-490B-A130-8AE9E2EA8B42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B86FAA-9630-45F1-9DA7-7080F338055D}" type="pres">
      <dgm:prSet presAssocID="{69DF4964-2CB7-490B-A130-8AE9E2EA8B42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89DD0B-67AC-4E47-ADC2-03BAFEA7B5AD}" type="pres">
      <dgm:prSet presAssocID="{812E2E58-131A-4254-B963-7ADCEF09F73A}" presName="sp" presStyleCnt="0"/>
      <dgm:spPr/>
    </dgm:pt>
    <dgm:pt modelId="{C1D796DF-AB99-4EDF-97E3-C3074F7B7032}" type="pres">
      <dgm:prSet presAssocID="{BE88DFBF-5625-4BD7-958C-1389160C8489}" presName="linNode" presStyleCnt="0"/>
      <dgm:spPr/>
    </dgm:pt>
    <dgm:pt modelId="{E7A4BCF5-E0BE-4CD1-A845-B309CEE5F5E0}" type="pres">
      <dgm:prSet presAssocID="{BE88DFBF-5625-4BD7-958C-1389160C8489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66B90E-D2AA-4569-A3FB-1F23070D5655}" type="pres">
      <dgm:prSet presAssocID="{BE88DFBF-5625-4BD7-958C-1389160C8489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7594B7-E983-46F6-8E7A-206D9F18ECCE}" type="pres">
      <dgm:prSet presAssocID="{134B979C-8BFF-4F6C-A35C-67684F2D2BAA}" presName="sp" presStyleCnt="0"/>
      <dgm:spPr/>
    </dgm:pt>
    <dgm:pt modelId="{78B81E3D-55DA-415C-9D08-1C0C59ADA001}" type="pres">
      <dgm:prSet presAssocID="{E83A6FC3-734B-420E-9857-F04C91CF0F1B}" presName="linNode" presStyleCnt="0"/>
      <dgm:spPr/>
    </dgm:pt>
    <dgm:pt modelId="{B0D17FF4-9706-4676-A07A-5EBDA03FA117}" type="pres">
      <dgm:prSet presAssocID="{E83A6FC3-734B-420E-9857-F04C91CF0F1B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AB7ECF-E9C8-4CF8-9246-EFBA2BCF95CD}" type="pres">
      <dgm:prSet presAssocID="{E83A6FC3-734B-420E-9857-F04C91CF0F1B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B7185AA-4491-4FDB-ADE3-1146FCBBCC33}" srcId="{E83A6FC3-734B-420E-9857-F04C91CF0F1B}" destId="{0EDB2A9D-BFCD-4830-8AFE-AB24BCF7E310}" srcOrd="1" destOrd="0" parTransId="{2C58A73C-9FDE-4204-A8E2-AFAB80446E97}" sibTransId="{2D1410F7-5B8E-40C3-AE4B-C927892B12F6}"/>
    <dgm:cxn modelId="{F9E0EC2D-03E1-48EC-8F2E-520E6E91A105}" srcId="{E83A6FC3-734B-420E-9857-F04C91CF0F1B}" destId="{BBFBC05D-0F7B-4D42-980F-24190AE73A27}" srcOrd="0" destOrd="0" parTransId="{18621C1A-B0EC-4EA5-BDF8-EB384F3A1E2C}" sibTransId="{FE7124BA-0222-4EBB-8020-C47FA766CBD7}"/>
    <dgm:cxn modelId="{995F0088-F573-4193-BE77-481049BE8721}" srcId="{E24BF812-216A-4646-95DB-10903D46B741}" destId="{A14D397A-416A-42FC-9F46-60CA4E2AF23B}" srcOrd="0" destOrd="0" parTransId="{2CEFC388-07CE-4F3C-A64F-A3B397F4FB69}" sibTransId="{F13FDEEE-7761-455B-8835-172FAB9DCFE3}"/>
    <dgm:cxn modelId="{07566D00-FD66-48ED-9D85-FE8EBE9B2ADF}" type="presOf" srcId="{A14D397A-416A-42FC-9F46-60CA4E2AF23B}" destId="{758B4CDF-9C73-4449-8E06-0561B15F8CAE}" srcOrd="0" destOrd="0" presId="urn:microsoft.com/office/officeart/2005/8/layout/vList5"/>
    <dgm:cxn modelId="{793165AE-6D59-451C-B505-A008CE139BA1}" srcId="{86E7BCC2-C56F-427A-995B-AFB528E610AE}" destId="{E24BF812-216A-4646-95DB-10903D46B741}" srcOrd="0" destOrd="0" parTransId="{05043C05-6E1B-4ABC-BD31-1187A738D78F}" sibTransId="{F777114C-2BED-48F7-AC73-EF770F45F862}"/>
    <dgm:cxn modelId="{3EB52318-529E-423B-811E-67AA9DC7C062}" srcId="{E24BF812-216A-4646-95DB-10903D46B741}" destId="{835D7AFF-F460-45C8-AF7C-F09D5AFCAC45}" srcOrd="1" destOrd="0" parTransId="{98C7834E-2104-4925-9BC6-23AA5505D1CC}" sibTransId="{E21DC841-C184-4F3B-B3DA-704162D744F1}"/>
    <dgm:cxn modelId="{3A74DA1A-9637-45E6-8519-494D165548BB}" type="presOf" srcId="{E24BF812-216A-4646-95DB-10903D46B741}" destId="{3706B2B0-2471-4289-A0B4-9F48984755B3}" srcOrd="0" destOrd="0" presId="urn:microsoft.com/office/officeart/2005/8/layout/vList5"/>
    <dgm:cxn modelId="{FF1A4289-9938-44B8-A217-F97C719BF9D1}" type="presOf" srcId="{B9A0F21B-20B4-4E33-AE1B-10667EE16BE4}" destId="{30B86FAA-9630-45F1-9DA7-7080F338055D}" srcOrd="0" destOrd="0" presId="urn:microsoft.com/office/officeart/2005/8/layout/vList5"/>
    <dgm:cxn modelId="{BFA846F9-19FC-40F1-B243-F01E25912330}" type="presOf" srcId="{9D120E89-F8D6-44F3-B908-164480AD3D58}" destId="{30B86FAA-9630-45F1-9DA7-7080F338055D}" srcOrd="0" destOrd="1" presId="urn:microsoft.com/office/officeart/2005/8/layout/vList5"/>
    <dgm:cxn modelId="{817C0307-D611-45CC-B3AE-571877AF73D3}" srcId="{86E7BCC2-C56F-427A-995B-AFB528E610AE}" destId="{BE88DFBF-5625-4BD7-958C-1389160C8489}" srcOrd="3" destOrd="0" parTransId="{3CA06876-461F-4312-BA3F-32F6BDBF2DC0}" sibTransId="{134B979C-8BFF-4F6C-A35C-67684F2D2BAA}"/>
    <dgm:cxn modelId="{7BAE7965-4E6D-43F7-9E69-00C6E1528EF9}" type="presOf" srcId="{835D7AFF-F460-45C8-AF7C-F09D5AFCAC45}" destId="{758B4CDF-9C73-4449-8E06-0561B15F8CAE}" srcOrd="0" destOrd="1" presId="urn:microsoft.com/office/officeart/2005/8/layout/vList5"/>
    <dgm:cxn modelId="{547D1BAD-532B-4B51-A948-28F52CC458DA}" srcId="{6D8E5202-02DC-4632-9166-AD7CF6FF70F8}" destId="{AAC78046-9385-4B91-9495-BA130F668013}" srcOrd="0" destOrd="0" parTransId="{997A2F12-0A4B-4411-8124-F45D11D172FE}" sibTransId="{FF6ED16B-B76B-4A93-91A4-248655DAC57A}"/>
    <dgm:cxn modelId="{02CD926F-ADF2-4A20-940F-8DA41847E854}" srcId="{69DF4964-2CB7-490B-A130-8AE9E2EA8B42}" destId="{B9A0F21B-20B4-4E33-AE1B-10667EE16BE4}" srcOrd="0" destOrd="0" parTransId="{E9BE3E8C-F0BD-48D4-86FA-3EECCEF2C378}" sibTransId="{B2D533C2-F364-4CF7-A241-2C7144299D7D}"/>
    <dgm:cxn modelId="{91CC1CE3-5524-4F90-80C3-73694E04F8BC}" type="presOf" srcId="{0EDB2A9D-BFCD-4830-8AFE-AB24BCF7E310}" destId="{3CAB7ECF-E9C8-4CF8-9246-EFBA2BCF95CD}" srcOrd="0" destOrd="1" presId="urn:microsoft.com/office/officeart/2005/8/layout/vList5"/>
    <dgm:cxn modelId="{683469D6-CDF2-43C6-A698-18497A48EB46}" type="presOf" srcId="{86E7BCC2-C56F-427A-995B-AFB528E610AE}" destId="{0D59B2B4-459C-4012-ADF4-51ECD47A6734}" srcOrd="0" destOrd="0" presId="urn:microsoft.com/office/officeart/2005/8/layout/vList5"/>
    <dgm:cxn modelId="{00529AC4-B113-45C7-AA8E-27D47ACCFB8B}" type="presOf" srcId="{6D8E5202-02DC-4632-9166-AD7CF6FF70F8}" destId="{62620247-9C03-4B78-A98F-0D15895EF207}" srcOrd="0" destOrd="0" presId="urn:microsoft.com/office/officeart/2005/8/layout/vList5"/>
    <dgm:cxn modelId="{6940E2DA-9045-4D11-80F3-29F32808DF61}" type="presOf" srcId="{69DF4964-2CB7-490B-A130-8AE9E2EA8B42}" destId="{3CBD389D-5B1D-47F9-9983-84557EE4A8C3}" srcOrd="0" destOrd="0" presId="urn:microsoft.com/office/officeart/2005/8/layout/vList5"/>
    <dgm:cxn modelId="{49CAC3D5-B364-4319-9958-5098DEB4D4A5}" srcId="{86E7BCC2-C56F-427A-995B-AFB528E610AE}" destId="{69DF4964-2CB7-490B-A130-8AE9E2EA8B42}" srcOrd="2" destOrd="0" parTransId="{59ED3E4A-06B8-4D5E-B991-B4B312A76576}" sibTransId="{812E2E58-131A-4254-B963-7ADCEF09F73A}"/>
    <dgm:cxn modelId="{6E65C4B6-8970-48A4-9269-446279AC151E}" type="presOf" srcId="{32BBDBDE-DBF7-462E-A4D8-83DDA5BB8E11}" destId="{D766B90E-D2AA-4569-A3FB-1F23070D5655}" srcOrd="0" destOrd="0" presId="urn:microsoft.com/office/officeart/2005/8/layout/vList5"/>
    <dgm:cxn modelId="{556602B1-DDEB-4CCE-B39A-C6200D02B961}" type="presOf" srcId="{BBFBC05D-0F7B-4D42-980F-24190AE73A27}" destId="{3CAB7ECF-E9C8-4CF8-9246-EFBA2BCF95CD}" srcOrd="0" destOrd="0" presId="urn:microsoft.com/office/officeart/2005/8/layout/vList5"/>
    <dgm:cxn modelId="{38DD3D1A-9B38-4859-BE5D-5A5114A9E728}" type="presOf" srcId="{AAC78046-9385-4B91-9495-BA130F668013}" destId="{8A1FE1C8-5715-443E-8A4D-0B05C41FC53E}" srcOrd="0" destOrd="0" presId="urn:microsoft.com/office/officeart/2005/8/layout/vList5"/>
    <dgm:cxn modelId="{00FC802F-302C-4B0A-B5EC-468A26AAA5A6}" type="presOf" srcId="{BE88DFBF-5625-4BD7-958C-1389160C8489}" destId="{E7A4BCF5-E0BE-4CD1-A845-B309CEE5F5E0}" srcOrd="0" destOrd="0" presId="urn:microsoft.com/office/officeart/2005/8/layout/vList5"/>
    <dgm:cxn modelId="{9A188311-0454-4FB9-A378-18C01F1E45BA}" srcId="{BE88DFBF-5625-4BD7-958C-1389160C8489}" destId="{32BBDBDE-DBF7-462E-A4D8-83DDA5BB8E11}" srcOrd="0" destOrd="0" parTransId="{F6A5F253-824B-4A6A-8F17-97BB7CF17EE9}" sibTransId="{6EB0A94B-62AC-4740-A885-2302B91308E9}"/>
    <dgm:cxn modelId="{CAB71A56-55AB-4468-B6A7-2D648668A29E}" srcId="{69DF4964-2CB7-490B-A130-8AE9E2EA8B42}" destId="{9D120E89-F8D6-44F3-B908-164480AD3D58}" srcOrd="1" destOrd="0" parTransId="{FAD85AC8-5384-49DC-B944-36EB8E96B0F5}" sibTransId="{EA8AD23E-A595-4DBA-ABB8-694DE7C88D71}"/>
    <dgm:cxn modelId="{F6DBC255-D127-4722-BF74-186FBE407574}" srcId="{86E7BCC2-C56F-427A-995B-AFB528E610AE}" destId="{6D8E5202-02DC-4632-9166-AD7CF6FF70F8}" srcOrd="1" destOrd="0" parTransId="{9E0F40C6-18F2-4551-864B-BDF0C65506AE}" sibTransId="{CF7B9DA6-05CB-48A2-9C8E-EE813253557C}"/>
    <dgm:cxn modelId="{C4E0C5F7-C08C-46E6-828E-F14323593C19}" srcId="{86E7BCC2-C56F-427A-995B-AFB528E610AE}" destId="{E83A6FC3-734B-420E-9857-F04C91CF0F1B}" srcOrd="4" destOrd="0" parTransId="{BA244543-F4E3-4935-BA61-612C60A795FD}" sibTransId="{CEABD6CE-081F-468A-9438-33EBE31FB9C1}"/>
    <dgm:cxn modelId="{DEDC4B11-EE13-4C5A-9545-5B9290FCAEA2}" type="presOf" srcId="{E83A6FC3-734B-420E-9857-F04C91CF0F1B}" destId="{B0D17FF4-9706-4676-A07A-5EBDA03FA117}" srcOrd="0" destOrd="0" presId="urn:microsoft.com/office/officeart/2005/8/layout/vList5"/>
    <dgm:cxn modelId="{6C5FFA28-B790-4657-B7AC-10C2BFB9BB38}" type="presParOf" srcId="{0D59B2B4-459C-4012-ADF4-51ECD47A6734}" destId="{8106CEAF-BFFB-4AC6-892D-2FC40D5F32B8}" srcOrd="0" destOrd="0" presId="urn:microsoft.com/office/officeart/2005/8/layout/vList5"/>
    <dgm:cxn modelId="{8914D4A1-08EE-4B3A-B086-A15A9547D960}" type="presParOf" srcId="{8106CEAF-BFFB-4AC6-892D-2FC40D5F32B8}" destId="{3706B2B0-2471-4289-A0B4-9F48984755B3}" srcOrd="0" destOrd="0" presId="urn:microsoft.com/office/officeart/2005/8/layout/vList5"/>
    <dgm:cxn modelId="{91D9FE69-FB9B-4926-B5D5-AD0365E6CAA9}" type="presParOf" srcId="{8106CEAF-BFFB-4AC6-892D-2FC40D5F32B8}" destId="{758B4CDF-9C73-4449-8E06-0561B15F8CAE}" srcOrd="1" destOrd="0" presId="urn:microsoft.com/office/officeart/2005/8/layout/vList5"/>
    <dgm:cxn modelId="{69EDAD73-BFDA-4343-A47D-6D327A8093AE}" type="presParOf" srcId="{0D59B2B4-459C-4012-ADF4-51ECD47A6734}" destId="{53350A6D-89D7-430F-9C9F-6DB4559C8903}" srcOrd="1" destOrd="0" presId="urn:microsoft.com/office/officeart/2005/8/layout/vList5"/>
    <dgm:cxn modelId="{59966047-2CFC-43BA-96BA-09BDC1A6A5C9}" type="presParOf" srcId="{0D59B2B4-459C-4012-ADF4-51ECD47A6734}" destId="{FF10EA7E-7600-4BD0-ADE6-AC1F0D8D3E1A}" srcOrd="2" destOrd="0" presId="urn:microsoft.com/office/officeart/2005/8/layout/vList5"/>
    <dgm:cxn modelId="{9F0374EF-01D9-42D5-AB8C-F5FE14F2D078}" type="presParOf" srcId="{FF10EA7E-7600-4BD0-ADE6-AC1F0D8D3E1A}" destId="{62620247-9C03-4B78-A98F-0D15895EF207}" srcOrd="0" destOrd="0" presId="urn:microsoft.com/office/officeart/2005/8/layout/vList5"/>
    <dgm:cxn modelId="{20E0C0A3-D26A-41CF-A48D-F8F522422D58}" type="presParOf" srcId="{FF10EA7E-7600-4BD0-ADE6-AC1F0D8D3E1A}" destId="{8A1FE1C8-5715-443E-8A4D-0B05C41FC53E}" srcOrd="1" destOrd="0" presId="urn:microsoft.com/office/officeart/2005/8/layout/vList5"/>
    <dgm:cxn modelId="{14C4232D-16BD-44AD-82C5-F1693783C4F6}" type="presParOf" srcId="{0D59B2B4-459C-4012-ADF4-51ECD47A6734}" destId="{C2512D9B-64AA-419F-A92A-976E1AE0030A}" srcOrd="3" destOrd="0" presId="urn:microsoft.com/office/officeart/2005/8/layout/vList5"/>
    <dgm:cxn modelId="{790C338C-7078-49BF-8DDC-E6143B9B2557}" type="presParOf" srcId="{0D59B2B4-459C-4012-ADF4-51ECD47A6734}" destId="{68984E17-1BB5-4278-9DC2-FC2576696DF4}" srcOrd="4" destOrd="0" presId="urn:microsoft.com/office/officeart/2005/8/layout/vList5"/>
    <dgm:cxn modelId="{CC04E2CC-0866-4653-86B6-DD87305FBB17}" type="presParOf" srcId="{68984E17-1BB5-4278-9DC2-FC2576696DF4}" destId="{3CBD389D-5B1D-47F9-9983-84557EE4A8C3}" srcOrd="0" destOrd="0" presId="urn:microsoft.com/office/officeart/2005/8/layout/vList5"/>
    <dgm:cxn modelId="{F9E679B6-4E37-4799-B90C-A2780B5A19AF}" type="presParOf" srcId="{68984E17-1BB5-4278-9DC2-FC2576696DF4}" destId="{30B86FAA-9630-45F1-9DA7-7080F338055D}" srcOrd="1" destOrd="0" presId="urn:microsoft.com/office/officeart/2005/8/layout/vList5"/>
    <dgm:cxn modelId="{81ECB0AC-74CD-4FB5-B361-DB507E05A616}" type="presParOf" srcId="{0D59B2B4-459C-4012-ADF4-51ECD47A6734}" destId="{9189DD0B-67AC-4E47-ADC2-03BAFEA7B5AD}" srcOrd="5" destOrd="0" presId="urn:microsoft.com/office/officeart/2005/8/layout/vList5"/>
    <dgm:cxn modelId="{F5A287EB-AFED-49A3-96B5-9CA752EECD6A}" type="presParOf" srcId="{0D59B2B4-459C-4012-ADF4-51ECD47A6734}" destId="{C1D796DF-AB99-4EDF-97E3-C3074F7B7032}" srcOrd="6" destOrd="0" presId="urn:microsoft.com/office/officeart/2005/8/layout/vList5"/>
    <dgm:cxn modelId="{B53ADD91-FF3C-47FF-8ED5-64717058DCFF}" type="presParOf" srcId="{C1D796DF-AB99-4EDF-97E3-C3074F7B7032}" destId="{E7A4BCF5-E0BE-4CD1-A845-B309CEE5F5E0}" srcOrd="0" destOrd="0" presId="urn:microsoft.com/office/officeart/2005/8/layout/vList5"/>
    <dgm:cxn modelId="{7F7A036D-1481-436F-9F25-467772AB677B}" type="presParOf" srcId="{C1D796DF-AB99-4EDF-97E3-C3074F7B7032}" destId="{D766B90E-D2AA-4569-A3FB-1F23070D5655}" srcOrd="1" destOrd="0" presId="urn:microsoft.com/office/officeart/2005/8/layout/vList5"/>
    <dgm:cxn modelId="{BB56F4A7-5B25-4B58-A41A-89F746EF6F36}" type="presParOf" srcId="{0D59B2B4-459C-4012-ADF4-51ECD47A6734}" destId="{4F7594B7-E983-46F6-8E7A-206D9F18ECCE}" srcOrd="7" destOrd="0" presId="urn:microsoft.com/office/officeart/2005/8/layout/vList5"/>
    <dgm:cxn modelId="{E42F8BD7-2703-4265-9BBD-A7F5326CC07A}" type="presParOf" srcId="{0D59B2B4-459C-4012-ADF4-51ECD47A6734}" destId="{78B81E3D-55DA-415C-9D08-1C0C59ADA001}" srcOrd="8" destOrd="0" presId="urn:microsoft.com/office/officeart/2005/8/layout/vList5"/>
    <dgm:cxn modelId="{B2E7CC6B-FD8E-4E65-BBD9-7A46ED362A8A}" type="presParOf" srcId="{78B81E3D-55DA-415C-9D08-1C0C59ADA001}" destId="{B0D17FF4-9706-4676-A07A-5EBDA03FA117}" srcOrd="0" destOrd="0" presId="urn:microsoft.com/office/officeart/2005/8/layout/vList5"/>
    <dgm:cxn modelId="{502A8E19-9846-4F20-95EF-E42B8448A07D}" type="presParOf" srcId="{78B81E3D-55DA-415C-9D08-1C0C59ADA001}" destId="{3CAB7ECF-E9C8-4CF8-9246-EFBA2BCF95C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EFE915-C4CA-41B3-9F5D-7F61239B02B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F42434-86FC-4312-80B8-7D2CFB40764A}">
      <dgm:prSet phldrT="[Text]" custT="1"/>
      <dgm:spPr>
        <a:solidFill>
          <a:srgbClr val="BFE0E3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rPr>
            <a:t>Title</a:t>
          </a:r>
        </a:p>
      </dgm:t>
    </dgm:pt>
    <dgm:pt modelId="{105A9567-55BD-4D36-BB51-6839D1F4E798}" type="parTrans" cxnId="{500E97EC-55C5-4486-A9D7-8F8902B905CD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9BC4341E-CEE3-45A0-8277-918952167CEF}" type="sibTrans" cxnId="{500E97EC-55C5-4486-A9D7-8F8902B905CD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CD60E9FF-BB09-40AC-9E64-98347500B0BD}">
      <dgm:prSet custT="1"/>
      <dgm:spPr>
        <a:solidFill>
          <a:srgbClr val="A4DBA1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rPr>
            <a:t>Keywords</a:t>
          </a:r>
        </a:p>
      </dgm:t>
    </dgm:pt>
    <dgm:pt modelId="{6C5D9D1C-4109-4086-AC83-E813531D45AD}" type="parTrans" cxnId="{555C8CAE-6327-445C-8882-FBACC1240508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8D52F412-012D-4488-9503-EE629555CA4C}" type="sibTrans" cxnId="{555C8CAE-6327-445C-8882-FBACC1240508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00E1732-4F3E-4340-ACF6-1DF91FF94444}">
      <dgm:prSet custT="1"/>
      <dgm:spPr>
        <a:solidFill>
          <a:srgbClr val="CAE97B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rPr>
            <a:t>Acknowledgements </a:t>
          </a:r>
        </a:p>
      </dgm:t>
    </dgm:pt>
    <dgm:pt modelId="{534F8300-A04A-4CAE-83F8-4FE567E40B0D}" type="parTrans" cxnId="{3B7E0708-530D-46CE-8B45-0DD377CC1289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27AB395F-2FC9-4DE9-A0ED-BAA454B54298}" type="sibTrans" cxnId="{3B7E0708-530D-46CE-8B45-0DD377CC1289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1834579E-F30E-4897-ABF5-C01F260FFE23}">
      <dgm:prSet custT="1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Author(s), Affiliation, Contact Info</a:t>
          </a:r>
        </a:p>
      </dgm:t>
    </dgm:pt>
    <dgm:pt modelId="{50736CDE-028A-4DCA-94A2-551F34EC9A9F}" type="sibTrans" cxnId="{A996C4AC-19D7-4FB0-8F35-4DDD27C686A6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DFCE5189-B2B7-4FF8-9425-73FD581BCEA6}" type="parTrans" cxnId="{A996C4AC-19D7-4FB0-8F35-4DDD27C686A6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59F2FEFA-BF21-4199-BF87-5726A1EC30EE}">
      <dgm:prSet custT="1"/>
      <dgm:spPr>
        <a:solidFill>
          <a:srgbClr val="FFBDBF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D41249"/>
              </a:solidFill>
              <a:latin typeface="Times New Roman" pitchFamily="18" charset="0"/>
              <a:cs typeface="Times New Roman" pitchFamily="18" charset="0"/>
            </a:rPr>
            <a:t>Abstract</a:t>
          </a:r>
        </a:p>
      </dgm:t>
    </dgm:pt>
    <dgm:pt modelId="{88150AFB-3807-4095-BF90-1504D57CF950}" type="parTrans" cxnId="{3E70307F-D804-4BDC-9D99-D15BBD521AF2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73F146B-0046-4606-BC12-CF5D2D84A9A9}" type="sibTrans" cxnId="{3E70307F-D804-4BDC-9D99-D15BBD521AF2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1CF23389-BF51-4DF2-813F-4743B2213D97}">
      <dgm:prSet custT="1"/>
      <dgm:spPr>
        <a:solidFill>
          <a:srgbClr val="F78DAE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D41249"/>
              </a:solidFill>
              <a:latin typeface="Times New Roman" pitchFamily="18" charset="0"/>
              <a:cs typeface="Times New Roman" pitchFamily="18" charset="0"/>
            </a:rPr>
            <a:t>Methodology </a:t>
          </a:r>
        </a:p>
      </dgm:t>
    </dgm:pt>
    <dgm:pt modelId="{A64BF9DB-83D3-44A2-9258-F3660866453D}" type="parTrans" cxnId="{4CE06422-7371-4A3A-9057-951B94203856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67249919-2FE9-4D1A-9279-59BDC0C0D24E}" type="sibTrans" cxnId="{4CE06422-7371-4A3A-9057-951B94203856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F839F19A-34DF-4E95-8571-F1479D0E537C}">
      <dgm:prSet custT="1"/>
      <dgm:spPr>
        <a:solidFill>
          <a:srgbClr val="CAB2C9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990099"/>
              </a:solidFill>
              <a:latin typeface="Times New Roman" pitchFamily="18" charset="0"/>
              <a:cs typeface="Times New Roman" pitchFamily="18" charset="0"/>
            </a:rPr>
            <a:t>Results &amp; Discussion </a:t>
          </a:r>
        </a:p>
      </dgm:t>
    </dgm:pt>
    <dgm:pt modelId="{9251D309-9311-47A0-8199-60D5FC20B1A2}" type="parTrans" cxnId="{DE9A837D-2B66-4704-83AF-18A7E85AE67C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AF0847F-B985-43D6-8944-BFC0A2F5853D}" type="sibTrans" cxnId="{DE9A837D-2B66-4704-83AF-18A7E85AE67C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143AD018-7BA7-4D12-9FBF-0B81FD73CBD2}">
      <dgm:prSet custT="1"/>
      <dgm:spPr>
        <a:solidFill>
          <a:srgbClr val="F9B995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Conclusions</a:t>
          </a:r>
        </a:p>
      </dgm:t>
    </dgm:pt>
    <dgm:pt modelId="{3F750925-ED9B-4CC7-900D-EA3036596FA3}" type="parTrans" cxnId="{C639A7AB-2F49-437D-8921-E8DF3AC003D2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5FF3982D-16BF-402D-B4CC-8AF3DFA4C6ED}" type="sibTrans" cxnId="{C639A7AB-2F49-437D-8921-E8DF3AC003D2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FB3C59FF-1B82-4194-A662-BB8A993AE387}">
      <dgm:prSet custT="1"/>
      <dgm:spPr>
        <a:solidFill>
          <a:srgbClr val="DC94AF"/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660066"/>
              </a:solidFill>
              <a:latin typeface="Times New Roman" pitchFamily="18" charset="0"/>
              <a:cs typeface="Times New Roman" pitchFamily="18" charset="0"/>
            </a:rPr>
            <a:t>References </a:t>
          </a:r>
        </a:p>
      </dgm:t>
    </dgm:pt>
    <dgm:pt modelId="{53B804C5-36B5-43B3-9330-CF5D795C15AE}" type="parTrans" cxnId="{2039D095-7DF3-413B-9C70-D2B6B1E5003D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C88D1A27-D0A9-4961-AD85-42D8D7538C74}" type="sibTrans" cxnId="{2039D095-7DF3-413B-9C70-D2B6B1E5003D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2BA0A4AB-DAA6-4D09-8824-BB0500441EBD}">
      <dgm:prSet custT="1"/>
      <dgm:spPr>
        <a:solidFill>
          <a:schemeClr val="accent5">
            <a:lumMod val="75000"/>
          </a:schemeClr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chemeClr val="accent5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rPr>
            <a:t>Appendices </a:t>
          </a:r>
        </a:p>
      </dgm:t>
    </dgm:pt>
    <dgm:pt modelId="{F9917DCE-4C26-4415-AD22-B59305B58427}" type="parTrans" cxnId="{3DBFFC33-8C04-4703-A3F0-3CF4F48DFEB9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96FCD30F-8E12-411D-8278-DF16A5403653}" type="sibTrans" cxnId="{3DBFFC33-8C04-4703-A3F0-3CF4F48DFEB9}">
      <dgm:prSet/>
      <dgm:spPr/>
      <dgm:t>
        <a:bodyPr/>
        <a:lstStyle/>
        <a:p>
          <a:pPr algn="ctr"/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84AE1C5C-5FF1-4887-9B05-4F8A3FFC6BE3}">
      <dgm:prSet custT="1"/>
      <dgm:spPr>
        <a:solidFill>
          <a:schemeClr val="bg1">
            <a:lumMod val="75000"/>
          </a:schemeClr>
        </a:solidFill>
        <a:effectLst>
          <a:innerShdw blurRad="114300">
            <a:prstClr val="black"/>
          </a:innerShdw>
        </a:effectLst>
      </dgm:spPr>
      <dgm:t>
        <a:bodyPr/>
        <a:lstStyle/>
        <a:p>
          <a:pPr algn="ctr"/>
          <a:r>
            <a:rPr lang="en-US" sz="2000" b="1" dirty="0">
              <a:solidFill>
                <a:srgbClr val="660066"/>
              </a:solidFill>
              <a:latin typeface="Times New Roman" pitchFamily="18" charset="0"/>
              <a:cs typeface="Times New Roman" pitchFamily="18" charset="0"/>
            </a:rPr>
            <a:t>Brief Biography of Authors (optional)</a:t>
          </a:r>
        </a:p>
      </dgm:t>
    </dgm:pt>
    <dgm:pt modelId="{05A06962-2568-436E-A145-5DEB27DBE944}" type="parTrans" cxnId="{7BF1F43D-2CD9-496C-8178-3FB79466A26D}">
      <dgm:prSet/>
      <dgm:spPr/>
      <dgm:t>
        <a:bodyPr/>
        <a:lstStyle/>
        <a:p>
          <a:endParaRPr lang="en-IN"/>
        </a:p>
      </dgm:t>
    </dgm:pt>
    <dgm:pt modelId="{1F1AD75B-3EC1-4B4A-B75B-D3EAAE7E98D2}" type="sibTrans" cxnId="{7BF1F43D-2CD9-496C-8178-3FB79466A26D}">
      <dgm:prSet/>
      <dgm:spPr/>
      <dgm:t>
        <a:bodyPr/>
        <a:lstStyle/>
        <a:p>
          <a:endParaRPr lang="en-IN"/>
        </a:p>
      </dgm:t>
    </dgm:pt>
    <dgm:pt modelId="{A95DC9B6-ACBD-4AAE-A428-265A9BDD995F}" type="pres">
      <dgm:prSet presAssocID="{FDEFE915-C4CA-41B3-9F5D-7F61239B02B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504707E-DB9A-4306-BA0B-9C32A415ACA6}" type="pres">
      <dgm:prSet presAssocID="{9DF42434-86FC-4312-80B8-7D2CFB40764A}" presName="linNode" presStyleCnt="0"/>
      <dgm:spPr/>
    </dgm:pt>
    <dgm:pt modelId="{214393CB-D071-47C5-B3E5-88DE13C38D8D}" type="pres">
      <dgm:prSet presAssocID="{9DF42434-86FC-4312-80B8-7D2CFB40764A}" presName="parentText" presStyleLbl="node1" presStyleIdx="0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31889B-E146-4F0A-89AC-EB62B8714379}" type="pres">
      <dgm:prSet presAssocID="{9BC4341E-CEE3-45A0-8277-918952167CEF}" presName="sp" presStyleCnt="0"/>
      <dgm:spPr/>
    </dgm:pt>
    <dgm:pt modelId="{68E5203B-C096-48CE-A61F-D248B9642E5F}" type="pres">
      <dgm:prSet presAssocID="{1834579E-F30E-4897-ABF5-C01F260FFE23}" presName="linNode" presStyleCnt="0"/>
      <dgm:spPr/>
    </dgm:pt>
    <dgm:pt modelId="{0E58BADB-65AE-491C-967B-96B483FBA902}" type="pres">
      <dgm:prSet presAssocID="{1834579E-F30E-4897-ABF5-C01F260FFE23}" presName="parentText" presStyleLbl="node1" presStyleIdx="1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660472-15A2-4946-B20D-A30267051DE2}" type="pres">
      <dgm:prSet presAssocID="{50736CDE-028A-4DCA-94A2-551F34EC9A9F}" presName="sp" presStyleCnt="0"/>
      <dgm:spPr/>
    </dgm:pt>
    <dgm:pt modelId="{A4C161E6-B382-41CE-B989-1FF8800C83E5}" type="pres">
      <dgm:prSet presAssocID="{59F2FEFA-BF21-4199-BF87-5726A1EC30EE}" presName="linNode" presStyleCnt="0"/>
      <dgm:spPr/>
    </dgm:pt>
    <dgm:pt modelId="{AE848582-C6C2-4268-8C81-9E67812A1F03}" type="pres">
      <dgm:prSet presAssocID="{59F2FEFA-BF21-4199-BF87-5726A1EC30EE}" presName="parentText" presStyleLbl="node1" presStyleIdx="2" presStyleCnt="11" custScaleX="14467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8BF63B-C162-42ED-89EE-7497A9EFA605}" type="pres">
      <dgm:prSet presAssocID="{B73F146B-0046-4606-BC12-CF5D2D84A9A9}" presName="sp" presStyleCnt="0"/>
      <dgm:spPr/>
    </dgm:pt>
    <dgm:pt modelId="{C9C2025A-EDBC-4EF6-997B-F0D88A8F780C}" type="pres">
      <dgm:prSet presAssocID="{CD60E9FF-BB09-40AC-9E64-98347500B0BD}" presName="linNode" presStyleCnt="0"/>
      <dgm:spPr/>
    </dgm:pt>
    <dgm:pt modelId="{DC33683C-3E94-4C54-BF8C-3463BB3702D3}" type="pres">
      <dgm:prSet presAssocID="{CD60E9FF-BB09-40AC-9E64-98347500B0BD}" presName="parentText" presStyleLbl="node1" presStyleIdx="3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7C2868-4DAF-4F10-9686-E7D679AE3F7F}" type="pres">
      <dgm:prSet presAssocID="{8D52F412-012D-4488-9503-EE629555CA4C}" presName="sp" presStyleCnt="0"/>
      <dgm:spPr/>
    </dgm:pt>
    <dgm:pt modelId="{CB2F5BAD-78A7-44D4-BBF7-4BFE8B17474B}" type="pres">
      <dgm:prSet presAssocID="{1CF23389-BF51-4DF2-813F-4743B2213D97}" presName="linNode" presStyleCnt="0"/>
      <dgm:spPr/>
    </dgm:pt>
    <dgm:pt modelId="{514C3741-FDDB-41C8-A99B-74C6C17A0392}" type="pres">
      <dgm:prSet presAssocID="{1CF23389-BF51-4DF2-813F-4743B2213D97}" presName="parentText" presStyleLbl="node1" presStyleIdx="4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60B129-DB79-40A4-995D-FED96504E154}" type="pres">
      <dgm:prSet presAssocID="{67249919-2FE9-4D1A-9279-59BDC0C0D24E}" presName="sp" presStyleCnt="0"/>
      <dgm:spPr/>
    </dgm:pt>
    <dgm:pt modelId="{39BA0C69-CB61-4640-AE51-609DFFBAE06E}" type="pres">
      <dgm:prSet presAssocID="{F839F19A-34DF-4E95-8571-F1479D0E537C}" presName="linNode" presStyleCnt="0"/>
      <dgm:spPr/>
    </dgm:pt>
    <dgm:pt modelId="{8C940E2A-B51B-4CE8-9127-686880C2FBFF}" type="pres">
      <dgm:prSet presAssocID="{F839F19A-34DF-4E95-8571-F1479D0E537C}" presName="parentText" presStyleLbl="node1" presStyleIdx="5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584A1-31DC-4F10-9B27-B083ED6E4AC9}" type="pres">
      <dgm:prSet presAssocID="{BAF0847F-B985-43D6-8944-BFC0A2F5853D}" presName="sp" presStyleCnt="0"/>
      <dgm:spPr/>
    </dgm:pt>
    <dgm:pt modelId="{4DC72190-27EA-4BC7-AB21-580246564900}" type="pres">
      <dgm:prSet presAssocID="{143AD018-7BA7-4D12-9FBF-0B81FD73CBD2}" presName="linNode" presStyleCnt="0"/>
      <dgm:spPr/>
    </dgm:pt>
    <dgm:pt modelId="{9016370C-251A-4DB0-B5AF-17F66D8407B4}" type="pres">
      <dgm:prSet presAssocID="{143AD018-7BA7-4D12-9FBF-0B81FD73CBD2}" presName="parentText" presStyleLbl="node1" presStyleIdx="6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2C9368-E0E0-4FB2-AF2D-E4C1685B9D5E}" type="pres">
      <dgm:prSet presAssocID="{5FF3982D-16BF-402D-B4CC-8AF3DFA4C6ED}" presName="sp" presStyleCnt="0"/>
      <dgm:spPr/>
    </dgm:pt>
    <dgm:pt modelId="{F6C81237-A4ED-4BA0-8135-D100D542436E}" type="pres">
      <dgm:prSet presAssocID="{A00E1732-4F3E-4340-ACF6-1DF91FF94444}" presName="linNode" presStyleCnt="0"/>
      <dgm:spPr/>
    </dgm:pt>
    <dgm:pt modelId="{6B9DF1AE-4A4A-4EFA-996A-5BB1F6B7A550}" type="pres">
      <dgm:prSet presAssocID="{A00E1732-4F3E-4340-ACF6-1DF91FF94444}" presName="parentText" presStyleLbl="node1" presStyleIdx="7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D029BE-23E3-42CF-ADCC-F40C7E532EE9}" type="pres">
      <dgm:prSet presAssocID="{27AB395F-2FC9-4DE9-A0ED-BAA454B54298}" presName="sp" presStyleCnt="0"/>
      <dgm:spPr/>
    </dgm:pt>
    <dgm:pt modelId="{0B5AEE8A-407E-48B1-A9FA-9FDDE122AD45}" type="pres">
      <dgm:prSet presAssocID="{FB3C59FF-1B82-4194-A662-BB8A993AE387}" presName="linNode" presStyleCnt="0"/>
      <dgm:spPr/>
    </dgm:pt>
    <dgm:pt modelId="{1622F4A8-D85C-4476-9677-C09D3F4A2F90}" type="pres">
      <dgm:prSet presAssocID="{FB3C59FF-1B82-4194-A662-BB8A993AE387}" presName="parentText" presStyleLbl="node1" presStyleIdx="8" presStyleCnt="11" custScaleX="1446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09A2BB-DB64-4B01-9A1B-620AFF11912E}" type="pres">
      <dgm:prSet presAssocID="{C88D1A27-D0A9-4961-AD85-42D8D7538C74}" presName="sp" presStyleCnt="0"/>
      <dgm:spPr/>
    </dgm:pt>
    <dgm:pt modelId="{B526E8DC-B9AB-4FF8-BCE6-0B58AB32E545}" type="pres">
      <dgm:prSet presAssocID="{84AE1C5C-5FF1-4887-9B05-4F8A3FFC6BE3}" presName="linNode" presStyleCnt="0"/>
      <dgm:spPr/>
    </dgm:pt>
    <dgm:pt modelId="{15AEF4F5-6858-4743-880A-9DDDC73AB066}" type="pres">
      <dgm:prSet presAssocID="{84AE1C5C-5FF1-4887-9B05-4F8A3FFC6BE3}" presName="parentText" presStyleLbl="node1" presStyleIdx="9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BE90EC-E47A-4E70-A076-7DC088760254}" type="pres">
      <dgm:prSet presAssocID="{1F1AD75B-3EC1-4B4A-B75B-D3EAAE7E98D2}" presName="sp" presStyleCnt="0"/>
      <dgm:spPr/>
    </dgm:pt>
    <dgm:pt modelId="{F8FF6768-8B94-4E87-A12F-2E41B59E4B0D}" type="pres">
      <dgm:prSet presAssocID="{2BA0A4AB-DAA6-4D09-8824-BB0500441EBD}" presName="linNode" presStyleCnt="0"/>
      <dgm:spPr/>
    </dgm:pt>
    <dgm:pt modelId="{9CEF09FD-F919-4EF0-B263-C8852CE0BE33}" type="pres">
      <dgm:prSet presAssocID="{2BA0A4AB-DAA6-4D09-8824-BB0500441EBD}" presName="parentText" presStyleLbl="node1" presStyleIdx="10" presStyleCnt="11" custScaleX="14467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B5B32F-1A27-4892-B310-CB089260093E}" type="presOf" srcId="{A00E1732-4F3E-4340-ACF6-1DF91FF94444}" destId="{6B9DF1AE-4A4A-4EFA-996A-5BB1F6B7A550}" srcOrd="0" destOrd="0" presId="urn:microsoft.com/office/officeart/2005/8/layout/vList5"/>
    <dgm:cxn modelId="{F51B130F-F290-432A-9EEA-A54B6597B778}" type="presOf" srcId="{1CF23389-BF51-4DF2-813F-4743B2213D97}" destId="{514C3741-FDDB-41C8-A99B-74C6C17A0392}" srcOrd="0" destOrd="0" presId="urn:microsoft.com/office/officeart/2005/8/layout/vList5"/>
    <dgm:cxn modelId="{4CE06422-7371-4A3A-9057-951B94203856}" srcId="{FDEFE915-C4CA-41B3-9F5D-7F61239B02B5}" destId="{1CF23389-BF51-4DF2-813F-4743B2213D97}" srcOrd="4" destOrd="0" parTransId="{A64BF9DB-83D3-44A2-9258-F3660866453D}" sibTransId="{67249919-2FE9-4D1A-9279-59BDC0C0D24E}"/>
    <dgm:cxn modelId="{88EC27C4-C333-46A8-8BEA-457EB8178637}" type="presOf" srcId="{2BA0A4AB-DAA6-4D09-8824-BB0500441EBD}" destId="{9CEF09FD-F919-4EF0-B263-C8852CE0BE33}" srcOrd="0" destOrd="0" presId="urn:microsoft.com/office/officeart/2005/8/layout/vList5"/>
    <dgm:cxn modelId="{DE9A837D-2B66-4704-83AF-18A7E85AE67C}" srcId="{FDEFE915-C4CA-41B3-9F5D-7F61239B02B5}" destId="{F839F19A-34DF-4E95-8571-F1479D0E537C}" srcOrd="5" destOrd="0" parTransId="{9251D309-9311-47A0-8199-60D5FC20B1A2}" sibTransId="{BAF0847F-B985-43D6-8944-BFC0A2F5853D}"/>
    <dgm:cxn modelId="{3DBFFC33-8C04-4703-A3F0-3CF4F48DFEB9}" srcId="{FDEFE915-C4CA-41B3-9F5D-7F61239B02B5}" destId="{2BA0A4AB-DAA6-4D09-8824-BB0500441EBD}" srcOrd="10" destOrd="0" parTransId="{F9917DCE-4C26-4415-AD22-B59305B58427}" sibTransId="{96FCD30F-8E12-411D-8278-DF16A5403653}"/>
    <dgm:cxn modelId="{C639A7AB-2F49-437D-8921-E8DF3AC003D2}" srcId="{FDEFE915-C4CA-41B3-9F5D-7F61239B02B5}" destId="{143AD018-7BA7-4D12-9FBF-0B81FD73CBD2}" srcOrd="6" destOrd="0" parTransId="{3F750925-ED9B-4CC7-900D-EA3036596FA3}" sibTransId="{5FF3982D-16BF-402D-B4CC-8AF3DFA4C6ED}"/>
    <dgm:cxn modelId="{DEC0E4DC-2BD6-4448-8340-582DD4A9AFB4}" type="presOf" srcId="{F839F19A-34DF-4E95-8571-F1479D0E537C}" destId="{8C940E2A-B51B-4CE8-9127-686880C2FBFF}" srcOrd="0" destOrd="0" presId="urn:microsoft.com/office/officeart/2005/8/layout/vList5"/>
    <dgm:cxn modelId="{2039D095-7DF3-413B-9C70-D2B6B1E5003D}" srcId="{FDEFE915-C4CA-41B3-9F5D-7F61239B02B5}" destId="{FB3C59FF-1B82-4194-A662-BB8A993AE387}" srcOrd="8" destOrd="0" parTransId="{53B804C5-36B5-43B3-9330-CF5D795C15AE}" sibTransId="{C88D1A27-D0A9-4961-AD85-42D8D7538C74}"/>
    <dgm:cxn modelId="{3E70307F-D804-4BDC-9D99-D15BBD521AF2}" srcId="{FDEFE915-C4CA-41B3-9F5D-7F61239B02B5}" destId="{59F2FEFA-BF21-4199-BF87-5726A1EC30EE}" srcOrd="2" destOrd="0" parTransId="{88150AFB-3807-4095-BF90-1504D57CF950}" sibTransId="{B73F146B-0046-4606-BC12-CF5D2D84A9A9}"/>
    <dgm:cxn modelId="{555C8CAE-6327-445C-8882-FBACC1240508}" srcId="{FDEFE915-C4CA-41B3-9F5D-7F61239B02B5}" destId="{CD60E9FF-BB09-40AC-9E64-98347500B0BD}" srcOrd="3" destOrd="0" parTransId="{6C5D9D1C-4109-4086-AC83-E813531D45AD}" sibTransId="{8D52F412-012D-4488-9503-EE629555CA4C}"/>
    <dgm:cxn modelId="{500E97EC-55C5-4486-A9D7-8F8902B905CD}" srcId="{FDEFE915-C4CA-41B3-9F5D-7F61239B02B5}" destId="{9DF42434-86FC-4312-80B8-7D2CFB40764A}" srcOrd="0" destOrd="0" parTransId="{105A9567-55BD-4D36-BB51-6839D1F4E798}" sibTransId="{9BC4341E-CEE3-45A0-8277-918952167CEF}"/>
    <dgm:cxn modelId="{A996C4AC-19D7-4FB0-8F35-4DDD27C686A6}" srcId="{FDEFE915-C4CA-41B3-9F5D-7F61239B02B5}" destId="{1834579E-F30E-4897-ABF5-C01F260FFE23}" srcOrd="1" destOrd="0" parTransId="{DFCE5189-B2B7-4FF8-9425-73FD581BCEA6}" sibTransId="{50736CDE-028A-4DCA-94A2-551F34EC9A9F}"/>
    <dgm:cxn modelId="{7BF1F43D-2CD9-496C-8178-3FB79466A26D}" srcId="{FDEFE915-C4CA-41B3-9F5D-7F61239B02B5}" destId="{84AE1C5C-5FF1-4887-9B05-4F8A3FFC6BE3}" srcOrd="9" destOrd="0" parTransId="{05A06962-2568-436E-A145-5DEB27DBE944}" sibTransId="{1F1AD75B-3EC1-4B4A-B75B-D3EAAE7E98D2}"/>
    <dgm:cxn modelId="{475442DC-24E6-4B5D-9F83-2E230744FEBE}" type="presOf" srcId="{FDEFE915-C4CA-41B3-9F5D-7F61239B02B5}" destId="{A95DC9B6-ACBD-4AAE-A428-265A9BDD995F}" srcOrd="0" destOrd="0" presId="urn:microsoft.com/office/officeart/2005/8/layout/vList5"/>
    <dgm:cxn modelId="{3B7E0708-530D-46CE-8B45-0DD377CC1289}" srcId="{FDEFE915-C4CA-41B3-9F5D-7F61239B02B5}" destId="{A00E1732-4F3E-4340-ACF6-1DF91FF94444}" srcOrd="7" destOrd="0" parTransId="{534F8300-A04A-4CAE-83F8-4FE567E40B0D}" sibTransId="{27AB395F-2FC9-4DE9-A0ED-BAA454B54298}"/>
    <dgm:cxn modelId="{10A66D70-8590-46B7-972C-44814C4CF534}" type="presOf" srcId="{84AE1C5C-5FF1-4887-9B05-4F8A3FFC6BE3}" destId="{15AEF4F5-6858-4743-880A-9DDDC73AB066}" srcOrd="0" destOrd="0" presId="urn:microsoft.com/office/officeart/2005/8/layout/vList5"/>
    <dgm:cxn modelId="{CCC06992-A9BC-434E-AB26-34131C561792}" type="presOf" srcId="{143AD018-7BA7-4D12-9FBF-0B81FD73CBD2}" destId="{9016370C-251A-4DB0-B5AF-17F66D8407B4}" srcOrd="0" destOrd="0" presId="urn:microsoft.com/office/officeart/2005/8/layout/vList5"/>
    <dgm:cxn modelId="{0B551785-A3BF-4244-B0B7-F1A21E22317F}" type="presOf" srcId="{9DF42434-86FC-4312-80B8-7D2CFB40764A}" destId="{214393CB-D071-47C5-B3E5-88DE13C38D8D}" srcOrd="0" destOrd="0" presId="urn:microsoft.com/office/officeart/2005/8/layout/vList5"/>
    <dgm:cxn modelId="{060867BB-C790-49F8-AED1-5F5AD4831199}" type="presOf" srcId="{1834579E-F30E-4897-ABF5-C01F260FFE23}" destId="{0E58BADB-65AE-491C-967B-96B483FBA902}" srcOrd="0" destOrd="0" presId="urn:microsoft.com/office/officeart/2005/8/layout/vList5"/>
    <dgm:cxn modelId="{7920BDB6-741D-474B-82DA-4045F4033EFA}" type="presOf" srcId="{59F2FEFA-BF21-4199-BF87-5726A1EC30EE}" destId="{AE848582-C6C2-4268-8C81-9E67812A1F03}" srcOrd="0" destOrd="0" presId="urn:microsoft.com/office/officeart/2005/8/layout/vList5"/>
    <dgm:cxn modelId="{3D7DF035-E415-49EB-8E25-B15A7661BDFB}" type="presOf" srcId="{FB3C59FF-1B82-4194-A662-BB8A993AE387}" destId="{1622F4A8-D85C-4476-9677-C09D3F4A2F90}" srcOrd="0" destOrd="0" presId="urn:microsoft.com/office/officeart/2005/8/layout/vList5"/>
    <dgm:cxn modelId="{47134ED4-E120-4984-A962-F16ABEBF095E}" type="presOf" srcId="{CD60E9FF-BB09-40AC-9E64-98347500B0BD}" destId="{DC33683C-3E94-4C54-BF8C-3463BB3702D3}" srcOrd="0" destOrd="0" presId="urn:microsoft.com/office/officeart/2005/8/layout/vList5"/>
    <dgm:cxn modelId="{3FBC38C4-D396-4E0D-8746-3315CE791183}" type="presParOf" srcId="{A95DC9B6-ACBD-4AAE-A428-265A9BDD995F}" destId="{4504707E-DB9A-4306-BA0B-9C32A415ACA6}" srcOrd="0" destOrd="0" presId="urn:microsoft.com/office/officeart/2005/8/layout/vList5"/>
    <dgm:cxn modelId="{A7CCBE9D-9DD3-4EAB-ACE9-13D42EDE455E}" type="presParOf" srcId="{4504707E-DB9A-4306-BA0B-9C32A415ACA6}" destId="{214393CB-D071-47C5-B3E5-88DE13C38D8D}" srcOrd="0" destOrd="0" presId="urn:microsoft.com/office/officeart/2005/8/layout/vList5"/>
    <dgm:cxn modelId="{9F3357AE-73A0-4E58-83D2-877D443C111E}" type="presParOf" srcId="{A95DC9B6-ACBD-4AAE-A428-265A9BDD995F}" destId="{D131889B-E146-4F0A-89AC-EB62B8714379}" srcOrd="1" destOrd="0" presId="urn:microsoft.com/office/officeart/2005/8/layout/vList5"/>
    <dgm:cxn modelId="{2870FC9E-AD94-4993-B56D-A9524DAE1417}" type="presParOf" srcId="{A95DC9B6-ACBD-4AAE-A428-265A9BDD995F}" destId="{68E5203B-C096-48CE-A61F-D248B9642E5F}" srcOrd="2" destOrd="0" presId="urn:microsoft.com/office/officeart/2005/8/layout/vList5"/>
    <dgm:cxn modelId="{155CF651-A5EC-4E1E-A52F-3BC228CC732F}" type="presParOf" srcId="{68E5203B-C096-48CE-A61F-D248B9642E5F}" destId="{0E58BADB-65AE-491C-967B-96B483FBA902}" srcOrd="0" destOrd="0" presId="urn:microsoft.com/office/officeart/2005/8/layout/vList5"/>
    <dgm:cxn modelId="{B9E3FA1B-ACC8-4DEE-B764-96258E215EFD}" type="presParOf" srcId="{A95DC9B6-ACBD-4AAE-A428-265A9BDD995F}" destId="{7F660472-15A2-4946-B20D-A30267051DE2}" srcOrd="3" destOrd="0" presId="urn:microsoft.com/office/officeart/2005/8/layout/vList5"/>
    <dgm:cxn modelId="{CD657D3C-9DD3-4415-8C4E-0BBA5E31756C}" type="presParOf" srcId="{A95DC9B6-ACBD-4AAE-A428-265A9BDD995F}" destId="{A4C161E6-B382-41CE-B989-1FF8800C83E5}" srcOrd="4" destOrd="0" presId="urn:microsoft.com/office/officeart/2005/8/layout/vList5"/>
    <dgm:cxn modelId="{D1BC6C80-F6BE-4782-8572-CF22F591B2B9}" type="presParOf" srcId="{A4C161E6-B382-41CE-B989-1FF8800C83E5}" destId="{AE848582-C6C2-4268-8C81-9E67812A1F03}" srcOrd="0" destOrd="0" presId="urn:microsoft.com/office/officeart/2005/8/layout/vList5"/>
    <dgm:cxn modelId="{3FF8279A-0BA3-4DD6-BE8A-5E09C562D37B}" type="presParOf" srcId="{A95DC9B6-ACBD-4AAE-A428-265A9BDD995F}" destId="{B68BF63B-C162-42ED-89EE-7497A9EFA605}" srcOrd="5" destOrd="0" presId="urn:microsoft.com/office/officeart/2005/8/layout/vList5"/>
    <dgm:cxn modelId="{E1436E85-56E1-4721-87C0-B3311B952834}" type="presParOf" srcId="{A95DC9B6-ACBD-4AAE-A428-265A9BDD995F}" destId="{C9C2025A-EDBC-4EF6-997B-F0D88A8F780C}" srcOrd="6" destOrd="0" presId="urn:microsoft.com/office/officeart/2005/8/layout/vList5"/>
    <dgm:cxn modelId="{2F110446-5C02-472A-B264-D91590BEFEC2}" type="presParOf" srcId="{C9C2025A-EDBC-4EF6-997B-F0D88A8F780C}" destId="{DC33683C-3E94-4C54-BF8C-3463BB3702D3}" srcOrd="0" destOrd="0" presId="urn:microsoft.com/office/officeart/2005/8/layout/vList5"/>
    <dgm:cxn modelId="{ACB552E0-2331-4C45-8121-3C2952FF94A1}" type="presParOf" srcId="{A95DC9B6-ACBD-4AAE-A428-265A9BDD995F}" destId="{EE7C2868-4DAF-4F10-9686-E7D679AE3F7F}" srcOrd="7" destOrd="0" presId="urn:microsoft.com/office/officeart/2005/8/layout/vList5"/>
    <dgm:cxn modelId="{72E19F64-9D2E-4768-82EB-6BCC5E6161F4}" type="presParOf" srcId="{A95DC9B6-ACBD-4AAE-A428-265A9BDD995F}" destId="{CB2F5BAD-78A7-44D4-BBF7-4BFE8B17474B}" srcOrd="8" destOrd="0" presId="urn:microsoft.com/office/officeart/2005/8/layout/vList5"/>
    <dgm:cxn modelId="{145EDA59-658F-4D47-BB1F-2D3A8A22DE10}" type="presParOf" srcId="{CB2F5BAD-78A7-44D4-BBF7-4BFE8B17474B}" destId="{514C3741-FDDB-41C8-A99B-74C6C17A0392}" srcOrd="0" destOrd="0" presId="urn:microsoft.com/office/officeart/2005/8/layout/vList5"/>
    <dgm:cxn modelId="{D80DCFD1-160F-441D-8B76-62350995898A}" type="presParOf" srcId="{A95DC9B6-ACBD-4AAE-A428-265A9BDD995F}" destId="{F360B129-DB79-40A4-995D-FED96504E154}" srcOrd="9" destOrd="0" presId="urn:microsoft.com/office/officeart/2005/8/layout/vList5"/>
    <dgm:cxn modelId="{40559582-3F00-4481-B990-45D4C1284C2E}" type="presParOf" srcId="{A95DC9B6-ACBD-4AAE-A428-265A9BDD995F}" destId="{39BA0C69-CB61-4640-AE51-609DFFBAE06E}" srcOrd="10" destOrd="0" presId="urn:microsoft.com/office/officeart/2005/8/layout/vList5"/>
    <dgm:cxn modelId="{D1D16AD2-CB43-42C2-8470-33E834B35A7F}" type="presParOf" srcId="{39BA0C69-CB61-4640-AE51-609DFFBAE06E}" destId="{8C940E2A-B51B-4CE8-9127-686880C2FBFF}" srcOrd="0" destOrd="0" presId="urn:microsoft.com/office/officeart/2005/8/layout/vList5"/>
    <dgm:cxn modelId="{7BE5A725-9E3C-4C77-881C-743200284B38}" type="presParOf" srcId="{A95DC9B6-ACBD-4AAE-A428-265A9BDD995F}" destId="{EA3584A1-31DC-4F10-9B27-B083ED6E4AC9}" srcOrd="11" destOrd="0" presId="urn:microsoft.com/office/officeart/2005/8/layout/vList5"/>
    <dgm:cxn modelId="{B97785E3-6B93-4BF4-84AF-B1D75A146983}" type="presParOf" srcId="{A95DC9B6-ACBD-4AAE-A428-265A9BDD995F}" destId="{4DC72190-27EA-4BC7-AB21-580246564900}" srcOrd="12" destOrd="0" presId="urn:microsoft.com/office/officeart/2005/8/layout/vList5"/>
    <dgm:cxn modelId="{2510D348-A098-4D9F-B4FA-EB5F443BEE0F}" type="presParOf" srcId="{4DC72190-27EA-4BC7-AB21-580246564900}" destId="{9016370C-251A-4DB0-B5AF-17F66D8407B4}" srcOrd="0" destOrd="0" presId="urn:microsoft.com/office/officeart/2005/8/layout/vList5"/>
    <dgm:cxn modelId="{A7B154C5-40E2-4A45-BF37-E659620AD585}" type="presParOf" srcId="{A95DC9B6-ACBD-4AAE-A428-265A9BDD995F}" destId="{432C9368-E0E0-4FB2-AF2D-E4C1685B9D5E}" srcOrd="13" destOrd="0" presId="urn:microsoft.com/office/officeart/2005/8/layout/vList5"/>
    <dgm:cxn modelId="{28207A3F-EFFC-4DAD-926D-C802109446DC}" type="presParOf" srcId="{A95DC9B6-ACBD-4AAE-A428-265A9BDD995F}" destId="{F6C81237-A4ED-4BA0-8135-D100D542436E}" srcOrd="14" destOrd="0" presId="urn:microsoft.com/office/officeart/2005/8/layout/vList5"/>
    <dgm:cxn modelId="{29FE9766-2E80-40D4-BA49-C57748721580}" type="presParOf" srcId="{F6C81237-A4ED-4BA0-8135-D100D542436E}" destId="{6B9DF1AE-4A4A-4EFA-996A-5BB1F6B7A550}" srcOrd="0" destOrd="0" presId="urn:microsoft.com/office/officeart/2005/8/layout/vList5"/>
    <dgm:cxn modelId="{16D3D8C1-1669-49E4-95F5-4188CD12F363}" type="presParOf" srcId="{A95DC9B6-ACBD-4AAE-A428-265A9BDD995F}" destId="{1AD029BE-23E3-42CF-ADCC-F40C7E532EE9}" srcOrd="15" destOrd="0" presId="urn:microsoft.com/office/officeart/2005/8/layout/vList5"/>
    <dgm:cxn modelId="{A9480FEF-148A-4AE3-8737-6E325D34A372}" type="presParOf" srcId="{A95DC9B6-ACBD-4AAE-A428-265A9BDD995F}" destId="{0B5AEE8A-407E-48B1-A9FA-9FDDE122AD45}" srcOrd="16" destOrd="0" presId="urn:microsoft.com/office/officeart/2005/8/layout/vList5"/>
    <dgm:cxn modelId="{E87F4EE7-0519-4068-8320-C5F6FC6E43DC}" type="presParOf" srcId="{0B5AEE8A-407E-48B1-A9FA-9FDDE122AD45}" destId="{1622F4A8-D85C-4476-9677-C09D3F4A2F90}" srcOrd="0" destOrd="0" presId="urn:microsoft.com/office/officeart/2005/8/layout/vList5"/>
    <dgm:cxn modelId="{F0E4D2A2-312F-4804-BB57-D19232C18BB2}" type="presParOf" srcId="{A95DC9B6-ACBD-4AAE-A428-265A9BDD995F}" destId="{F509A2BB-DB64-4B01-9A1B-620AFF11912E}" srcOrd="17" destOrd="0" presId="urn:microsoft.com/office/officeart/2005/8/layout/vList5"/>
    <dgm:cxn modelId="{9659B4DF-FFF1-4FF2-BE2B-1D5AA8E65CF9}" type="presParOf" srcId="{A95DC9B6-ACBD-4AAE-A428-265A9BDD995F}" destId="{B526E8DC-B9AB-4FF8-BCE6-0B58AB32E545}" srcOrd="18" destOrd="0" presId="urn:microsoft.com/office/officeart/2005/8/layout/vList5"/>
    <dgm:cxn modelId="{A1E27596-9157-4813-A9B1-4FCE34210F2F}" type="presParOf" srcId="{B526E8DC-B9AB-4FF8-BCE6-0B58AB32E545}" destId="{15AEF4F5-6858-4743-880A-9DDDC73AB066}" srcOrd="0" destOrd="0" presId="urn:microsoft.com/office/officeart/2005/8/layout/vList5"/>
    <dgm:cxn modelId="{20C75E27-F5F2-4CF3-A11F-5DDB20C5BCE5}" type="presParOf" srcId="{A95DC9B6-ACBD-4AAE-A428-265A9BDD995F}" destId="{B8BE90EC-E47A-4E70-A076-7DC088760254}" srcOrd="19" destOrd="0" presId="urn:microsoft.com/office/officeart/2005/8/layout/vList5"/>
    <dgm:cxn modelId="{6E2B6A95-D5FE-44EF-8D1E-A387BD1ADE55}" type="presParOf" srcId="{A95DC9B6-ACBD-4AAE-A428-265A9BDD995F}" destId="{F8FF6768-8B94-4E87-A12F-2E41B59E4B0D}" srcOrd="20" destOrd="0" presId="urn:microsoft.com/office/officeart/2005/8/layout/vList5"/>
    <dgm:cxn modelId="{CCFC4360-18CB-4AE6-8272-450FBD9C6007}" type="presParOf" srcId="{F8FF6768-8B94-4E87-A12F-2E41B59E4B0D}" destId="{9CEF09FD-F919-4EF0-B263-C8852CE0BE33}" srcOrd="0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F4B1F6-EA00-48D9-9247-77CD1A033FB2}" type="doc">
      <dgm:prSet loTypeId="urn:microsoft.com/office/officeart/2005/8/layout/process4" loCatId="list" qsTypeId="urn:microsoft.com/office/officeart/2005/8/quickstyle/3d2#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7530957-8072-4AE8-A418-0191F56A1503}">
      <dgm:prSet phldrT="[Text]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Title</a:t>
          </a:r>
          <a:endParaRPr lang="en-IN" sz="2000" b="1" dirty="0">
            <a:latin typeface="Times New Roman" pitchFamily="18" charset="0"/>
            <a:cs typeface="Times New Roman" pitchFamily="18" charset="0"/>
          </a:endParaRPr>
        </a:p>
      </dgm:t>
    </dgm:pt>
    <dgm:pt modelId="{763C3CC4-6077-4031-8BCE-38C739D15CBC}" type="parTrans" cxnId="{B28D305E-3753-401D-AB1E-27DD4EF64F23}">
      <dgm:prSet/>
      <dgm:spPr/>
      <dgm:t>
        <a:bodyPr/>
        <a:lstStyle/>
        <a:p>
          <a:pPr algn="ctr"/>
          <a:endParaRPr lang="en-IN"/>
        </a:p>
      </dgm:t>
    </dgm:pt>
    <dgm:pt modelId="{48362716-2188-4A7F-A8E5-B4295D185438}" type="sibTrans" cxnId="{B28D305E-3753-401D-AB1E-27DD4EF64F23}">
      <dgm:prSet/>
      <dgm:spPr/>
      <dgm:t>
        <a:bodyPr/>
        <a:lstStyle/>
        <a:p>
          <a:pPr algn="ctr"/>
          <a:endParaRPr lang="en-IN"/>
        </a:p>
      </dgm:t>
    </dgm:pt>
    <dgm:pt modelId="{41F4900D-D1F6-4757-B5B7-B802F7A86E8C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Abstract</a:t>
          </a:r>
        </a:p>
      </dgm:t>
    </dgm:pt>
    <dgm:pt modelId="{88F775A3-00E6-4635-AF0A-F4AAA9EB1903}" type="parTrans" cxnId="{DBA3B1F7-DE7A-40EA-A286-FE128045931D}">
      <dgm:prSet/>
      <dgm:spPr/>
      <dgm:t>
        <a:bodyPr/>
        <a:lstStyle/>
        <a:p>
          <a:pPr algn="ctr"/>
          <a:endParaRPr lang="en-IN"/>
        </a:p>
      </dgm:t>
    </dgm:pt>
    <dgm:pt modelId="{E17DF93D-7083-4107-BBED-2B4D2D6D307D}" type="sibTrans" cxnId="{DBA3B1F7-DE7A-40EA-A286-FE128045931D}">
      <dgm:prSet/>
      <dgm:spPr/>
      <dgm:t>
        <a:bodyPr/>
        <a:lstStyle/>
        <a:p>
          <a:pPr algn="ctr"/>
          <a:endParaRPr lang="en-IN"/>
        </a:p>
      </dgm:t>
    </dgm:pt>
    <dgm:pt modelId="{9FF7ED67-C6AD-44E0-AA48-3681670266EB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Table of Contents</a:t>
          </a:r>
        </a:p>
      </dgm:t>
    </dgm:pt>
    <dgm:pt modelId="{881A1151-C365-47AB-8AEF-0A6F6A99D82E}" type="parTrans" cxnId="{F37201F7-0527-438F-BC09-BC3179F76332}">
      <dgm:prSet/>
      <dgm:spPr/>
      <dgm:t>
        <a:bodyPr/>
        <a:lstStyle/>
        <a:p>
          <a:pPr algn="ctr"/>
          <a:endParaRPr lang="en-IN"/>
        </a:p>
      </dgm:t>
    </dgm:pt>
    <dgm:pt modelId="{DB12A8E7-E84D-4AC4-9EEA-C44F3480CC4F}" type="sibTrans" cxnId="{F37201F7-0527-438F-BC09-BC3179F76332}">
      <dgm:prSet/>
      <dgm:spPr/>
      <dgm:t>
        <a:bodyPr/>
        <a:lstStyle/>
        <a:p>
          <a:pPr algn="ctr"/>
          <a:endParaRPr lang="en-IN"/>
        </a:p>
      </dgm:t>
    </dgm:pt>
    <dgm:pt modelId="{900E3DC5-8A1B-488D-BFDF-F64F638B4709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List of Figures &amp; Tables</a:t>
          </a:r>
        </a:p>
      </dgm:t>
    </dgm:pt>
    <dgm:pt modelId="{4FAD8550-AC97-4B25-A585-31A64902C799}" type="parTrans" cxnId="{53A278B7-7EDC-4AFC-A145-282AF848DDFF}">
      <dgm:prSet/>
      <dgm:spPr/>
      <dgm:t>
        <a:bodyPr/>
        <a:lstStyle/>
        <a:p>
          <a:pPr algn="ctr"/>
          <a:endParaRPr lang="en-IN"/>
        </a:p>
      </dgm:t>
    </dgm:pt>
    <dgm:pt modelId="{B59E60FE-D93D-4AEF-8D3A-C2FC2F956A5F}" type="sibTrans" cxnId="{53A278B7-7EDC-4AFC-A145-282AF848DDFF}">
      <dgm:prSet/>
      <dgm:spPr/>
      <dgm:t>
        <a:bodyPr/>
        <a:lstStyle/>
        <a:p>
          <a:pPr algn="ctr"/>
          <a:endParaRPr lang="en-IN"/>
        </a:p>
      </dgm:t>
    </dgm:pt>
    <dgm:pt modelId="{4D8F4279-0442-4DA6-9B33-DFABBA97BDF2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Introduction</a:t>
          </a:r>
        </a:p>
      </dgm:t>
    </dgm:pt>
    <dgm:pt modelId="{5E3F171A-B8A5-4EBD-8B09-741A03DE89BB}" type="parTrans" cxnId="{BEFB1116-942B-44BC-8DB5-ED23F2628232}">
      <dgm:prSet/>
      <dgm:spPr/>
      <dgm:t>
        <a:bodyPr/>
        <a:lstStyle/>
        <a:p>
          <a:pPr algn="ctr"/>
          <a:endParaRPr lang="en-IN"/>
        </a:p>
      </dgm:t>
    </dgm:pt>
    <dgm:pt modelId="{04EE33BD-1B48-4015-9A09-A48E03E558AD}" type="sibTrans" cxnId="{BEFB1116-942B-44BC-8DB5-ED23F2628232}">
      <dgm:prSet/>
      <dgm:spPr/>
      <dgm:t>
        <a:bodyPr/>
        <a:lstStyle/>
        <a:p>
          <a:pPr algn="ctr"/>
          <a:endParaRPr lang="en-IN"/>
        </a:p>
      </dgm:t>
    </dgm:pt>
    <dgm:pt modelId="{FD6E643C-FDFD-4541-966A-BA6711142C21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Background  theory</a:t>
          </a:r>
        </a:p>
      </dgm:t>
    </dgm:pt>
    <dgm:pt modelId="{0D14730C-03D0-44A2-8CCF-F48A4B68D649}" type="parTrans" cxnId="{B16B9C58-2E28-4D77-9B1B-21CBF6BB2052}">
      <dgm:prSet/>
      <dgm:spPr/>
      <dgm:t>
        <a:bodyPr/>
        <a:lstStyle/>
        <a:p>
          <a:pPr algn="ctr"/>
          <a:endParaRPr lang="en-IN"/>
        </a:p>
      </dgm:t>
    </dgm:pt>
    <dgm:pt modelId="{3970D61A-5B68-46DE-ADE9-3694032BD543}" type="sibTrans" cxnId="{B16B9C58-2E28-4D77-9B1B-21CBF6BB2052}">
      <dgm:prSet/>
      <dgm:spPr/>
      <dgm:t>
        <a:bodyPr/>
        <a:lstStyle/>
        <a:p>
          <a:pPr algn="ctr"/>
          <a:endParaRPr lang="en-IN"/>
        </a:p>
      </dgm:t>
    </dgm:pt>
    <dgm:pt modelId="{25834310-6CCB-4B58-8FE1-0B672A22044F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Design/theoretical analysis</a:t>
          </a:r>
        </a:p>
      </dgm:t>
    </dgm:pt>
    <dgm:pt modelId="{35E3A2E6-C545-4732-9A29-240987D4043B}" type="parTrans" cxnId="{A7044205-E17A-498B-BEBB-69CE0FCB5E5D}">
      <dgm:prSet/>
      <dgm:spPr/>
      <dgm:t>
        <a:bodyPr/>
        <a:lstStyle/>
        <a:p>
          <a:pPr algn="ctr"/>
          <a:endParaRPr lang="en-IN"/>
        </a:p>
      </dgm:t>
    </dgm:pt>
    <dgm:pt modelId="{96C9EEC4-C058-47CB-8F55-A91F9214BF17}" type="sibTrans" cxnId="{A7044205-E17A-498B-BEBB-69CE0FCB5E5D}">
      <dgm:prSet/>
      <dgm:spPr/>
      <dgm:t>
        <a:bodyPr/>
        <a:lstStyle/>
        <a:p>
          <a:pPr algn="ctr"/>
          <a:endParaRPr lang="en-IN"/>
        </a:p>
      </dgm:t>
    </dgm:pt>
    <dgm:pt modelId="{C4DA1C72-D112-4BAD-8405-A4135E3201B3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Procedure</a:t>
          </a:r>
        </a:p>
      </dgm:t>
    </dgm:pt>
    <dgm:pt modelId="{33EFEF7B-2C2B-4A78-9B0B-8924A8B8F9F8}" type="parTrans" cxnId="{73ED98EC-8D81-4386-8884-96ACE9BEA197}">
      <dgm:prSet/>
      <dgm:spPr/>
      <dgm:t>
        <a:bodyPr/>
        <a:lstStyle/>
        <a:p>
          <a:pPr algn="ctr"/>
          <a:endParaRPr lang="en-IN"/>
        </a:p>
      </dgm:t>
    </dgm:pt>
    <dgm:pt modelId="{E93E8D98-51A3-476E-AB8B-45E1085A1C11}" type="sibTrans" cxnId="{73ED98EC-8D81-4386-8884-96ACE9BEA197}">
      <dgm:prSet/>
      <dgm:spPr/>
      <dgm:t>
        <a:bodyPr/>
        <a:lstStyle/>
        <a:p>
          <a:pPr algn="ctr"/>
          <a:endParaRPr lang="en-IN"/>
        </a:p>
      </dgm:t>
    </dgm:pt>
    <dgm:pt modelId="{AD7A3A4D-5AB9-4F4F-9279-9C40A1380C14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Results and discussion</a:t>
          </a:r>
        </a:p>
      </dgm:t>
    </dgm:pt>
    <dgm:pt modelId="{6CB6F479-FBD3-4DFA-AB9D-59C387F4E12F}" type="parTrans" cxnId="{BCA112DF-759A-4F4D-B3E1-DF033C763887}">
      <dgm:prSet/>
      <dgm:spPr/>
      <dgm:t>
        <a:bodyPr/>
        <a:lstStyle/>
        <a:p>
          <a:pPr algn="ctr"/>
          <a:endParaRPr lang="en-IN"/>
        </a:p>
      </dgm:t>
    </dgm:pt>
    <dgm:pt modelId="{DC020DD2-ED41-44EC-9178-E172D7BE3BD6}" type="sibTrans" cxnId="{BCA112DF-759A-4F4D-B3E1-DF033C763887}">
      <dgm:prSet/>
      <dgm:spPr/>
      <dgm:t>
        <a:bodyPr/>
        <a:lstStyle/>
        <a:p>
          <a:pPr algn="ctr"/>
          <a:endParaRPr lang="en-IN"/>
        </a:p>
      </dgm:t>
    </dgm:pt>
    <dgm:pt modelId="{94D71C6B-C0CF-4A92-8CFD-889F7673E7C3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Conclusions</a:t>
          </a:r>
        </a:p>
      </dgm:t>
    </dgm:pt>
    <dgm:pt modelId="{23D376FD-2459-40B4-B855-D83F86EECDAA}" type="parTrans" cxnId="{F64E958B-D982-4C75-9034-1879CD6B9F17}">
      <dgm:prSet/>
      <dgm:spPr/>
      <dgm:t>
        <a:bodyPr/>
        <a:lstStyle/>
        <a:p>
          <a:pPr algn="ctr"/>
          <a:endParaRPr lang="en-IN"/>
        </a:p>
      </dgm:t>
    </dgm:pt>
    <dgm:pt modelId="{2F358EF8-A24E-4782-810E-18AE136EB6D6}" type="sibTrans" cxnId="{F64E958B-D982-4C75-9034-1879CD6B9F17}">
      <dgm:prSet/>
      <dgm:spPr/>
      <dgm:t>
        <a:bodyPr/>
        <a:lstStyle/>
        <a:p>
          <a:pPr algn="ctr"/>
          <a:endParaRPr lang="en-IN"/>
        </a:p>
      </dgm:t>
    </dgm:pt>
    <dgm:pt modelId="{289E3EED-4CFE-4434-9B5D-DC8174D6AA8C}">
      <dgm:prSet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References</a:t>
          </a:r>
        </a:p>
      </dgm:t>
    </dgm:pt>
    <dgm:pt modelId="{F79DA7F1-A6C5-4EB4-A028-3C92944A8AFF}" type="parTrans" cxnId="{40BC3050-2B77-40D5-95B4-33640A0A04D5}">
      <dgm:prSet/>
      <dgm:spPr/>
      <dgm:t>
        <a:bodyPr/>
        <a:lstStyle/>
        <a:p>
          <a:pPr algn="ctr"/>
          <a:endParaRPr lang="en-IN"/>
        </a:p>
      </dgm:t>
    </dgm:pt>
    <dgm:pt modelId="{5B8F214E-0460-4861-9FC6-BCCF4FD1A95C}" type="sibTrans" cxnId="{40BC3050-2B77-40D5-95B4-33640A0A04D5}">
      <dgm:prSet/>
      <dgm:spPr/>
      <dgm:t>
        <a:bodyPr/>
        <a:lstStyle/>
        <a:p>
          <a:pPr algn="ctr"/>
          <a:endParaRPr lang="en-IN"/>
        </a:p>
      </dgm:t>
    </dgm:pt>
    <dgm:pt modelId="{805772F5-D093-40BC-A9FA-FE2D35299DCB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Appendices</a:t>
          </a:r>
        </a:p>
      </dgm:t>
    </dgm:pt>
    <dgm:pt modelId="{1D75ECE0-4ED1-4709-8731-1326D8BA82F2}" type="parTrans" cxnId="{1C718023-4C19-4487-9622-3A1555A8125C}">
      <dgm:prSet/>
      <dgm:spPr/>
      <dgm:t>
        <a:bodyPr/>
        <a:lstStyle/>
        <a:p>
          <a:pPr algn="ctr"/>
          <a:endParaRPr lang="en-IN"/>
        </a:p>
      </dgm:t>
    </dgm:pt>
    <dgm:pt modelId="{A403D705-96FA-40DD-AECE-B1A5EBB3E359}" type="sibTrans" cxnId="{1C718023-4C19-4487-9622-3A1555A8125C}">
      <dgm:prSet/>
      <dgm:spPr/>
      <dgm:t>
        <a:bodyPr/>
        <a:lstStyle/>
        <a:p>
          <a:pPr algn="ctr"/>
          <a:endParaRPr lang="en-IN"/>
        </a:p>
      </dgm:t>
    </dgm:pt>
    <dgm:pt modelId="{E7FF22E1-F00A-4D0A-8F5A-10E7B5D11D51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2000" b="1" dirty="0">
              <a:latin typeface="Times New Roman" pitchFamily="18" charset="0"/>
              <a:cs typeface="Times New Roman" pitchFamily="18" charset="0"/>
            </a:rPr>
            <a:t>Abbreviations List</a:t>
          </a:r>
        </a:p>
      </dgm:t>
    </dgm:pt>
    <dgm:pt modelId="{A35BCBB6-AEE5-497E-9463-40074ED8FEFA}" type="parTrans" cxnId="{31C40919-0A4A-46A0-9499-BFE5726AB3F2}">
      <dgm:prSet/>
      <dgm:spPr/>
      <dgm:t>
        <a:bodyPr/>
        <a:lstStyle/>
        <a:p>
          <a:endParaRPr lang="en-IN"/>
        </a:p>
      </dgm:t>
    </dgm:pt>
    <dgm:pt modelId="{AF1D1630-0783-4936-8FCC-47C3CC835E2F}" type="sibTrans" cxnId="{31C40919-0A4A-46A0-9499-BFE5726AB3F2}">
      <dgm:prSet/>
      <dgm:spPr/>
      <dgm:t>
        <a:bodyPr/>
        <a:lstStyle/>
        <a:p>
          <a:endParaRPr lang="en-IN"/>
        </a:p>
      </dgm:t>
    </dgm:pt>
    <dgm:pt modelId="{3476770B-91E5-4487-910B-85AB35C9D84D}" type="pres">
      <dgm:prSet presAssocID="{DEF4B1F6-EA00-48D9-9247-77CD1A033FB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7346DEE-C115-43D1-8655-AFEC3F817362}" type="pres">
      <dgm:prSet presAssocID="{805772F5-D093-40BC-A9FA-FE2D35299DCB}" presName="boxAndChildren" presStyleCnt="0"/>
      <dgm:spPr/>
    </dgm:pt>
    <dgm:pt modelId="{BA6F211C-BD8C-4683-9322-D948C89492FB}" type="pres">
      <dgm:prSet presAssocID="{805772F5-D093-40BC-A9FA-FE2D35299DCB}" presName="parentTextBox" presStyleLbl="node1" presStyleIdx="0" presStyleCnt="13"/>
      <dgm:spPr/>
      <dgm:t>
        <a:bodyPr/>
        <a:lstStyle/>
        <a:p>
          <a:endParaRPr lang="en-US"/>
        </a:p>
      </dgm:t>
    </dgm:pt>
    <dgm:pt modelId="{9735DA6C-CCEA-41C5-9910-6E119EA5C135}" type="pres">
      <dgm:prSet presAssocID="{5B8F214E-0460-4861-9FC6-BCCF4FD1A95C}" presName="sp" presStyleCnt="0"/>
      <dgm:spPr/>
    </dgm:pt>
    <dgm:pt modelId="{B6B3749A-64D3-4776-A6FF-894C9618564A}" type="pres">
      <dgm:prSet presAssocID="{289E3EED-4CFE-4434-9B5D-DC8174D6AA8C}" presName="arrowAndChildren" presStyleCnt="0"/>
      <dgm:spPr/>
    </dgm:pt>
    <dgm:pt modelId="{3D1D94E8-2FA6-4DEE-A728-365011FA8DAE}" type="pres">
      <dgm:prSet presAssocID="{289E3EED-4CFE-4434-9B5D-DC8174D6AA8C}" presName="parentTextArrow" presStyleLbl="node1" presStyleIdx="1" presStyleCnt="13"/>
      <dgm:spPr/>
      <dgm:t>
        <a:bodyPr/>
        <a:lstStyle/>
        <a:p>
          <a:endParaRPr lang="en-US"/>
        </a:p>
      </dgm:t>
    </dgm:pt>
    <dgm:pt modelId="{5E02271F-1247-4B00-96BB-90E44C3FCC56}" type="pres">
      <dgm:prSet presAssocID="{2F358EF8-A24E-4782-810E-18AE136EB6D6}" presName="sp" presStyleCnt="0"/>
      <dgm:spPr/>
    </dgm:pt>
    <dgm:pt modelId="{8EF3AC91-DD46-4220-9CC3-5BFD44E284BC}" type="pres">
      <dgm:prSet presAssocID="{94D71C6B-C0CF-4A92-8CFD-889F7673E7C3}" presName="arrowAndChildren" presStyleCnt="0"/>
      <dgm:spPr/>
    </dgm:pt>
    <dgm:pt modelId="{E11CF5D4-6C64-4AFD-9071-1EBFBD3CD44C}" type="pres">
      <dgm:prSet presAssocID="{94D71C6B-C0CF-4A92-8CFD-889F7673E7C3}" presName="parentTextArrow" presStyleLbl="node1" presStyleIdx="2" presStyleCnt="13"/>
      <dgm:spPr/>
      <dgm:t>
        <a:bodyPr/>
        <a:lstStyle/>
        <a:p>
          <a:endParaRPr lang="en-US"/>
        </a:p>
      </dgm:t>
    </dgm:pt>
    <dgm:pt modelId="{DA871BE4-E8BF-42FD-B240-05C2E06D32EC}" type="pres">
      <dgm:prSet presAssocID="{DC020DD2-ED41-44EC-9178-E172D7BE3BD6}" presName="sp" presStyleCnt="0"/>
      <dgm:spPr/>
    </dgm:pt>
    <dgm:pt modelId="{7628EEAA-AE1C-4039-9C47-6B824D4BE951}" type="pres">
      <dgm:prSet presAssocID="{AD7A3A4D-5AB9-4F4F-9279-9C40A1380C14}" presName="arrowAndChildren" presStyleCnt="0"/>
      <dgm:spPr/>
    </dgm:pt>
    <dgm:pt modelId="{4C7B305A-8B53-4957-B498-9AA08BD4F809}" type="pres">
      <dgm:prSet presAssocID="{AD7A3A4D-5AB9-4F4F-9279-9C40A1380C14}" presName="parentTextArrow" presStyleLbl="node1" presStyleIdx="3" presStyleCnt="13"/>
      <dgm:spPr/>
      <dgm:t>
        <a:bodyPr/>
        <a:lstStyle/>
        <a:p>
          <a:endParaRPr lang="en-US"/>
        </a:p>
      </dgm:t>
    </dgm:pt>
    <dgm:pt modelId="{026DDA99-101E-4B00-BB45-42E0F6DA120F}" type="pres">
      <dgm:prSet presAssocID="{E93E8D98-51A3-476E-AB8B-45E1085A1C11}" presName="sp" presStyleCnt="0"/>
      <dgm:spPr/>
    </dgm:pt>
    <dgm:pt modelId="{6A6AA898-0998-4F96-83A9-FB604DB2FCAF}" type="pres">
      <dgm:prSet presAssocID="{C4DA1C72-D112-4BAD-8405-A4135E3201B3}" presName="arrowAndChildren" presStyleCnt="0"/>
      <dgm:spPr/>
    </dgm:pt>
    <dgm:pt modelId="{4199CCFC-51CE-4511-BF27-E75FF375D899}" type="pres">
      <dgm:prSet presAssocID="{C4DA1C72-D112-4BAD-8405-A4135E3201B3}" presName="parentTextArrow" presStyleLbl="node1" presStyleIdx="4" presStyleCnt="13"/>
      <dgm:spPr/>
      <dgm:t>
        <a:bodyPr/>
        <a:lstStyle/>
        <a:p>
          <a:endParaRPr lang="en-US"/>
        </a:p>
      </dgm:t>
    </dgm:pt>
    <dgm:pt modelId="{1D3C7C6D-C40A-43C7-9ACF-054B9B0404EA}" type="pres">
      <dgm:prSet presAssocID="{96C9EEC4-C058-47CB-8F55-A91F9214BF17}" presName="sp" presStyleCnt="0"/>
      <dgm:spPr/>
    </dgm:pt>
    <dgm:pt modelId="{EE746E40-9F68-4FF1-8AD2-3BBB592DB845}" type="pres">
      <dgm:prSet presAssocID="{25834310-6CCB-4B58-8FE1-0B672A22044F}" presName="arrowAndChildren" presStyleCnt="0"/>
      <dgm:spPr/>
    </dgm:pt>
    <dgm:pt modelId="{E8997798-CDDD-4166-AED0-56A734338CDF}" type="pres">
      <dgm:prSet presAssocID="{25834310-6CCB-4B58-8FE1-0B672A22044F}" presName="parentTextArrow" presStyleLbl="node1" presStyleIdx="5" presStyleCnt="13"/>
      <dgm:spPr/>
      <dgm:t>
        <a:bodyPr/>
        <a:lstStyle/>
        <a:p>
          <a:endParaRPr lang="en-US"/>
        </a:p>
      </dgm:t>
    </dgm:pt>
    <dgm:pt modelId="{5350DB72-090B-46F4-A73B-6DA713729F43}" type="pres">
      <dgm:prSet presAssocID="{3970D61A-5B68-46DE-ADE9-3694032BD543}" presName="sp" presStyleCnt="0"/>
      <dgm:spPr/>
    </dgm:pt>
    <dgm:pt modelId="{B498A6F7-DE2F-476E-B61A-B84F088FEF73}" type="pres">
      <dgm:prSet presAssocID="{FD6E643C-FDFD-4541-966A-BA6711142C21}" presName="arrowAndChildren" presStyleCnt="0"/>
      <dgm:spPr/>
    </dgm:pt>
    <dgm:pt modelId="{4B1A4C2E-6C0A-4446-9400-59CC456D9F10}" type="pres">
      <dgm:prSet presAssocID="{FD6E643C-FDFD-4541-966A-BA6711142C21}" presName="parentTextArrow" presStyleLbl="node1" presStyleIdx="6" presStyleCnt="13"/>
      <dgm:spPr/>
      <dgm:t>
        <a:bodyPr/>
        <a:lstStyle/>
        <a:p>
          <a:endParaRPr lang="en-US"/>
        </a:p>
      </dgm:t>
    </dgm:pt>
    <dgm:pt modelId="{FFDB9629-2B55-447D-A8CA-9707CB783CBD}" type="pres">
      <dgm:prSet presAssocID="{04EE33BD-1B48-4015-9A09-A48E03E558AD}" presName="sp" presStyleCnt="0"/>
      <dgm:spPr/>
    </dgm:pt>
    <dgm:pt modelId="{50DD2F28-B689-47EC-BF01-747B98D03B20}" type="pres">
      <dgm:prSet presAssocID="{4D8F4279-0442-4DA6-9B33-DFABBA97BDF2}" presName="arrowAndChildren" presStyleCnt="0"/>
      <dgm:spPr/>
    </dgm:pt>
    <dgm:pt modelId="{B6E3AE0D-4E58-4B94-9826-93420DD5A04F}" type="pres">
      <dgm:prSet presAssocID="{4D8F4279-0442-4DA6-9B33-DFABBA97BDF2}" presName="parentTextArrow" presStyleLbl="node1" presStyleIdx="7" presStyleCnt="13"/>
      <dgm:spPr/>
      <dgm:t>
        <a:bodyPr/>
        <a:lstStyle/>
        <a:p>
          <a:endParaRPr lang="en-US"/>
        </a:p>
      </dgm:t>
    </dgm:pt>
    <dgm:pt modelId="{D501FBF2-93D5-4C3B-9E1A-6D9DF12306E3}" type="pres">
      <dgm:prSet presAssocID="{AF1D1630-0783-4936-8FCC-47C3CC835E2F}" presName="sp" presStyleCnt="0"/>
      <dgm:spPr/>
    </dgm:pt>
    <dgm:pt modelId="{C099E0F2-A5E4-4230-9D38-0BFC7259F1A9}" type="pres">
      <dgm:prSet presAssocID="{E7FF22E1-F00A-4D0A-8F5A-10E7B5D11D51}" presName="arrowAndChildren" presStyleCnt="0"/>
      <dgm:spPr/>
    </dgm:pt>
    <dgm:pt modelId="{298C6327-4CB1-4E3B-AB3D-85028C57DA01}" type="pres">
      <dgm:prSet presAssocID="{E7FF22E1-F00A-4D0A-8F5A-10E7B5D11D51}" presName="parentTextArrow" presStyleLbl="node1" presStyleIdx="8" presStyleCnt="13"/>
      <dgm:spPr/>
      <dgm:t>
        <a:bodyPr/>
        <a:lstStyle/>
        <a:p>
          <a:endParaRPr lang="en-US"/>
        </a:p>
      </dgm:t>
    </dgm:pt>
    <dgm:pt modelId="{CB84B524-DEF4-4852-A0F3-37FCCA72EFF6}" type="pres">
      <dgm:prSet presAssocID="{B59E60FE-D93D-4AEF-8D3A-C2FC2F956A5F}" presName="sp" presStyleCnt="0"/>
      <dgm:spPr/>
    </dgm:pt>
    <dgm:pt modelId="{34A4C15A-336F-4CFD-89FA-8A68A1F8B00C}" type="pres">
      <dgm:prSet presAssocID="{900E3DC5-8A1B-488D-BFDF-F64F638B4709}" presName="arrowAndChildren" presStyleCnt="0"/>
      <dgm:spPr/>
    </dgm:pt>
    <dgm:pt modelId="{857A2AF6-E68A-4426-873F-E3FF61601A41}" type="pres">
      <dgm:prSet presAssocID="{900E3DC5-8A1B-488D-BFDF-F64F638B4709}" presName="parentTextArrow" presStyleLbl="node1" presStyleIdx="9" presStyleCnt="13"/>
      <dgm:spPr/>
      <dgm:t>
        <a:bodyPr/>
        <a:lstStyle/>
        <a:p>
          <a:endParaRPr lang="en-US"/>
        </a:p>
      </dgm:t>
    </dgm:pt>
    <dgm:pt modelId="{5795F4EC-5FE1-464A-A963-E4550E5C9C18}" type="pres">
      <dgm:prSet presAssocID="{DB12A8E7-E84D-4AC4-9EEA-C44F3480CC4F}" presName="sp" presStyleCnt="0"/>
      <dgm:spPr/>
    </dgm:pt>
    <dgm:pt modelId="{B06AB8A3-9DCE-4A9B-B7D7-9BA265A9DC32}" type="pres">
      <dgm:prSet presAssocID="{9FF7ED67-C6AD-44E0-AA48-3681670266EB}" presName="arrowAndChildren" presStyleCnt="0"/>
      <dgm:spPr/>
    </dgm:pt>
    <dgm:pt modelId="{5A64DC7B-4E33-4A4C-A82A-AC2D711B649F}" type="pres">
      <dgm:prSet presAssocID="{9FF7ED67-C6AD-44E0-AA48-3681670266EB}" presName="parentTextArrow" presStyleLbl="node1" presStyleIdx="10" presStyleCnt="13"/>
      <dgm:spPr/>
      <dgm:t>
        <a:bodyPr/>
        <a:lstStyle/>
        <a:p>
          <a:endParaRPr lang="en-US"/>
        </a:p>
      </dgm:t>
    </dgm:pt>
    <dgm:pt modelId="{524E6EF0-3036-46F8-82C8-2FF319487D9E}" type="pres">
      <dgm:prSet presAssocID="{E17DF93D-7083-4107-BBED-2B4D2D6D307D}" presName="sp" presStyleCnt="0"/>
      <dgm:spPr/>
    </dgm:pt>
    <dgm:pt modelId="{94E43FA8-7D57-45E2-9932-6294AB308E87}" type="pres">
      <dgm:prSet presAssocID="{41F4900D-D1F6-4757-B5B7-B802F7A86E8C}" presName="arrowAndChildren" presStyleCnt="0"/>
      <dgm:spPr/>
    </dgm:pt>
    <dgm:pt modelId="{6A656B22-550B-460F-B7DC-ABD819B2DA9D}" type="pres">
      <dgm:prSet presAssocID="{41F4900D-D1F6-4757-B5B7-B802F7A86E8C}" presName="parentTextArrow" presStyleLbl="node1" presStyleIdx="11" presStyleCnt="13" custLinFactNeighborX="281" custLinFactNeighborY="4377"/>
      <dgm:spPr/>
      <dgm:t>
        <a:bodyPr/>
        <a:lstStyle/>
        <a:p>
          <a:endParaRPr lang="en-US"/>
        </a:p>
      </dgm:t>
    </dgm:pt>
    <dgm:pt modelId="{41B0692D-737D-428F-92B3-BAC322DD4030}" type="pres">
      <dgm:prSet presAssocID="{48362716-2188-4A7F-A8E5-B4295D185438}" presName="sp" presStyleCnt="0"/>
      <dgm:spPr/>
    </dgm:pt>
    <dgm:pt modelId="{C98125AC-A28D-41B3-AFC8-489966BA40DF}" type="pres">
      <dgm:prSet presAssocID="{67530957-8072-4AE8-A418-0191F56A1503}" presName="arrowAndChildren" presStyleCnt="0"/>
      <dgm:spPr/>
    </dgm:pt>
    <dgm:pt modelId="{FE0EB884-4B73-4592-8156-BAB655215483}" type="pres">
      <dgm:prSet presAssocID="{67530957-8072-4AE8-A418-0191F56A1503}" presName="parentTextArrow" presStyleLbl="node1" presStyleIdx="12" presStyleCnt="13"/>
      <dgm:spPr/>
      <dgm:t>
        <a:bodyPr/>
        <a:lstStyle/>
        <a:p>
          <a:endParaRPr lang="en-US"/>
        </a:p>
      </dgm:t>
    </dgm:pt>
  </dgm:ptLst>
  <dgm:cxnLst>
    <dgm:cxn modelId="{9B2F5166-0D4A-4490-A1A2-29450D3C0ADC}" type="presOf" srcId="{41F4900D-D1F6-4757-B5B7-B802F7A86E8C}" destId="{6A656B22-550B-460F-B7DC-ABD819B2DA9D}" srcOrd="0" destOrd="0" presId="urn:microsoft.com/office/officeart/2005/8/layout/process4"/>
    <dgm:cxn modelId="{C7D5F159-C2AA-45E0-9C43-976D63B19922}" type="presOf" srcId="{900E3DC5-8A1B-488D-BFDF-F64F638B4709}" destId="{857A2AF6-E68A-4426-873F-E3FF61601A41}" srcOrd="0" destOrd="0" presId="urn:microsoft.com/office/officeart/2005/8/layout/process4"/>
    <dgm:cxn modelId="{73ED98EC-8D81-4386-8884-96ACE9BEA197}" srcId="{DEF4B1F6-EA00-48D9-9247-77CD1A033FB2}" destId="{C4DA1C72-D112-4BAD-8405-A4135E3201B3}" srcOrd="8" destOrd="0" parTransId="{33EFEF7B-2C2B-4A78-9B0B-8924A8B8F9F8}" sibTransId="{E93E8D98-51A3-476E-AB8B-45E1085A1C11}"/>
    <dgm:cxn modelId="{B16B9C58-2E28-4D77-9B1B-21CBF6BB2052}" srcId="{DEF4B1F6-EA00-48D9-9247-77CD1A033FB2}" destId="{FD6E643C-FDFD-4541-966A-BA6711142C21}" srcOrd="6" destOrd="0" parTransId="{0D14730C-03D0-44A2-8CCF-F48A4B68D649}" sibTransId="{3970D61A-5B68-46DE-ADE9-3694032BD543}"/>
    <dgm:cxn modelId="{F37201F7-0527-438F-BC09-BC3179F76332}" srcId="{DEF4B1F6-EA00-48D9-9247-77CD1A033FB2}" destId="{9FF7ED67-C6AD-44E0-AA48-3681670266EB}" srcOrd="2" destOrd="0" parTransId="{881A1151-C365-47AB-8AEF-0A6F6A99D82E}" sibTransId="{DB12A8E7-E84D-4AC4-9EEA-C44F3480CC4F}"/>
    <dgm:cxn modelId="{01255638-F422-45F8-9D9D-618ACB0B04A8}" type="presOf" srcId="{67530957-8072-4AE8-A418-0191F56A1503}" destId="{FE0EB884-4B73-4592-8156-BAB655215483}" srcOrd="0" destOrd="0" presId="urn:microsoft.com/office/officeart/2005/8/layout/process4"/>
    <dgm:cxn modelId="{40BC3050-2B77-40D5-95B4-33640A0A04D5}" srcId="{DEF4B1F6-EA00-48D9-9247-77CD1A033FB2}" destId="{289E3EED-4CFE-4434-9B5D-DC8174D6AA8C}" srcOrd="11" destOrd="0" parTransId="{F79DA7F1-A6C5-4EB4-A028-3C92944A8AFF}" sibTransId="{5B8F214E-0460-4861-9FC6-BCCF4FD1A95C}"/>
    <dgm:cxn modelId="{3DDA8F7C-5497-4CD3-86F9-2E450750D427}" type="presOf" srcId="{AD7A3A4D-5AB9-4F4F-9279-9C40A1380C14}" destId="{4C7B305A-8B53-4957-B498-9AA08BD4F809}" srcOrd="0" destOrd="0" presId="urn:microsoft.com/office/officeart/2005/8/layout/process4"/>
    <dgm:cxn modelId="{00903303-BBA6-4A18-8048-84E444B0BCC6}" type="presOf" srcId="{FD6E643C-FDFD-4541-966A-BA6711142C21}" destId="{4B1A4C2E-6C0A-4446-9400-59CC456D9F10}" srcOrd="0" destOrd="0" presId="urn:microsoft.com/office/officeart/2005/8/layout/process4"/>
    <dgm:cxn modelId="{8A2D0F2C-68B0-4B8B-BF45-C07AC77CE40E}" type="presOf" srcId="{805772F5-D093-40BC-A9FA-FE2D35299DCB}" destId="{BA6F211C-BD8C-4683-9322-D948C89492FB}" srcOrd="0" destOrd="0" presId="urn:microsoft.com/office/officeart/2005/8/layout/process4"/>
    <dgm:cxn modelId="{2A2D5362-A149-4014-9CBD-0E285F7D4ACD}" type="presOf" srcId="{4D8F4279-0442-4DA6-9B33-DFABBA97BDF2}" destId="{B6E3AE0D-4E58-4B94-9826-93420DD5A04F}" srcOrd="0" destOrd="0" presId="urn:microsoft.com/office/officeart/2005/8/layout/process4"/>
    <dgm:cxn modelId="{F64E958B-D982-4C75-9034-1879CD6B9F17}" srcId="{DEF4B1F6-EA00-48D9-9247-77CD1A033FB2}" destId="{94D71C6B-C0CF-4A92-8CFD-889F7673E7C3}" srcOrd="10" destOrd="0" parTransId="{23D376FD-2459-40B4-B855-D83F86EECDAA}" sibTransId="{2F358EF8-A24E-4782-810E-18AE136EB6D6}"/>
    <dgm:cxn modelId="{31C40919-0A4A-46A0-9499-BFE5726AB3F2}" srcId="{DEF4B1F6-EA00-48D9-9247-77CD1A033FB2}" destId="{E7FF22E1-F00A-4D0A-8F5A-10E7B5D11D51}" srcOrd="4" destOrd="0" parTransId="{A35BCBB6-AEE5-497E-9463-40074ED8FEFA}" sibTransId="{AF1D1630-0783-4936-8FCC-47C3CC835E2F}"/>
    <dgm:cxn modelId="{2EE6949E-77AE-438F-BC99-8B03B9272181}" type="presOf" srcId="{289E3EED-4CFE-4434-9B5D-DC8174D6AA8C}" destId="{3D1D94E8-2FA6-4DEE-A728-365011FA8DAE}" srcOrd="0" destOrd="0" presId="urn:microsoft.com/office/officeart/2005/8/layout/process4"/>
    <dgm:cxn modelId="{001F8BBE-F532-40AE-B87C-E867D3FA82B2}" type="presOf" srcId="{9FF7ED67-C6AD-44E0-AA48-3681670266EB}" destId="{5A64DC7B-4E33-4A4C-A82A-AC2D711B649F}" srcOrd="0" destOrd="0" presId="urn:microsoft.com/office/officeart/2005/8/layout/process4"/>
    <dgm:cxn modelId="{B28D305E-3753-401D-AB1E-27DD4EF64F23}" srcId="{DEF4B1F6-EA00-48D9-9247-77CD1A033FB2}" destId="{67530957-8072-4AE8-A418-0191F56A1503}" srcOrd="0" destOrd="0" parTransId="{763C3CC4-6077-4031-8BCE-38C739D15CBC}" sibTransId="{48362716-2188-4A7F-A8E5-B4295D185438}"/>
    <dgm:cxn modelId="{BCA112DF-759A-4F4D-B3E1-DF033C763887}" srcId="{DEF4B1F6-EA00-48D9-9247-77CD1A033FB2}" destId="{AD7A3A4D-5AB9-4F4F-9279-9C40A1380C14}" srcOrd="9" destOrd="0" parTransId="{6CB6F479-FBD3-4DFA-AB9D-59C387F4E12F}" sibTransId="{DC020DD2-ED41-44EC-9178-E172D7BE3BD6}"/>
    <dgm:cxn modelId="{4076A81A-1243-461A-AD45-3DD628813346}" type="presOf" srcId="{25834310-6CCB-4B58-8FE1-0B672A22044F}" destId="{E8997798-CDDD-4166-AED0-56A734338CDF}" srcOrd="0" destOrd="0" presId="urn:microsoft.com/office/officeart/2005/8/layout/process4"/>
    <dgm:cxn modelId="{D07F36A9-DBE3-4A0B-AE05-1EFCF085A59A}" type="presOf" srcId="{DEF4B1F6-EA00-48D9-9247-77CD1A033FB2}" destId="{3476770B-91E5-4487-910B-85AB35C9D84D}" srcOrd="0" destOrd="0" presId="urn:microsoft.com/office/officeart/2005/8/layout/process4"/>
    <dgm:cxn modelId="{1883A266-2B7F-4362-B9BB-39E5691B8982}" type="presOf" srcId="{C4DA1C72-D112-4BAD-8405-A4135E3201B3}" destId="{4199CCFC-51CE-4511-BF27-E75FF375D899}" srcOrd="0" destOrd="0" presId="urn:microsoft.com/office/officeart/2005/8/layout/process4"/>
    <dgm:cxn modelId="{A7044205-E17A-498B-BEBB-69CE0FCB5E5D}" srcId="{DEF4B1F6-EA00-48D9-9247-77CD1A033FB2}" destId="{25834310-6CCB-4B58-8FE1-0B672A22044F}" srcOrd="7" destOrd="0" parTransId="{35E3A2E6-C545-4732-9A29-240987D4043B}" sibTransId="{96C9EEC4-C058-47CB-8F55-A91F9214BF17}"/>
    <dgm:cxn modelId="{1C718023-4C19-4487-9622-3A1555A8125C}" srcId="{DEF4B1F6-EA00-48D9-9247-77CD1A033FB2}" destId="{805772F5-D093-40BC-A9FA-FE2D35299DCB}" srcOrd="12" destOrd="0" parTransId="{1D75ECE0-4ED1-4709-8731-1326D8BA82F2}" sibTransId="{A403D705-96FA-40DD-AECE-B1A5EBB3E359}"/>
    <dgm:cxn modelId="{629DA9E9-339E-4487-B1DA-2A8F591F40D6}" type="presOf" srcId="{94D71C6B-C0CF-4A92-8CFD-889F7673E7C3}" destId="{E11CF5D4-6C64-4AFD-9071-1EBFBD3CD44C}" srcOrd="0" destOrd="0" presId="urn:microsoft.com/office/officeart/2005/8/layout/process4"/>
    <dgm:cxn modelId="{BEFB1116-942B-44BC-8DB5-ED23F2628232}" srcId="{DEF4B1F6-EA00-48D9-9247-77CD1A033FB2}" destId="{4D8F4279-0442-4DA6-9B33-DFABBA97BDF2}" srcOrd="5" destOrd="0" parTransId="{5E3F171A-B8A5-4EBD-8B09-741A03DE89BB}" sibTransId="{04EE33BD-1B48-4015-9A09-A48E03E558AD}"/>
    <dgm:cxn modelId="{DBA3B1F7-DE7A-40EA-A286-FE128045931D}" srcId="{DEF4B1F6-EA00-48D9-9247-77CD1A033FB2}" destId="{41F4900D-D1F6-4757-B5B7-B802F7A86E8C}" srcOrd="1" destOrd="0" parTransId="{88F775A3-00E6-4635-AF0A-F4AAA9EB1903}" sibTransId="{E17DF93D-7083-4107-BBED-2B4D2D6D307D}"/>
    <dgm:cxn modelId="{53A278B7-7EDC-4AFC-A145-282AF848DDFF}" srcId="{DEF4B1F6-EA00-48D9-9247-77CD1A033FB2}" destId="{900E3DC5-8A1B-488D-BFDF-F64F638B4709}" srcOrd="3" destOrd="0" parTransId="{4FAD8550-AC97-4B25-A585-31A64902C799}" sibTransId="{B59E60FE-D93D-4AEF-8D3A-C2FC2F956A5F}"/>
    <dgm:cxn modelId="{5F3BCE72-0D86-4466-AE5C-4DD3A9EC26D5}" type="presOf" srcId="{E7FF22E1-F00A-4D0A-8F5A-10E7B5D11D51}" destId="{298C6327-4CB1-4E3B-AB3D-85028C57DA01}" srcOrd="0" destOrd="0" presId="urn:microsoft.com/office/officeart/2005/8/layout/process4"/>
    <dgm:cxn modelId="{152AD9C4-06D1-44E4-8E90-90A058DCEB8A}" type="presParOf" srcId="{3476770B-91E5-4487-910B-85AB35C9D84D}" destId="{27346DEE-C115-43D1-8655-AFEC3F817362}" srcOrd="0" destOrd="0" presId="urn:microsoft.com/office/officeart/2005/8/layout/process4"/>
    <dgm:cxn modelId="{72946C21-02A7-4958-9FB3-15CD57EA767A}" type="presParOf" srcId="{27346DEE-C115-43D1-8655-AFEC3F817362}" destId="{BA6F211C-BD8C-4683-9322-D948C89492FB}" srcOrd="0" destOrd="0" presId="urn:microsoft.com/office/officeart/2005/8/layout/process4"/>
    <dgm:cxn modelId="{22AA62CD-AF09-4661-BA39-F94D593DD26C}" type="presParOf" srcId="{3476770B-91E5-4487-910B-85AB35C9D84D}" destId="{9735DA6C-CCEA-41C5-9910-6E119EA5C135}" srcOrd="1" destOrd="0" presId="urn:microsoft.com/office/officeart/2005/8/layout/process4"/>
    <dgm:cxn modelId="{6705679F-0F93-4CE6-887C-38548AC4E5B3}" type="presParOf" srcId="{3476770B-91E5-4487-910B-85AB35C9D84D}" destId="{B6B3749A-64D3-4776-A6FF-894C9618564A}" srcOrd="2" destOrd="0" presId="urn:microsoft.com/office/officeart/2005/8/layout/process4"/>
    <dgm:cxn modelId="{1842180B-C3B3-4729-8A0E-34EBC1DBC569}" type="presParOf" srcId="{B6B3749A-64D3-4776-A6FF-894C9618564A}" destId="{3D1D94E8-2FA6-4DEE-A728-365011FA8DAE}" srcOrd="0" destOrd="0" presId="urn:microsoft.com/office/officeart/2005/8/layout/process4"/>
    <dgm:cxn modelId="{BA451DCE-C46D-4527-B611-DF12DEF2A5D2}" type="presParOf" srcId="{3476770B-91E5-4487-910B-85AB35C9D84D}" destId="{5E02271F-1247-4B00-96BB-90E44C3FCC56}" srcOrd="3" destOrd="0" presId="urn:microsoft.com/office/officeart/2005/8/layout/process4"/>
    <dgm:cxn modelId="{496ECD56-8101-42D0-AAF6-67D62479F7FB}" type="presParOf" srcId="{3476770B-91E5-4487-910B-85AB35C9D84D}" destId="{8EF3AC91-DD46-4220-9CC3-5BFD44E284BC}" srcOrd="4" destOrd="0" presId="urn:microsoft.com/office/officeart/2005/8/layout/process4"/>
    <dgm:cxn modelId="{410D97CD-A590-4C86-B56D-2183C4A20D53}" type="presParOf" srcId="{8EF3AC91-DD46-4220-9CC3-5BFD44E284BC}" destId="{E11CF5D4-6C64-4AFD-9071-1EBFBD3CD44C}" srcOrd="0" destOrd="0" presId="urn:microsoft.com/office/officeart/2005/8/layout/process4"/>
    <dgm:cxn modelId="{E18CC6B8-AD5E-4720-90AD-83CBF51ED3C1}" type="presParOf" srcId="{3476770B-91E5-4487-910B-85AB35C9D84D}" destId="{DA871BE4-E8BF-42FD-B240-05C2E06D32EC}" srcOrd="5" destOrd="0" presId="urn:microsoft.com/office/officeart/2005/8/layout/process4"/>
    <dgm:cxn modelId="{F9603F74-9E50-485F-9F38-308BDCBA6A8C}" type="presParOf" srcId="{3476770B-91E5-4487-910B-85AB35C9D84D}" destId="{7628EEAA-AE1C-4039-9C47-6B824D4BE951}" srcOrd="6" destOrd="0" presId="urn:microsoft.com/office/officeart/2005/8/layout/process4"/>
    <dgm:cxn modelId="{C5A18E95-2DFF-49E3-9780-833EC9927454}" type="presParOf" srcId="{7628EEAA-AE1C-4039-9C47-6B824D4BE951}" destId="{4C7B305A-8B53-4957-B498-9AA08BD4F809}" srcOrd="0" destOrd="0" presId="urn:microsoft.com/office/officeart/2005/8/layout/process4"/>
    <dgm:cxn modelId="{3E854DDA-4FBC-4A43-80B9-4C460F09BBCA}" type="presParOf" srcId="{3476770B-91E5-4487-910B-85AB35C9D84D}" destId="{026DDA99-101E-4B00-BB45-42E0F6DA120F}" srcOrd="7" destOrd="0" presId="urn:microsoft.com/office/officeart/2005/8/layout/process4"/>
    <dgm:cxn modelId="{158FDE47-5FEC-4711-A00B-A0C591FEF3D3}" type="presParOf" srcId="{3476770B-91E5-4487-910B-85AB35C9D84D}" destId="{6A6AA898-0998-4F96-83A9-FB604DB2FCAF}" srcOrd="8" destOrd="0" presId="urn:microsoft.com/office/officeart/2005/8/layout/process4"/>
    <dgm:cxn modelId="{90AF182B-BAE9-4A11-B148-E8B4085AB66B}" type="presParOf" srcId="{6A6AA898-0998-4F96-83A9-FB604DB2FCAF}" destId="{4199CCFC-51CE-4511-BF27-E75FF375D899}" srcOrd="0" destOrd="0" presId="urn:microsoft.com/office/officeart/2005/8/layout/process4"/>
    <dgm:cxn modelId="{33659EC4-421E-46D3-A455-20EF955881B8}" type="presParOf" srcId="{3476770B-91E5-4487-910B-85AB35C9D84D}" destId="{1D3C7C6D-C40A-43C7-9ACF-054B9B0404EA}" srcOrd="9" destOrd="0" presId="urn:microsoft.com/office/officeart/2005/8/layout/process4"/>
    <dgm:cxn modelId="{E2B50402-F59F-4E65-A7BA-9F7B4AE0BF44}" type="presParOf" srcId="{3476770B-91E5-4487-910B-85AB35C9D84D}" destId="{EE746E40-9F68-4FF1-8AD2-3BBB592DB845}" srcOrd="10" destOrd="0" presId="urn:microsoft.com/office/officeart/2005/8/layout/process4"/>
    <dgm:cxn modelId="{F2246C89-9D59-4834-AFB4-622FF85D96A3}" type="presParOf" srcId="{EE746E40-9F68-4FF1-8AD2-3BBB592DB845}" destId="{E8997798-CDDD-4166-AED0-56A734338CDF}" srcOrd="0" destOrd="0" presId="urn:microsoft.com/office/officeart/2005/8/layout/process4"/>
    <dgm:cxn modelId="{A908FDEB-8353-4B43-9ADA-D883101CB95E}" type="presParOf" srcId="{3476770B-91E5-4487-910B-85AB35C9D84D}" destId="{5350DB72-090B-46F4-A73B-6DA713729F43}" srcOrd="11" destOrd="0" presId="urn:microsoft.com/office/officeart/2005/8/layout/process4"/>
    <dgm:cxn modelId="{6C347407-8C00-4C5E-B8F3-24F6BAA78815}" type="presParOf" srcId="{3476770B-91E5-4487-910B-85AB35C9D84D}" destId="{B498A6F7-DE2F-476E-B61A-B84F088FEF73}" srcOrd="12" destOrd="0" presId="urn:microsoft.com/office/officeart/2005/8/layout/process4"/>
    <dgm:cxn modelId="{134104ED-C333-4153-A2EA-1684821FBBCE}" type="presParOf" srcId="{B498A6F7-DE2F-476E-B61A-B84F088FEF73}" destId="{4B1A4C2E-6C0A-4446-9400-59CC456D9F10}" srcOrd="0" destOrd="0" presId="urn:microsoft.com/office/officeart/2005/8/layout/process4"/>
    <dgm:cxn modelId="{74D365C1-AB14-474A-97F9-836D4E3DDF52}" type="presParOf" srcId="{3476770B-91E5-4487-910B-85AB35C9D84D}" destId="{FFDB9629-2B55-447D-A8CA-9707CB783CBD}" srcOrd="13" destOrd="0" presId="urn:microsoft.com/office/officeart/2005/8/layout/process4"/>
    <dgm:cxn modelId="{8A08B08D-C863-49FD-9B6D-8D66EF201AD4}" type="presParOf" srcId="{3476770B-91E5-4487-910B-85AB35C9D84D}" destId="{50DD2F28-B689-47EC-BF01-747B98D03B20}" srcOrd="14" destOrd="0" presId="urn:microsoft.com/office/officeart/2005/8/layout/process4"/>
    <dgm:cxn modelId="{093FAC2F-091B-4C67-860D-561DEC8BB082}" type="presParOf" srcId="{50DD2F28-B689-47EC-BF01-747B98D03B20}" destId="{B6E3AE0D-4E58-4B94-9826-93420DD5A04F}" srcOrd="0" destOrd="0" presId="urn:microsoft.com/office/officeart/2005/8/layout/process4"/>
    <dgm:cxn modelId="{4E2FBA61-B936-400C-BDCA-173AC27EA066}" type="presParOf" srcId="{3476770B-91E5-4487-910B-85AB35C9D84D}" destId="{D501FBF2-93D5-4C3B-9E1A-6D9DF12306E3}" srcOrd="15" destOrd="0" presId="urn:microsoft.com/office/officeart/2005/8/layout/process4"/>
    <dgm:cxn modelId="{A4E7158C-B659-418C-8656-A5324ECF9F3D}" type="presParOf" srcId="{3476770B-91E5-4487-910B-85AB35C9D84D}" destId="{C099E0F2-A5E4-4230-9D38-0BFC7259F1A9}" srcOrd="16" destOrd="0" presId="urn:microsoft.com/office/officeart/2005/8/layout/process4"/>
    <dgm:cxn modelId="{CBF6D0C7-CA6B-436C-ABFA-6BB87872F6B8}" type="presParOf" srcId="{C099E0F2-A5E4-4230-9D38-0BFC7259F1A9}" destId="{298C6327-4CB1-4E3B-AB3D-85028C57DA01}" srcOrd="0" destOrd="0" presId="urn:microsoft.com/office/officeart/2005/8/layout/process4"/>
    <dgm:cxn modelId="{FDDF0BB9-C44E-4192-8CEB-B5EECD482C93}" type="presParOf" srcId="{3476770B-91E5-4487-910B-85AB35C9D84D}" destId="{CB84B524-DEF4-4852-A0F3-37FCCA72EFF6}" srcOrd="17" destOrd="0" presId="urn:microsoft.com/office/officeart/2005/8/layout/process4"/>
    <dgm:cxn modelId="{9742C689-EADC-44F9-A9A5-3E317206B784}" type="presParOf" srcId="{3476770B-91E5-4487-910B-85AB35C9D84D}" destId="{34A4C15A-336F-4CFD-89FA-8A68A1F8B00C}" srcOrd="18" destOrd="0" presId="urn:microsoft.com/office/officeart/2005/8/layout/process4"/>
    <dgm:cxn modelId="{1CD2A759-913C-4CDB-86B5-E4A932B74725}" type="presParOf" srcId="{34A4C15A-336F-4CFD-89FA-8A68A1F8B00C}" destId="{857A2AF6-E68A-4426-873F-E3FF61601A41}" srcOrd="0" destOrd="0" presId="urn:microsoft.com/office/officeart/2005/8/layout/process4"/>
    <dgm:cxn modelId="{851F1557-FDC0-40C1-ADB5-E6084D4BAF94}" type="presParOf" srcId="{3476770B-91E5-4487-910B-85AB35C9D84D}" destId="{5795F4EC-5FE1-464A-A963-E4550E5C9C18}" srcOrd="19" destOrd="0" presId="urn:microsoft.com/office/officeart/2005/8/layout/process4"/>
    <dgm:cxn modelId="{986A974C-77D3-4D60-953E-D66EB77903E3}" type="presParOf" srcId="{3476770B-91E5-4487-910B-85AB35C9D84D}" destId="{B06AB8A3-9DCE-4A9B-B7D7-9BA265A9DC32}" srcOrd="20" destOrd="0" presId="urn:microsoft.com/office/officeart/2005/8/layout/process4"/>
    <dgm:cxn modelId="{A9D093B0-DD8A-4473-9A0D-9BD6D003887D}" type="presParOf" srcId="{B06AB8A3-9DCE-4A9B-B7D7-9BA265A9DC32}" destId="{5A64DC7B-4E33-4A4C-A82A-AC2D711B649F}" srcOrd="0" destOrd="0" presId="urn:microsoft.com/office/officeart/2005/8/layout/process4"/>
    <dgm:cxn modelId="{E0E036B1-2833-42FA-A3C7-F09B1966EFC6}" type="presParOf" srcId="{3476770B-91E5-4487-910B-85AB35C9D84D}" destId="{524E6EF0-3036-46F8-82C8-2FF319487D9E}" srcOrd="21" destOrd="0" presId="urn:microsoft.com/office/officeart/2005/8/layout/process4"/>
    <dgm:cxn modelId="{5D900164-70F4-4604-9104-1E360A0FF154}" type="presParOf" srcId="{3476770B-91E5-4487-910B-85AB35C9D84D}" destId="{94E43FA8-7D57-45E2-9932-6294AB308E87}" srcOrd="22" destOrd="0" presId="urn:microsoft.com/office/officeart/2005/8/layout/process4"/>
    <dgm:cxn modelId="{A2DF644F-E541-46A8-B998-5F9C0AC0AF67}" type="presParOf" srcId="{94E43FA8-7D57-45E2-9932-6294AB308E87}" destId="{6A656B22-550B-460F-B7DC-ABD819B2DA9D}" srcOrd="0" destOrd="0" presId="urn:microsoft.com/office/officeart/2005/8/layout/process4"/>
    <dgm:cxn modelId="{0E7BB82B-5D8A-4DA1-BDFC-2626D5665F9D}" type="presParOf" srcId="{3476770B-91E5-4487-910B-85AB35C9D84D}" destId="{41B0692D-737D-428F-92B3-BAC322DD4030}" srcOrd="23" destOrd="0" presId="urn:microsoft.com/office/officeart/2005/8/layout/process4"/>
    <dgm:cxn modelId="{5E6F01A3-725F-47A7-8201-B331DBDF21C0}" type="presParOf" srcId="{3476770B-91E5-4487-910B-85AB35C9D84D}" destId="{C98125AC-A28D-41B3-AFC8-489966BA40DF}" srcOrd="24" destOrd="0" presId="urn:microsoft.com/office/officeart/2005/8/layout/process4"/>
    <dgm:cxn modelId="{97C1DC17-C2BC-4CB1-B5D3-52030C6B418F}" type="presParOf" srcId="{C98125AC-A28D-41B3-AFC8-489966BA40DF}" destId="{FE0EB884-4B73-4592-8156-BAB65521548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0A007-4A69-400A-9D78-B2D3FCCEED48}">
      <dsp:nvSpPr>
        <dsp:cNvPr id="0" name=""/>
        <dsp:cNvSpPr/>
      </dsp:nvSpPr>
      <dsp:spPr>
        <a:xfrm>
          <a:off x="1948631" y="516429"/>
          <a:ext cx="5196961" cy="5196961"/>
        </a:xfrm>
        <a:prstGeom prst="blockArc">
          <a:avLst>
            <a:gd name="adj1" fmla="val 14026406"/>
            <a:gd name="adj2" fmla="val 16614537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9FE83B-4FAB-407F-9B87-0FFC3E561A9C}">
      <dsp:nvSpPr>
        <dsp:cNvPr id="0" name=""/>
        <dsp:cNvSpPr/>
      </dsp:nvSpPr>
      <dsp:spPr>
        <a:xfrm>
          <a:off x="1950017" y="515413"/>
          <a:ext cx="5196961" cy="5196961"/>
        </a:xfrm>
        <a:prstGeom prst="blockArc">
          <a:avLst>
            <a:gd name="adj1" fmla="val 12023719"/>
            <a:gd name="adj2" fmla="val 14024100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E79D33-B11E-41AF-8934-3A98135945D4}">
      <dsp:nvSpPr>
        <dsp:cNvPr id="0" name=""/>
        <dsp:cNvSpPr/>
      </dsp:nvSpPr>
      <dsp:spPr>
        <a:xfrm>
          <a:off x="1958084" y="493410"/>
          <a:ext cx="5196961" cy="5196961"/>
        </a:xfrm>
        <a:prstGeom prst="blockArc">
          <a:avLst>
            <a:gd name="adj1" fmla="val 9852824"/>
            <a:gd name="adj2" fmla="val 11992281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778D25-3F17-4185-86C3-591ABF463917}">
      <dsp:nvSpPr>
        <dsp:cNvPr id="0" name=""/>
        <dsp:cNvSpPr/>
      </dsp:nvSpPr>
      <dsp:spPr>
        <a:xfrm>
          <a:off x="1957806" y="492430"/>
          <a:ext cx="5196961" cy="5196961"/>
        </a:xfrm>
        <a:prstGeom prst="blockArc">
          <a:avLst>
            <a:gd name="adj1" fmla="val 7628082"/>
            <a:gd name="adj2" fmla="val 9851458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9B05FC-C110-42C1-BAFA-3F9AF3E033D5}">
      <dsp:nvSpPr>
        <dsp:cNvPr id="0" name=""/>
        <dsp:cNvSpPr/>
      </dsp:nvSpPr>
      <dsp:spPr>
        <a:xfrm>
          <a:off x="1918169" y="463011"/>
          <a:ext cx="5196961" cy="5196961"/>
        </a:xfrm>
        <a:prstGeom prst="blockArc">
          <a:avLst>
            <a:gd name="adj1" fmla="val 4814688"/>
            <a:gd name="adj2" fmla="val 7561861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C561E4-99FA-4B1F-B3C4-C4D6958E2ABC}">
      <dsp:nvSpPr>
        <dsp:cNvPr id="0" name=""/>
        <dsp:cNvSpPr/>
      </dsp:nvSpPr>
      <dsp:spPr>
        <a:xfrm>
          <a:off x="2699468" y="449573"/>
          <a:ext cx="5196961" cy="5196961"/>
        </a:xfrm>
        <a:prstGeom prst="blockArc">
          <a:avLst>
            <a:gd name="adj1" fmla="val 3386636"/>
            <a:gd name="adj2" fmla="val 5867067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EE6B0B-BB3B-44A0-A4E1-ECFEAA2CEC2A}">
      <dsp:nvSpPr>
        <dsp:cNvPr id="0" name=""/>
        <dsp:cNvSpPr/>
      </dsp:nvSpPr>
      <dsp:spPr>
        <a:xfrm>
          <a:off x="2483066" y="610109"/>
          <a:ext cx="5196961" cy="5196961"/>
        </a:xfrm>
        <a:prstGeom prst="blockArc">
          <a:avLst>
            <a:gd name="adj1" fmla="val 845781"/>
            <a:gd name="adj2" fmla="val 3025004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7EC3C8-E830-40F1-ADDC-1C05C6A1C3E4}">
      <dsp:nvSpPr>
        <dsp:cNvPr id="0" name=""/>
        <dsp:cNvSpPr/>
      </dsp:nvSpPr>
      <dsp:spPr>
        <a:xfrm>
          <a:off x="2527577" y="453974"/>
          <a:ext cx="5196961" cy="5196961"/>
        </a:xfrm>
        <a:prstGeom prst="blockArc">
          <a:avLst>
            <a:gd name="adj1" fmla="val 20741995"/>
            <a:gd name="adj2" fmla="val 1063619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3BD123-5ED6-420B-B534-68690BACE7EC}">
      <dsp:nvSpPr>
        <dsp:cNvPr id="0" name=""/>
        <dsp:cNvSpPr/>
      </dsp:nvSpPr>
      <dsp:spPr>
        <a:xfrm>
          <a:off x="2548218" y="530046"/>
          <a:ext cx="5196961" cy="5196961"/>
        </a:xfrm>
        <a:prstGeom prst="blockArc">
          <a:avLst>
            <a:gd name="adj1" fmla="val 18549444"/>
            <a:gd name="adj2" fmla="val 20636250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290E59-5968-462D-B24C-AC44135F2236}">
      <dsp:nvSpPr>
        <dsp:cNvPr id="0" name=""/>
        <dsp:cNvSpPr/>
      </dsp:nvSpPr>
      <dsp:spPr>
        <a:xfrm>
          <a:off x="2535742" y="519820"/>
          <a:ext cx="5196961" cy="5196961"/>
        </a:xfrm>
        <a:prstGeom prst="blockArc">
          <a:avLst>
            <a:gd name="adj1" fmla="val 15825176"/>
            <a:gd name="adj2" fmla="val 18571084"/>
            <a:gd name="adj3" fmla="val 276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05E7A9-B81B-4A10-AADA-67BCC278F4E0}">
      <dsp:nvSpPr>
        <dsp:cNvPr id="0" name=""/>
        <dsp:cNvSpPr/>
      </dsp:nvSpPr>
      <dsp:spPr>
        <a:xfrm>
          <a:off x="3616166" y="2221737"/>
          <a:ext cx="2451047" cy="182363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RESEARCH METHODOLOGY</a:t>
          </a:r>
        </a:p>
      </dsp:txBody>
      <dsp:txXfrm>
        <a:off x="3975114" y="2488802"/>
        <a:ext cx="1733151" cy="1289503"/>
      </dsp:txXfrm>
    </dsp:sp>
    <dsp:sp modelId="{0406FCC9-5044-47A4-9259-A61F2DBBFBF8}">
      <dsp:nvSpPr>
        <dsp:cNvPr id="0" name=""/>
        <dsp:cNvSpPr/>
      </dsp:nvSpPr>
      <dsp:spPr>
        <a:xfrm>
          <a:off x="4120414" y="72543"/>
          <a:ext cx="1469913" cy="99675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What is research?</a:t>
          </a:r>
        </a:p>
      </dsp:txBody>
      <dsp:txXfrm>
        <a:off x="4335678" y="218514"/>
        <a:ext cx="1039385" cy="704812"/>
      </dsp:txXfrm>
    </dsp:sp>
    <dsp:sp modelId="{0DFCEF7F-6042-45C0-B43A-DDD33AE816C2}">
      <dsp:nvSpPr>
        <dsp:cNvPr id="0" name=""/>
        <dsp:cNvSpPr/>
      </dsp:nvSpPr>
      <dsp:spPr>
        <a:xfrm>
          <a:off x="5868323" y="645835"/>
          <a:ext cx="1793071" cy="99123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Methodology</a:t>
          </a:r>
        </a:p>
      </dsp:txBody>
      <dsp:txXfrm>
        <a:off x="6130912" y="790998"/>
        <a:ext cx="1267893" cy="700906"/>
      </dsp:txXfrm>
    </dsp:sp>
    <dsp:sp modelId="{2BB509AA-5EB3-467E-BAB0-AA44ACD1E09C}">
      <dsp:nvSpPr>
        <dsp:cNvPr id="0" name=""/>
        <dsp:cNvSpPr/>
      </dsp:nvSpPr>
      <dsp:spPr>
        <a:xfrm>
          <a:off x="6967030" y="1890031"/>
          <a:ext cx="1284447" cy="105892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Objectives of Research</a:t>
          </a:r>
          <a:endParaRPr lang="en-IN" sz="1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7155133" y="2045107"/>
        <a:ext cx="908241" cy="748770"/>
      </dsp:txXfrm>
    </dsp:sp>
    <dsp:sp modelId="{C57FCB07-A381-4ABA-9C66-AA83B1BF673D}">
      <dsp:nvSpPr>
        <dsp:cNvPr id="0" name=""/>
        <dsp:cNvSpPr/>
      </dsp:nvSpPr>
      <dsp:spPr>
        <a:xfrm>
          <a:off x="6801560" y="3334342"/>
          <a:ext cx="1530835" cy="99675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Types of research</a:t>
          </a:r>
        </a:p>
      </dsp:txBody>
      <dsp:txXfrm>
        <a:off x="7025746" y="3480313"/>
        <a:ext cx="1082463" cy="704812"/>
      </dsp:txXfrm>
    </dsp:sp>
    <dsp:sp modelId="{920B0035-A643-47D9-8E94-CE8C10608524}">
      <dsp:nvSpPr>
        <dsp:cNvPr id="0" name=""/>
        <dsp:cNvSpPr/>
      </dsp:nvSpPr>
      <dsp:spPr>
        <a:xfrm>
          <a:off x="6076952" y="4685205"/>
          <a:ext cx="1274958" cy="99675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Good research</a:t>
          </a:r>
        </a:p>
      </dsp:txBody>
      <dsp:txXfrm>
        <a:off x="6263665" y="4831176"/>
        <a:ext cx="901532" cy="704812"/>
      </dsp:txXfrm>
    </dsp:sp>
    <dsp:sp modelId="{ABFDC926-52F5-43E7-BB68-A7A617669257}">
      <dsp:nvSpPr>
        <dsp:cNvPr id="0" name=""/>
        <dsp:cNvSpPr/>
      </dsp:nvSpPr>
      <dsp:spPr>
        <a:xfrm>
          <a:off x="4257396" y="5009407"/>
          <a:ext cx="1386914" cy="115525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Various stages of Research</a:t>
          </a:r>
          <a:endParaRPr lang="en-IN" sz="1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460505" y="5178591"/>
        <a:ext cx="980696" cy="816890"/>
      </dsp:txXfrm>
    </dsp:sp>
    <dsp:sp modelId="{56175051-FB25-4965-A92D-44C0ECB755F6}">
      <dsp:nvSpPr>
        <dsp:cNvPr id="0" name=""/>
        <dsp:cNvSpPr/>
      </dsp:nvSpPr>
      <dsp:spPr>
        <a:xfrm>
          <a:off x="2358704" y="4635484"/>
          <a:ext cx="1301133" cy="99675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Research Skills</a:t>
          </a:r>
          <a:endParaRPr lang="en-IN" sz="1400" b="1" kern="1200" dirty="0">
            <a:solidFill>
              <a:schemeClr val="tx1"/>
            </a:solidFill>
          </a:endParaRPr>
        </a:p>
      </dsp:txBody>
      <dsp:txXfrm>
        <a:off x="2549251" y="4781455"/>
        <a:ext cx="920039" cy="704812"/>
      </dsp:txXfrm>
    </dsp:sp>
    <dsp:sp modelId="{B056A5E2-B629-4344-97E8-1188C7275BBF}">
      <dsp:nvSpPr>
        <dsp:cNvPr id="0" name=""/>
        <dsp:cNvSpPr/>
      </dsp:nvSpPr>
      <dsp:spPr>
        <a:xfrm>
          <a:off x="1153954" y="3255153"/>
          <a:ext cx="1873330" cy="106778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Writing Technical Papers</a:t>
          </a:r>
          <a:endParaRPr lang="en-IN" sz="1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428297" y="3411526"/>
        <a:ext cx="1324644" cy="755037"/>
      </dsp:txXfrm>
    </dsp:sp>
    <dsp:sp modelId="{AE353A2D-C6BB-4F36-BD67-C31408978D45}">
      <dsp:nvSpPr>
        <dsp:cNvPr id="0" name=""/>
        <dsp:cNvSpPr/>
      </dsp:nvSpPr>
      <dsp:spPr>
        <a:xfrm>
          <a:off x="1243190" y="1722463"/>
          <a:ext cx="1806717" cy="99675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IN" sz="1400" b="1" i="0" u="none" strike="noStrike" kern="1200" cap="none" spc="0" normalizeH="0" baseline="0" noProof="0" dirty="0">
              <a:ln/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rPr>
            <a:t>Thesis Writing</a:t>
          </a:r>
          <a:endParaRPr lang="en-IN" sz="1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507778" y="1868434"/>
        <a:ext cx="1277541" cy="704812"/>
      </dsp:txXfrm>
    </dsp:sp>
    <dsp:sp modelId="{9F5E5C61-4A40-4E78-BC9E-6EB56852F8EB}">
      <dsp:nvSpPr>
        <dsp:cNvPr id="0" name=""/>
        <dsp:cNvSpPr/>
      </dsp:nvSpPr>
      <dsp:spPr>
        <a:xfrm>
          <a:off x="2366268" y="549320"/>
          <a:ext cx="1332800" cy="99675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Course Outcomes</a:t>
          </a:r>
        </a:p>
      </dsp:txBody>
      <dsp:txXfrm>
        <a:off x="2561452" y="695291"/>
        <a:ext cx="942432" cy="704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D25B2-8135-48F0-A86F-FEA14E7F972A}">
      <dsp:nvSpPr>
        <dsp:cNvPr id="0" name=""/>
        <dsp:cNvSpPr/>
      </dsp:nvSpPr>
      <dsp:spPr>
        <a:xfrm>
          <a:off x="7162237" y="3085"/>
          <a:ext cx="1786882" cy="9439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Based on Purpose</a:t>
          </a:r>
        </a:p>
      </dsp:txBody>
      <dsp:txXfrm>
        <a:off x="7189885" y="30733"/>
        <a:ext cx="1731586" cy="888671"/>
      </dsp:txXfrm>
    </dsp:sp>
    <dsp:sp modelId="{B55F6D7A-7A5B-4BB3-A684-D216FDD1C87F}">
      <dsp:nvSpPr>
        <dsp:cNvPr id="0" name=""/>
        <dsp:cNvSpPr/>
      </dsp:nvSpPr>
      <dsp:spPr>
        <a:xfrm>
          <a:off x="8583690" y="947053"/>
          <a:ext cx="186740" cy="536373"/>
        </a:xfrm>
        <a:custGeom>
          <a:avLst/>
          <a:gdLst/>
          <a:ahLst/>
          <a:cxnLst/>
          <a:rect l="0" t="0" r="0" b="0"/>
          <a:pathLst>
            <a:path>
              <a:moveTo>
                <a:pt x="186740" y="0"/>
              </a:moveTo>
              <a:lnTo>
                <a:pt x="186740" y="536373"/>
              </a:lnTo>
              <a:lnTo>
                <a:pt x="0" y="53637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2FFF9-37E3-40F8-A14F-76FF0BE00CE3}">
      <dsp:nvSpPr>
        <dsp:cNvPr id="0" name=""/>
        <dsp:cNvSpPr/>
      </dsp:nvSpPr>
      <dsp:spPr>
        <a:xfrm>
          <a:off x="7094443" y="1125844"/>
          <a:ext cx="1489247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Descriptive</a:t>
          </a:r>
        </a:p>
      </dsp:txBody>
      <dsp:txXfrm>
        <a:off x="7115389" y="1146790"/>
        <a:ext cx="1447355" cy="673272"/>
      </dsp:txXfrm>
    </dsp:sp>
    <dsp:sp modelId="{C8D09D22-0E22-4B48-BC19-35679440559C}">
      <dsp:nvSpPr>
        <dsp:cNvPr id="0" name=""/>
        <dsp:cNvSpPr/>
      </dsp:nvSpPr>
      <dsp:spPr>
        <a:xfrm>
          <a:off x="8573438" y="947053"/>
          <a:ext cx="196993" cy="1430329"/>
        </a:xfrm>
        <a:custGeom>
          <a:avLst/>
          <a:gdLst/>
          <a:ahLst/>
          <a:cxnLst/>
          <a:rect l="0" t="0" r="0" b="0"/>
          <a:pathLst>
            <a:path>
              <a:moveTo>
                <a:pt x="196993" y="0"/>
              </a:moveTo>
              <a:lnTo>
                <a:pt x="196993" y="1430329"/>
              </a:lnTo>
              <a:lnTo>
                <a:pt x="0" y="143032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9406EE-42C3-4DA1-8DDB-F13768A82CD1}">
      <dsp:nvSpPr>
        <dsp:cNvPr id="0" name=""/>
        <dsp:cNvSpPr/>
      </dsp:nvSpPr>
      <dsp:spPr>
        <a:xfrm>
          <a:off x="7094443" y="2019800"/>
          <a:ext cx="147899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Analytical</a:t>
          </a:r>
        </a:p>
      </dsp:txBody>
      <dsp:txXfrm>
        <a:off x="7115389" y="2040746"/>
        <a:ext cx="1437103" cy="673272"/>
      </dsp:txXfrm>
    </dsp:sp>
    <dsp:sp modelId="{2DD61D8F-4C75-48CB-8FCC-D3FB5A807702}">
      <dsp:nvSpPr>
        <dsp:cNvPr id="0" name=""/>
        <dsp:cNvSpPr/>
      </dsp:nvSpPr>
      <dsp:spPr>
        <a:xfrm>
          <a:off x="8582878" y="947053"/>
          <a:ext cx="187553" cy="2324285"/>
        </a:xfrm>
        <a:custGeom>
          <a:avLst/>
          <a:gdLst/>
          <a:ahLst/>
          <a:cxnLst/>
          <a:rect l="0" t="0" r="0" b="0"/>
          <a:pathLst>
            <a:path>
              <a:moveTo>
                <a:pt x="187553" y="0"/>
              </a:moveTo>
              <a:lnTo>
                <a:pt x="187553" y="2324285"/>
              </a:lnTo>
              <a:lnTo>
                <a:pt x="0" y="23242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C81569-8820-42C3-B3EA-5FCCB621B17A}">
      <dsp:nvSpPr>
        <dsp:cNvPr id="0" name=""/>
        <dsp:cNvSpPr/>
      </dsp:nvSpPr>
      <dsp:spPr>
        <a:xfrm>
          <a:off x="7094443" y="2913756"/>
          <a:ext cx="148843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Explanatory</a:t>
          </a:r>
        </a:p>
      </dsp:txBody>
      <dsp:txXfrm>
        <a:off x="7115389" y="2934702"/>
        <a:ext cx="1446543" cy="673272"/>
      </dsp:txXfrm>
    </dsp:sp>
    <dsp:sp modelId="{9CF80217-1FFB-49B1-B238-BA3036EBB099}">
      <dsp:nvSpPr>
        <dsp:cNvPr id="0" name=""/>
        <dsp:cNvSpPr/>
      </dsp:nvSpPr>
      <dsp:spPr>
        <a:xfrm>
          <a:off x="8573438" y="947053"/>
          <a:ext cx="196993" cy="3218241"/>
        </a:xfrm>
        <a:custGeom>
          <a:avLst/>
          <a:gdLst/>
          <a:ahLst/>
          <a:cxnLst/>
          <a:rect l="0" t="0" r="0" b="0"/>
          <a:pathLst>
            <a:path>
              <a:moveTo>
                <a:pt x="196993" y="0"/>
              </a:moveTo>
              <a:lnTo>
                <a:pt x="196993" y="3218241"/>
              </a:lnTo>
              <a:lnTo>
                <a:pt x="0" y="32182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CB11FF-0E72-4936-9569-D581C0B25B0E}">
      <dsp:nvSpPr>
        <dsp:cNvPr id="0" name=""/>
        <dsp:cNvSpPr/>
      </dsp:nvSpPr>
      <dsp:spPr>
        <a:xfrm>
          <a:off x="7094443" y="3807712"/>
          <a:ext cx="147899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Exploratory</a:t>
          </a:r>
        </a:p>
      </dsp:txBody>
      <dsp:txXfrm>
        <a:off x="7115389" y="3828658"/>
        <a:ext cx="1437103" cy="673272"/>
      </dsp:txXfrm>
    </dsp:sp>
    <dsp:sp modelId="{DBDF3653-894F-4D9E-B21D-B9C33987107A}">
      <dsp:nvSpPr>
        <dsp:cNvPr id="0" name=""/>
        <dsp:cNvSpPr/>
      </dsp:nvSpPr>
      <dsp:spPr>
        <a:xfrm>
          <a:off x="4725327" y="11131"/>
          <a:ext cx="2055183" cy="9400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Based on Method</a:t>
          </a:r>
        </a:p>
      </dsp:txBody>
      <dsp:txXfrm>
        <a:off x="4752860" y="38664"/>
        <a:ext cx="2000117" cy="884982"/>
      </dsp:txXfrm>
    </dsp:sp>
    <dsp:sp modelId="{0162FDA1-D177-49AE-A3B6-9FEF54E5FE9F}">
      <dsp:nvSpPr>
        <dsp:cNvPr id="0" name=""/>
        <dsp:cNvSpPr/>
      </dsp:nvSpPr>
      <dsp:spPr>
        <a:xfrm>
          <a:off x="6385565" y="951179"/>
          <a:ext cx="189427" cy="528328"/>
        </a:xfrm>
        <a:custGeom>
          <a:avLst/>
          <a:gdLst/>
          <a:ahLst/>
          <a:cxnLst/>
          <a:rect l="0" t="0" r="0" b="0"/>
          <a:pathLst>
            <a:path>
              <a:moveTo>
                <a:pt x="189427" y="0"/>
              </a:moveTo>
              <a:lnTo>
                <a:pt x="189427" y="528328"/>
              </a:lnTo>
              <a:lnTo>
                <a:pt x="0" y="5283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F8C6B4-32B7-4C85-A5E7-853203BD9EE4}">
      <dsp:nvSpPr>
        <dsp:cNvPr id="0" name=""/>
        <dsp:cNvSpPr/>
      </dsp:nvSpPr>
      <dsp:spPr>
        <a:xfrm>
          <a:off x="4752770" y="1121925"/>
          <a:ext cx="163279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Conceptual</a:t>
          </a:r>
        </a:p>
      </dsp:txBody>
      <dsp:txXfrm>
        <a:off x="4773716" y="1142871"/>
        <a:ext cx="1590903" cy="673272"/>
      </dsp:txXfrm>
    </dsp:sp>
    <dsp:sp modelId="{C84DDADD-E66F-4FE1-9A52-8E7E65E818D8}">
      <dsp:nvSpPr>
        <dsp:cNvPr id="0" name=""/>
        <dsp:cNvSpPr/>
      </dsp:nvSpPr>
      <dsp:spPr>
        <a:xfrm>
          <a:off x="6352553" y="951179"/>
          <a:ext cx="222439" cy="1422284"/>
        </a:xfrm>
        <a:custGeom>
          <a:avLst/>
          <a:gdLst/>
          <a:ahLst/>
          <a:cxnLst/>
          <a:rect l="0" t="0" r="0" b="0"/>
          <a:pathLst>
            <a:path>
              <a:moveTo>
                <a:pt x="222439" y="0"/>
              </a:moveTo>
              <a:lnTo>
                <a:pt x="222439" y="1422284"/>
              </a:lnTo>
              <a:lnTo>
                <a:pt x="0" y="142228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FAECD8-61C4-4FCB-BB12-4B12FBA90887}">
      <dsp:nvSpPr>
        <dsp:cNvPr id="0" name=""/>
        <dsp:cNvSpPr/>
      </dsp:nvSpPr>
      <dsp:spPr>
        <a:xfrm>
          <a:off x="4752770" y="2015881"/>
          <a:ext cx="1599783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Empirical</a:t>
          </a:r>
        </a:p>
      </dsp:txBody>
      <dsp:txXfrm>
        <a:off x="4773716" y="2036827"/>
        <a:ext cx="1557891" cy="673272"/>
      </dsp:txXfrm>
    </dsp:sp>
    <dsp:sp modelId="{10AE1777-41C3-45FD-A505-7B0630E8DAD1}">
      <dsp:nvSpPr>
        <dsp:cNvPr id="0" name=""/>
        <dsp:cNvSpPr/>
      </dsp:nvSpPr>
      <dsp:spPr>
        <a:xfrm>
          <a:off x="2567103" y="19527"/>
          <a:ext cx="1816733" cy="9382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Based on Approach to Inquiry</a:t>
          </a:r>
        </a:p>
      </dsp:txBody>
      <dsp:txXfrm>
        <a:off x="2594583" y="47007"/>
        <a:ext cx="1761773" cy="883286"/>
      </dsp:txXfrm>
    </dsp:sp>
    <dsp:sp modelId="{0D8CAB5B-1FEB-489C-8B77-068D306234B4}">
      <dsp:nvSpPr>
        <dsp:cNvPr id="0" name=""/>
        <dsp:cNvSpPr/>
      </dsp:nvSpPr>
      <dsp:spPr>
        <a:xfrm>
          <a:off x="4020489" y="957773"/>
          <a:ext cx="181673" cy="519932"/>
        </a:xfrm>
        <a:custGeom>
          <a:avLst/>
          <a:gdLst/>
          <a:ahLst/>
          <a:cxnLst/>
          <a:rect l="0" t="0" r="0" b="0"/>
          <a:pathLst>
            <a:path>
              <a:moveTo>
                <a:pt x="181673" y="0"/>
              </a:moveTo>
              <a:lnTo>
                <a:pt x="181673" y="519932"/>
              </a:lnTo>
              <a:lnTo>
                <a:pt x="0" y="51993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0B2FA2-35E0-4745-8068-E15061F21ADE}">
      <dsp:nvSpPr>
        <dsp:cNvPr id="0" name=""/>
        <dsp:cNvSpPr/>
      </dsp:nvSpPr>
      <dsp:spPr>
        <a:xfrm>
          <a:off x="2581623" y="1120122"/>
          <a:ext cx="143886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Quantitative</a:t>
          </a:r>
        </a:p>
      </dsp:txBody>
      <dsp:txXfrm>
        <a:off x="2602569" y="1141068"/>
        <a:ext cx="1396973" cy="673272"/>
      </dsp:txXfrm>
    </dsp:sp>
    <dsp:sp modelId="{ABADFD88-CC50-4F2B-87D7-4241774E85B3}">
      <dsp:nvSpPr>
        <dsp:cNvPr id="0" name=""/>
        <dsp:cNvSpPr/>
      </dsp:nvSpPr>
      <dsp:spPr>
        <a:xfrm>
          <a:off x="3977019" y="957773"/>
          <a:ext cx="225143" cy="1413888"/>
        </a:xfrm>
        <a:custGeom>
          <a:avLst/>
          <a:gdLst/>
          <a:ahLst/>
          <a:cxnLst/>
          <a:rect l="0" t="0" r="0" b="0"/>
          <a:pathLst>
            <a:path>
              <a:moveTo>
                <a:pt x="225143" y="0"/>
              </a:moveTo>
              <a:lnTo>
                <a:pt x="225143" y="1413888"/>
              </a:lnTo>
              <a:lnTo>
                <a:pt x="0" y="14138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FD5A7E-C000-46B3-8EC6-929B7C9B1547}">
      <dsp:nvSpPr>
        <dsp:cNvPr id="0" name=""/>
        <dsp:cNvSpPr/>
      </dsp:nvSpPr>
      <dsp:spPr>
        <a:xfrm>
          <a:off x="2581623" y="2014079"/>
          <a:ext cx="1395395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Qualitative</a:t>
          </a:r>
        </a:p>
      </dsp:txBody>
      <dsp:txXfrm>
        <a:off x="2602569" y="2035025"/>
        <a:ext cx="1353503" cy="673272"/>
      </dsp:txXfrm>
    </dsp:sp>
    <dsp:sp modelId="{D9AEA953-8560-4286-BF3B-1874499FC929}">
      <dsp:nvSpPr>
        <dsp:cNvPr id="0" name=""/>
        <dsp:cNvSpPr/>
      </dsp:nvSpPr>
      <dsp:spPr>
        <a:xfrm>
          <a:off x="117849" y="38114"/>
          <a:ext cx="2112697" cy="9754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1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1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Based on Applications of Findings</a:t>
          </a:r>
        </a:p>
      </dsp:txBody>
      <dsp:txXfrm>
        <a:off x="146418" y="66683"/>
        <a:ext cx="2055559" cy="918282"/>
      </dsp:txXfrm>
    </dsp:sp>
    <dsp:sp modelId="{7952449C-641B-4EBC-BBD0-E34CD373BB5D}">
      <dsp:nvSpPr>
        <dsp:cNvPr id="0" name=""/>
        <dsp:cNvSpPr/>
      </dsp:nvSpPr>
      <dsp:spPr>
        <a:xfrm>
          <a:off x="1745742" y="1013534"/>
          <a:ext cx="273534" cy="501344"/>
        </a:xfrm>
        <a:custGeom>
          <a:avLst/>
          <a:gdLst/>
          <a:ahLst/>
          <a:cxnLst/>
          <a:rect l="0" t="0" r="0" b="0"/>
          <a:pathLst>
            <a:path>
              <a:moveTo>
                <a:pt x="273534" y="0"/>
              </a:moveTo>
              <a:lnTo>
                <a:pt x="273534" y="501344"/>
              </a:lnTo>
              <a:lnTo>
                <a:pt x="0" y="5013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B12339-D73D-475A-9E45-0A08967C4BFF}">
      <dsp:nvSpPr>
        <dsp:cNvPr id="0" name=""/>
        <dsp:cNvSpPr/>
      </dsp:nvSpPr>
      <dsp:spPr>
        <a:xfrm>
          <a:off x="72210" y="1157297"/>
          <a:ext cx="1673531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Fundamental</a:t>
          </a:r>
        </a:p>
      </dsp:txBody>
      <dsp:txXfrm>
        <a:off x="93156" y="1178243"/>
        <a:ext cx="1631639" cy="673272"/>
      </dsp:txXfrm>
    </dsp:sp>
    <dsp:sp modelId="{04FA8AED-0424-4D24-89E8-298B7F38897C}">
      <dsp:nvSpPr>
        <dsp:cNvPr id="0" name=""/>
        <dsp:cNvSpPr/>
      </dsp:nvSpPr>
      <dsp:spPr>
        <a:xfrm>
          <a:off x="1786981" y="1013534"/>
          <a:ext cx="232295" cy="1395300"/>
        </a:xfrm>
        <a:custGeom>
          <a:avLst/>
          <a:gdLst/>
          <a:ahLst/>
          <a:cxnLst/>
          <a:rect l="0" t="0" r="0" b="0"/>
          <a:pathLst>
            <a:path>
              <a:moveTo>
                <a:pt x="232295" y="0"/>
              </a:moveTo>
              <a:lnTo>
                <a:pt x="232295" y="1395300"/>
              </a:lnTo>
              <a:lnTo>
                <a:pt x="0" y="139530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43645-8EB0-46EE-9048-580E5CD165E2}">
      <dsp:nvSpPr>
        <dsp:cNvPr id="0" name=""/>
        <dsp:cNvSpPr/>
      </dsp:nvSpPr>
      <dsp:spPr>
        <a:xfrm>
          <a:off x="72210" y="2051253"/>
          <a:ext cx="1714770" cy="715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>
              <a:latin typeface="Times New Roman" pitchFamily="18" charset="0"/>
              <a:cs typeface="Times New Roman" pitchFamily="18" charset="0"/>
            </a:rPr>
            <a:t>Applied</a:t>
          </a:r>
        </a:p>
      </dsp:txBody>
      <dsp:txXfrm>
        <a:off x="93156" y="2072199"/>
        <a:ext cx="1672878" cy="6732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31101-256B-4E14-94BE-75E2879A1ED2}">
      <dsp:nvSpPr>
        <dsp:cNvPr id="0" name=""/>
        <dsp:cNvSpPr/>
      </dsp:nvSpPr>
      <dsp:spPr>
        <a:xfrm>
          <a:off x="0" y="4349887"/>
          <a:ext cx="5104263" cy="720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Contribution made to the science and society</a:t>
          </a:r>
          <a:endParaRPr lang="en-IN" sz="2000" b="1" kern="1200" dirty="0">
            <a:solidFill>
              <a:schemeClr val="tx1"/>
            </a:solidFill>
          </a:endParaRPr>
        </a:p>
      </dsp:txBody>
      <dsp:txXfrm>
        <a:off x="0" y="4349887"/>
        <a:ext cx="5104263" cy="720486"/>
      </dsp:txXfrm>
    </dsp:sp>
    <dsp:sp modelId="{4F706A1E-EC9B-4808-952E-F4E65E7B3ED0}">
      <dsp:nvSpPr>
        <dsp:cNvPr id="0" name=""/>
        <dsp:cNvSpPr/>
      </dsp:nvSpPr>
      <dsp:spPr>
        <a:xfrm rot="10800000">
          <a:off x="0" y="3294346"/>
          <a:ext cx="5104263" cy="1108107"/>
        </a:xfrm>
        <a:prstGeom prst="upArrowCallout">
          <a:avLst/>
        </a:prstGeom>
        <a:solidFill>
          <a:schemeClr val="accent4">
            <a:hueOff val="-41384"/>
            <a:satOff val="6015"/>
            <a:lumOff val="-4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Book published</a:t>
          </a:r>
          <a:endParaRPr lang="en-IN" sz="2000" b="1" kern="1200" dirty="0">
            <a:solidFill>
              <a:schemeClr val="tx1"/>
            </a:solidFill>
          </a:endParaRPr>
        </a:p>
      </dsp:txBody>
      <dsp:txXfrm rot="10800000">
        <a:off x="0" y="3294346"/>
        <a:ext cx="5104263" cy="720015"/>
      </dsp:txXfrm>
    </dsp:sp>
    <dsp:sp modelId="{83270881-D617-4047-A4EE-E3CB0196F8C3}">
      <dsp:nvSpPr>
        <dsp:cNvPr id="0" name=""/>
        <dsp:cNvSpPr/>
      </dsp:nvSpPr>
      <dsp:spPr>
        <a:xfrm rot="10800000">
          <a:off x="0" y="2197045"/>
          <a:ext cx="5104263" cy="1108107"/>
        </a:xfrm>
        <a:prstGeom prst="upArrowCallout">
          <a:avLst/>
        </a:prstGeom>
        <a:solidFill>
          <a:schemeClr val="accent4">
            <a:hueOff val="-82768"/>
            <a:satOff val="12029"/>
            <a:lumOff val="-98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Project completed</a:t>
          </a:r>
          <a:endParaRPr lang="en-IN" sz="2000" b="1" kern="1200" dirty="0">
            <a:solidFill>
              <a:schemeClr val="tx1"/>
            </a:solidFill>
          </a:endParaRPr>
        </a:p>
      </dsp:txBody>
      <dsp:txXfrm rot="10800000">
        <a:off x="0" y="2197045"/>
        <a:ext cx="5104263" cy="720015"/>
      </dsp:txXfrm>
    </dsp:sp>
    <dsp:sp modelId="{FF9C3C3B-5EC8-4DA4-8136-54F0DAF488E5}">
      <dsp:nvSpPr>
        <dsp:cNvPr id="0" name=""/>
        <dsp:cNvSpPr/>
      </dsp:nvSpPr>
      <dsp:spPr>
        <a:xfrm rot="10800000">
          <a:off x="0" y="1099745"/>
          <a:ext cx="5104263" cy="1108107"/>
        </a:xfrm>
        <a:prstGeom prst="upArrowCallout">
          <a:avLst/>
        </a:prstGeom>
        <a:solidFill>
          <a:schemeClr val="accent4">
            <a:hueOff val="-124151"/>
            <a:satOff val="18044"/>
            <a:lumOff val="-1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No. of citations of the publications</a:t>
          </a:r>
          <a:endParaRPr lang="en-IN" sz="2000" b="1" kern="1200" dirty="0">
            <a:solidFill>
              <a:schemeClr val="tx1"/>
            </a:solidFill>
          </a:endParaRPr>
        </a:p>
      </dsp:txBody>
      <dsp:txXfrm rot="10800000">
        <a:off x="0" y="1099745"/>
        <a:ext cx="5104263" cy="720015"/>
      </dsp:txXfrm>
    </dsp:sp>
    <dsp:sp modelId="{509CFB5B-9F3A-4389-8FBA-8FFC9543A58C}">
      <dsp:nvSpPr>
        <dsp:cNvPr id="0" name=""/>
        <dsp:cNvSpPr/>
      </dsp:nvSpPr>
      <dsp:spPr>
        <a:xfrm rot="10800000">
          <a:off x="0" y="2444"/>
          <a:ext cx="5104263" cy="1108107"/>
        </a:xfrm>
        <a:prstGeom prst="upArrowCallout">
          <a:avLst/>
        </a:prstGeom>
        <a:solidFill>
          <a:schemeClr val="accent4">
            <a:hueOff val="-165535"/>
            <a:satOff val="24059"/>
            <a:lumOff val="-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Quality of research publications</a:t>
          </a:r>
          <a:endParaRPr lang="en-IN" sz="2000" b="1" kern="1200" dirty="0">
            <a:solidFill>
              <a:schemeClr val="tx1"/>
            </a:solidFill>
          </a:endParaRPr>
        </a:p>
      </dsp:txBody>
      <dsp:txXfrm rot="10800000">
        <a:off x="0" y="2444"/>
        <a:ext cx="5104263" cy="7200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0EC5D-A14C-4F2C-BD0B-4531D5D5B561}">
      <dsp:nvSpPr>
        <dsp:cNvPr id="0" name=""/>
        <dsp:cNvSpPr/>
      </dsp:nvSpPr>
      <dsp:spPr>
        <a:xfrm>
          <a:off x="1206489" y="0"/>
          <a:ext cx="1947375" cy="16559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762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Selection of Research topic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1491675" y="242508"/>
        <a:ext cx="1377003" cy="1170930"/>
      </dsp:txXfrm>
    </dsp:sp>
    <dsp:sp modelId="{989842EC-CFD9-46D8-82B7-FCE42BC3B599}">
      <dsp:nvSpPr>
        <dsp:cNvPr id="0" name=""/>
        <dsp:cNvSpPr/>
      </dsp:nvSpPr>
      <dsp:spPr>
        <a:xfrm rot="10794981">
          <a:off x="2076666" y="1708834"/>
          <a:ext cx="209756" cy="111170"/>
        </a:xfrm>
        <a:prstGeom prst="triangl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6F046-C6B4-49F1-BFFE-1672D871AC5C}">
      <dsp:nvSpPr>
        <dsp:cNvPr id="0" name=""/>
        <dsp:cNvSpPr/>
      </dsp:nvSpPr>
      <dsp:spPr>
        <a:xfrm>
          <a:off x="1273522" y="1866601"/>
          <a:ext cx="1818570" cy="1527147"/>
        </a:xfrm>
        <a:prstGeom prst="ellipse">
          <a:avLst/>
        </a:prstGeom>
        <a:solidFill>
          <a:schemeClr val="accent4">
            <a:hueOff val="-18393"/>
            <a:satOff val="2673"/>
            <a:lumOff val="-218"/>
            <a:alphaOff val="0"/>
          </a:schemeClr>
        </a:solidFill>
        <a:ln w="762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Definition of a research problem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1539845" y="2090247"/>
        <a:ext cx="1285924" cy="1079855"/>
      </dsp:txXfrm>
    </dsp:sp>
    <dsp:sp modelId="{84100F4E-D0EF-40ED-9F9C-806E95379424}">
      <dsp:nvSpPr>
        <dsp:cNvPr id="0" name=""/>
        <dsp:cNvSpPr/>
      </dsp:nvSpPr>
      <dsp:spPr>
        <a:xfrm rot="10800000">
          <a:off x="2077930" y="3446188"/>
          <a:ext cx="209756" cy="111170"/>
        </a:xfrm>
        <a:prstGeom prst="triangle">
          <a:avLst/>
        </a:prstGeom>
        <a:solidFill>
          <a:schemeClr val="accent4">
            <a:hueOff val="-20692"/>
            <a:satOff val="3007"/>
            <a:lumOff val="-2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664BF-FA0D-490E-A7F9-50895542EF0A}">
      <dsp:nvSpPr>
        <dsp:cNvPr id="0" name=""/>
        <dsp:cNvSpPr/>
      </dsp:nvSpPr>
      <dsp:spPr>
        <a:xfrm>
          <a:off x="1413424" y="3603505"/>
          <a:ext cx="1538768" cy="1431907"/>
        </a:xfrm>
        <a:prstGeom prst="ellipse">
          <a:avLst/>
        </a:prstGeom>
        <a:solidFill>
          <a:schemeClr val="accent4">
            <a:hueOff val="-36786"/>
            <a:satOff val="5346"/>
            <a:lumOff val="-436"/>
            <a:alphaOff val="0"/>
          </a:schemeClr>
        </a:solidFill>
        <a:ln w="762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Literature survey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1638771" y="3813203"/>
        <a:ext cx="1088074" cy="1012511"/>
      </dsp:txXfrm>
    </dsp:sp>
    <dsp:sp modelId="{4D028466-92A0-4409-9A7B-23A4D98EB1E8}">
      <dsp:nvSpPr>
        <dsp:cNvPr id="0" name=""/>
        <dsp:cNvSpPr/>
      </dsp:nvSpPr>
      <dsp:spPr>
        <a:xfrm rot="5461518">
          <a:off x="3102504" y="4282210"/>
          <a:ext cx="209756" cy="111170"/>
        </a:xfrm>
        <a:prstGeom prst="triangle">
          <a:avLst/>
        </a:prstGeom>
        <a:solidFill>
          <a:schemeClr val="accent4">
            <a:hueOff val="-41384"/>
            <a:satOff val="6015"/>
            <a:lumOff val="-4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32CE0-76B5-4354-A2D8-7E695593295F}">
      <dsp:nvSpPr>
        <dsp:cNvPr id="0" name=""/>
        <dsp:cNvSpPr/>
      </dsp:nvSpPr>
      <dsp:spPr>
        <a:xfrm>
          <a:off x="3456147" y="3682145"/>
          <a:ext cx="1847399" cy="1353267"/>
        </a:xfrm>
        <a:prstGeom prst="ellipse">
          <a:avLst/>
        </a:prstGeom>
        <a:solidFill>
          <a:schemeClr val="accent4">
            <a:hueOff val="-55178"/>
            <a:satOff val="8020"/>
            <a:lumOff val="-654"/>
            <a:alphaOff val="0"/>
          </a:schemeClr>
        </a:solidFill>
        <a:ln w="76200" cap="flat" cmpd="sng" algn="ctr">
          <a:solidFill>
            <a:srgbClr val="7030A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Assessment of current status of the topic chosen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3726692" y="3880326"/>
        <a:ext cx="1306309" cy="956905"/>
      </dsp:txXfrm>
    </dsp:sp>
    <dsp:sp modelId="{775411AF-1E8A-4B63-9834-D046A5434F9D}">
      <dsp:nvSpPr>
        <dsp:cNvPr id="0" name=""/>
        <dsp:cNvSpPr/>
      </dsp:nvSpPr>
      <dsp:spPr>
        <a:xfrm>
          <a:off x="4274969" y="3518535"/>
          <a:ext cx="209756" cy="111170"/>
        </a:xfrm>
        <a:prstGeom prst="triangle">
          <a:avLst/>
        </a:prstGeom>
        <a:solidFill>
          <a:schemeClr val="accent4">
            <a:hueOff val="-62076"/>
            <a:satOff val="9022"/>
            <a:lumOff val="-73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4B81E-C0C9-448E-8841-6FF41B9D467E}">
      <dsp:nvSpPr>
        <dsp:cNvPr id="0" name=""/>
        <dsp:cNvSpPr/>
      </dsp:nvSpPr>
      <dsp:spPr>
        <a:xfrm>
          <a:off x="3488200" y="2014275"/>
          <a:ext cx="1783294" cy="1458113"/>
        </a:xfrm>
        <a:prstGeom prst="ellipse">
          <a:avLst/>
        </a:prstGeom>
        <a:solidFill>
          <a:schemeClr val="accent4">
            <a:hueOff val="-73571"/>
            <a:satOff val="10693"/>
            <a:lumOff val="-872"/>
            <a:alphaOff val="0"/>
          </a:schemeClr>
        </a:solidFill>
        <a:ln w="76200" cap="flat" cmpd="sng" algn="ctr">
          <a:solidFill>
            <a:schemeClr val="accent3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Formulation of  hypotheses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3749357" y="2227811"/>
        <a:ext cx="1260980" cy="1031041"/>
      </dsp:txXfrm>
    </dsp:sp>
    <dsp:sp modelId="{D6FC6E77-1244-484D-A2A3-60D3C6A84E93}">
      <dsp:nvSpPr>
        <dsp:cNvPr id="0" name=""/>
        <dsp:cNvSpPr/>
      </dsp:nvSpPr>
      <dsp:spPr>
        <a:xfrm>
          <a:off x="4274969" y="1850666"/>
          <a:ext cx="209756" cy="111170"/>
        </a:xfrm>
        <a:prstGeom prst="triangle">
          <a:avLst/>
        </a:prstGeom>
        <a:solidFill>
          <a:schemeClr val="accent4">
            <a:hueOff val="-82768"/>
            <a:satOff val="12029"/>
            <a:lumOff val="-98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684A0-62B8-4F1D-A9D0-C9F56F15C94A}">
      <dsp:nvSpPr>
        <dsp:cNvPr id="0" name=""/>
        <dsp:cNvSpPr/>
      </dsp:nvSpPr>
      <dsp:spPr>
        <a:xfrm>
          <a:off x="3490732" y="104762"/>
          <a:ext cx="1778229" cy="1699757"/>
        </a:xfrm>
        <a:prstGeom prst="ellipse">
          <a:avLst/>
        </a:prstGeom>
        <a:solidFill>
          <a:schemeClr val="accent4">
            <a:hueOff val="-91964"/>
            <a:satOff val="13366"/>
            <a:lumOff val="-1089"/>
            <a:alphaOff val="0"/>
          </a:schemeClr>
        </a:solidFill>
        <a:ln w="76200" cap="flat" cmpd="sng" algn="ctr">
          <a:solidFill>
            <a:srgbClr val="FFC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Research Design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3751148" y="353686"/>
        <a:ext cx="1257397" cy="1201909"/>
      </dsp:txXfrm>
    </dsp:sp>
    <dsp:sp modelId="{1F534E35-7A41-459E-B897-262D1B33B5B4}">
      <dsp:nvSpPr>
        <dsp:cNvPr id="0" name=""/>
        <dsp:cNvSpPr/>
      </dsp:nvSpPr>
      <dsp:spPr>
        <a:xfrm rot="5273727">
          <a:off x="5367405" y="858910"/>
          <a:ext cx="209756" cy="111170"/>
        </a:xfrm>
        <a:prstGeom prst="triangle">
          <a:avLst/>
        </a:prstGeom>
        <a:solidFill>
          <a:schemeClr val="accent4">
            <a:hueOff val="-103459"/>
            <a:satOff val="15037"/>
            <a:lumOff val="-12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258BA-A18E-4A8E-8311-54B54D70D927}">
      <dsp:nvSpPr>
        <dsp:cNvPr id="0" name=""/>
        <dsp:cNvSpPr/>
      </dsp:nvSpPr>
      <dsp:spPr>
        <a:xfrm>
          <a:off x="5669092" y="104762"/>
          <a:ext cx="1834172" cy="1537601"/>
        </a:xfrm>
        <a:prstGeom prst="ellipse">
          <a:avLst/>
        </a:prstGeom>
        <a:solidFill>
          <a:schemeClr val="accent4">
            <a:hueOff val="-110357"/>
            <a:satOff val="16039"/>
            <a:lumOff val="-1307"/>
            <a:alphaOff val="0"/>
          </a:schemeClr>
        </a:solidFill>
        <a:ln w="76200" cap="flat" cmpd="sng" algn="ctr">
          <a:solidFill>
            <a:schemeClr val="bg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Actual Investigation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5937700" y="329938"/>
        <a:ext cx="1296956" cy="1087249"/>
      </dsp:txXfrm>
    </dsp:sp>
    <dsp:sp modelId="{F6FECA51-244A-4048-950F-08180B7DAF82}">
      <dsp:nvSpPr>
        <dsp:cNvPr id="0" name=""/>
        <dsp:cNvSpPr/>
      </dsp:nvSpPr>
      <dsp:spPr>
        <a:xfrm rot="10800000">
          <a:off x="6481301" y="1694802"/>
          <a:ext cx="209756" cy="111170"/>
        </a:xfrm>
        <a:prstGeom prst="triangle">
          <a:avLst/>
        </a:prstGeom>
        <a:solidFill>
          <a:schemeClr val="accent4">
            <a:hueOff val="-124151"/>
            <a:satOff val="18044"/>
            <a:lumOff val="-1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593E8-5E77-4417-9935-7A537A0EC94D}">
      <dsp:nvSpPr>
        <dsp:cNvPr id="0" name=""/>
        <dsp:cNvSpPr/>
      </dsp:nvSpPr>
      <dsp:spPr>
        <a:xfrm>
          <a:off x="5848352" y="1852119"/>
          <a:ext cx="1475654" cy="1429560"/>
        </a:xfrm>
        <a:prstGeom prst="ellipse">
          <a:avLst/>
        </a:prstGeom>
        <a:solidFill>
          <a:schemeClr val="accent4">
            <a:hueOff val="-128750"/>
            <a:satOff val="18713"/>
            <a:lumOff val="-1525"/>
            <a:alphaOff val="0"/>
          </a:schemeClr>
        </a:solidFill>
        <a:ln w="762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Data analysis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6064457" y="2061473"/>
        <a:ext cx="1043444" cy="1010852"/>
      </dsp:txXfrm>
    </dsp:sp>
    <dsp:sp modelId="{0B2D3E15-C4D6-4DC9-A4F9-834E0AC4DEF3}">
      <dsp:nvSpPr>
        <dsp:cNvPr id="0" name=""/>
        <dsp:cNvSpPr/>
      </dsp:nvSpPr>
      <dsp:spPr>
        <a:xfrm rot="10800000">
          <a:off x="6481301" y="3334118"/>
          <a:ext cx="209756" cy="111170"/>
        </a:xfrm>
        <a:prstGeom prst="triangle">
          <a:avLst/>
        </a:prstGeom>
        <a:solidFill>
          <a:schemeClr val="accent4">
            <a:hueOff val="-144843"/>
            <a:satOff val="21052"/>
            <a:lumOff val="-171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9DFDD-5CFA-475E-ACE7-27148B53042D}">
      <dsp:nvSpPr>
        <dsp:cNvPr id="0" name=""/>
        <dsp:cNvSpPr/>
      </dsp:nvSpPr>
      <dsp:spPr>
        <a:xfrm>
          <a:off x="5603198" y="3491436"/>
          <a:ext cx="1965961" cy="1850845"/>
        </a:xfrm>
        <a:prstGeom prst="ellipse">
          <a:avLst/>
        </a:prstGeom>
        <a:solidFill>
          <a:schemeClr val="accent4">
            <a:hueOff val="-147142"/>
            <a:satOff val="21386"/>
            <a:lumOff val="-1743"/>
            <a:alphaOff val="0"/>
          </a:schemeClr>
        </a:solidFill>
        <a:ln w="762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Interpretation of result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5891106" y="3762486"/>
        <a:ext cx="1390145" cy="1308745"/>
      </dsp:txXfrm>
    </dsp:sp>
    <dsp:sp modelId="{0CAC5111-0F4E-49B0-B2B9-402F3B08126D}">
      <dsp:nvSpPr>
        <dsp:cNvPr id="0" name=""/>
        <dsp:cNvSpPr/>
      </dsp:nvSpPr>
      <dsp:spPr>
        <a:xfrm rot="5321196">
          <a:off x="7667222" y="4334083"/>
          <a:ext cx="209756" cy="111170"/>
        </a:xfrm>
        <a:prstGeom prst="triangle">
          <a:avLst/>
        </a:prstGeom>
        <a:solidFill>
          <a:schemeClr val="accent4">
            <a:hueOff val="-165535"/>
            <a:satOff val="24059"/>
            <a:lumOff val="-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66FE8-CDB6-4732-AC19-6BF8F6450E5D}">
      <dsp:nvSpPr>
        <dsp:cNvPr id="0" name=""/>
        <dsp:cNvSpPr/>
      </dsp:nvSpPr>
      <dsp:spPr>
        <a:xfrm>
          <a:off x="7968727" y="3687228"/>
          <a:ext cx="1641478" cy="1358230"/>
        </a:xfrm>
        <a:prstGeom prst="ellipse">
          <a:avLst/>
        </a:prstGeom>
        <a:solidFill>
          <a:schemeClr val="accent4">
            <a:hueOff val="-165535"/>
            <a:satOff val="24059"/>
            <a:lumOff val="-1961"/>
            <a:alphaOff val="0"/>
          </a:schemeClr>
        </a:solidFill>
        <a:ln w="76200" cap="flat" cmpd="sng" algn="ctr">
          <a:solidFill>
            <a:srgbClr val="FFC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Report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8209116" y="3886136"/>
        <a:ext cx="1160700" cy="9604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8B4CDF-9C73-4449-8E06-0561B15F8CAE}">
      <dsp:nvSpPr>
        <dsp:cNvPr id="0" name=""/>
        <dsp:cNvSpPr/>
      </dsp:nvSpPr>
      <dsp:spPr>
        <a:xfrm rot="5400000">
          <a:off x="5691288" y="-2306944"/>
          <a:ext cx="763834" cy="571595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Comprehension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Creative thinking</a:t>
          </a:r>
        </a:p>
      </dsp:txBody>
      <dsp:txXfrm rot="-5400000">
        <a:off x="3215227" y="206404"/>
        <a:ext cx="5678671" cy="689260"/>
      </dsp:txXfrm>
    </dsp:sp>
    <dsp:sp modelId="{3706B2B0-2471-4289-A0B4-9F48984755B3}">
      <dsp:nvSpPr>
        <dsp:cNvPr id="0" name=""/>
        <dsp:cNvSpPr/>
      </dsp:nvSpPr>
      <dsp:spPr>
        <a:xfrm>
          <a:off x="0" y="1240"/>
          <a:ext cx="3215226" cy="1099587"/>
        </a:xfrm>
        <a:prstGeom prst="roundRect">
          <a:avLst/>
        </a:prstGeom>
        <a:solidFill>
          <a:srgbClr val="DBB7FF">
            <a:alpha val="89804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18900000" algn="b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Thinking</a:t>
          </a:r>
          <a:endParaRPr lang="en-IN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53677" y="54917"/>
        <a:ext cx="3107872" cy="992233"/>
      </dsp:txXfrm>
    </dsp:sp>
    <dsp:sp modelId="{8A1FE1C8-5715-443E-8A4D-0B05C41FC53E}">
      <dsp:nvSpPr>
        <dsp:cNvPr id="0" name=""/>
        <dsp:cNvSpPr/>
      </dsp:nvSpPr>
      <dsp:spPr>
        <a:xfrm rot="5400000">
          <a:off x="5697224" y="-1234808"/>
          <a:ext cx="763834" cy="572154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Literature Search</a:t>
          </a:r>
        </a:p>
      </dsp:txBody>
      <dsp:txXfrm rot="-5400000">
        <a:off x="3218369" y="1281334"/>
        <a:ext cx="5684258" cy="689260"/>
      </dsp:txXfrm>
    </dsp:sp>
    <dsp:sp modelId="{62620247-9C03-4B78-A98F-0D15895EF207}">
      <dsp:nvSpPr>
        <dsp:cNvPr id="0" name=""/>
        <dsp:cNvSpPr/>
      </dsp:nvSpPr>
      <dsp:spPr>
        <a:xfrm>
          <a:off x="0" y="1148567"/>
          <a:ext cx="3218369" cy="954793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Problem-Finding</a:t>
          </a:r>
        </a:p>
      </dsp:txBody>
      <dsp:txXfrm>
        <a:off x="46609" y="1195176"/>
        <a:ext cx="3125151" cy="861575"/>
      </dsp:txXfrm>
    </dsp:sp>
    <dsp:sp modelId="{30B86FAA-9630-45F1-9DA7-7080F338055D}">
      <dsp:nvSpPr>
        <dsp:cNvPr id="0" name=""/>
        <dsp:cNvSpPr/>
      </dsp:nvSpPr>
      <dsp:spPr>
        <a:xfrm rot="5400000">
          <a:off x="5697224" y="-232275"/>
          <a:ext cx="763834" cy="572154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Oral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Written</a:t>
          </a:r>
        </a:p>
      </dsp:txBody>
      <dsp:txXfrm rot="-5400000">
        <a:off x="3218369" y="2283867"/>
        <a:ext cx="5684258" cy="689260"/>
      </dsp:txXfrm>
    </dsp:sp>
    <dsp:sp modelId="{3CBD389D-5B1D-47F9-9983-84557EE4A8C3}">
      <dsp:nvSpPr>
        <dsp:cNvPr id="0" name=""/>
        <dsp:cNvSpPr/>
      </dsp:nvSpPr>
      <dsp:spPr>
        <a:xfrm>
          <a:off x="0" y="2151100"/>
          <a:ext cx="3218369" cy="954793"/>
        </a:xfrm>
        <a:prstGeom prst="roundRect">
          <a:avLst/>
        </a:prstGeom>
        <a:solidFill>
          <a:srgbClr val="FFAFB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 smtClean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Technical </a:t>
          </a: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Communication	</a:t>
          </a:r>
        </a:p>
      </dsp:txBody>
      <dsp:txXfrm>
        <a:off x="46609" y="2197709"/>
        <a:ext cx="3125151" cy="861575"/>
      </dsp:txXfrm>
    </dsp:sp>
    <dsp:sp modelId="{D766B90E-D2AA-4569-A3FB-1F23070D5655}">
      <dsp:nvSpPr>
        <dsp:cNvPr id="0" name=""/>
        <dsp:cNvSpPr/>
      </dsp:nvSpPr>
      <dsp:spPr>
        <a:xfrm rot="5400000">
          <a:off x="5697224" y="770257"/>
          <a:ext cx="763834" cy="5721545"/>
        </a:xfrm>
        <a:prstGeom prst="round2SameRect">
          <a:avLst/>
        </a:prstGeom>
        <a:solidFill>
          <a:schemeClr val="accent1">
            <a:lumMod val="60000"/>
            <a:lumOff val="4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Positive Attitude, Meditation, Accepting failure</a:t>
          </a:r>
        </a:p>
      </dsp:txBody>
      <dsp:txXfrm rot="-5400000">
        <a:off x="3218369" y="3286400"/>
        <a:ext cx="5684258" cy="689260"/>
      </dsp:txXfrm>
    </dsp:sp>
    <dsp:sp modelId="{E7A4BCF5-E0BE-4CD1-A845-B309CEE5F5E0}">
      <dsp:nvSpPr>
        <dsp:cNvPr id="0" name=""/>
        <dsp:cNvSpPr/>
      </dsp:nvSpPr>
      <dsp:spPr>
        <a:xfrm>
          <a:off x="0" y="3153633"/>
          <a:ext cx="3218369" cy="954793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Time &amp; Stress Management</a:t>
          </a:r>
        </a:p>
      </dsp:txBody>
      <dsp:txXfrm>
        <a:off x="46609" y="3200242"/>
        <a:ext cx="3125151" cy="861575"/>
      </dsp:txXfrm>
    </dsp:sp>
    <dsp:sp modelId="{3CAB7ECF-E9C8-4CF8-9246-EFBA2BCF95CD}">
      <dsp:nvSpPr>
        <dsp:cNvPr id="0" name=""/>
        <dsp:cNvSpPr/>
      </dsp:nvSpPr>
      <dsp:spPr>
        <a:xfrm rot="5400000">
          <a:off x="5697224" y="1772790"/>
          <a:ext cx="763834" cy="5721545"/>
        </a:xfrm>
        <a:prstGeom prst="round2SameRect">
          <a:avLst/>
        </a:prstGeom>
        <a:solidFill>
          <a:schemeClr val="accent1">
            <a:lumMod val="60000"/>
            <a:lumOff val="4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Hypothesis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Workout</a:t>
          </a:r>
        </a:p>
      </dsp:txBody>
      <dsp:txXfrm rot="-5400000">
        <a:off x="3218369" y="4288933"/>
        <a:ext cx="5684258" cy="689260"/>
      </dsp:txXfrm>
    </dsp:sp>
    <dsp:sp modelId="{B0D17FF4-9706-4676-A07A-5EBDA03FA117}">
      <dsp:nvSpPr>
        <dsp:cNvPr id="0" name=""/>
        <dsp:cNvSpPr/>
      </dsp:nvSpPr>
      <dsp:spPr>
        <a:xfrm>
          <a:off x="0" y="4156166"/>
          <a:ext cx="3218369" cy="954793"/>
        </a:xfrm>
        <a:prstGeom prst="round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Experimentation</a:t>
          </a:r>
          <a:endParaRPr lang="en-IN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6609" y="4202775"/>
        <a:ext cx="3125151" cy="8615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4393CB-D071-47C5-B3E5-88DE13C38D8D}">
      <dsp:nvSpPr>
        <dsp:cNvPr id="0" name=""/>
        <dsp:cNvSpPr/>
      </dsp:nvSpPr>
      <dsp:spPr>
        <a:xfrm>
          <a:off x="2083740" y="1282"/>
          <a:ext cx="4529975" cy="456544"/>
        </a:xfrm>
        <a:prstGeom prst="roundRect">
          <a:avLst/>
        </a:prstGeom>
        <a:solidFill>
          <a:srgbClr val="BFE0E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rPr>
            <a:t>Title</a:t>
          </a:r>
        </a:p>
      </dsp:txBody>
      <dsp:txXfrm>
        <a:off x="2106027" y="23569"/>
        <a:ext cx="4485401" cy="411970"/>
      </dsp:txXfrm>
    </dsp:sp>
    <dsp:sp modelId="{0E58BADB-65AE-491C-967B-96B483FBA902}">
      <dsp:nvSpPr>
        <dsp:cNvPr id="0" name=""/>
        <dsp:cNvSpPr/>
      </dsp:nvSpPr>
      <dsp:spPr>
        <a:xfrm>
          <a:off x="2083740" y="480653"/>
          <a:ext cx="4529975" cy="456544"/>
        </a:xfrm>
        <a:prstGeom prst="roundRect">
          <a:avLst/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Author(s), Affiliation, Contact Info</a:t>
          </a:r>
        </a:p>
      </dsp:txBody>
      <dsp:txXfrm>
        <a:off x="2106027" y="502940"/>
        <a:ext cx="4485401" cy="411970"/>
      </dsp:txXfrm>
    </dsp:sp>
    <dsp:sp modelId="{AE848582-C6C2-4268-8C81-9E67812A1F03}">
      <dsp:nvSpPr>
        <dsp:cNvPr id="0" name=""/>
        <dsp:cNvSpPr/>
      </dsp:nvSpPr>
      <dsp:spPr>
        <a:xfrm>
          <a:off x="2083740" y="960025"/>
          <a:ext cx="4529943" cy="456544"/>
        </a:xfrm>
        <a:prstGeom prst="roundRect">
          <a:avLst/>
        </a:prstGeom>
        <a:solidFill>
          <a:srgbClr val="FFBDB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D41249"/>
              </a:solidFill>
              <a:latin typeface="Times New Roman" pitchFamily="18" charset="0"/>
              <a:cs typeface="Times New Roman" pitchFamily="18" charset="0"/>
            </a:rPr>
            <a:t>Abstract</a:t>
          </a:r>
        </a:p>
      </dsp:txBody>
      <dsp:txXfrm>
        <a:off x="2106027" y="982312"/>
        <a:ext cx="4485369" cy="411970"/>
      </dsp:txXfrm>
    </dsp:sp>
    <dsp:sp modelId="{DC33683C-3E94-4C54-BF8C-3463BB3702D3}">
      <dsp:nvSpPr>
        <dsp:cNvPr id="0" name=""/>
        <dsp:cNvSpPr/>
      </dsp:nvSpPr>
      <dsp:spPr>
        <a:xfrm>
          <a:off x="2083740" y="1439396"/>
          <a:ext cx="4529975" cy="456544"/>
        </a:xfrm>
        <a:prstGeom prst="roundRect">
          <a:avLst/>
        </a:prstGeom>
        <a:solidFill>
          <a:srgbClr val="A4DBA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rPr>
            <a:t>Keywords</a:t>
          </a:r>
        </a:p>
      </dsp:txBody>
      <dsp:txXfrm>
        <a:off x="2106027" y="1461683"/>
        <a:ext cx="4485401" cy="411970"/>
      </dsp:txXfrm>
    </dsp:sp>
    <dsp:sp modelId="{514C3741-FDDB-41C8-A99B-74C6C17A0392}">
      <dsp:nvSpPr>
        <dsp:cNvPr id="0" name=""/>
        <dsp:cNvSpPr/>
      </dsp:nvSpPr>
      <dsp:spPr>
        <a:xfrm>
          <a:off x="2083740" y="1918768"/>
          <a:ext cx="4529975" cy="456544"/>
        </a:xfrm>
        <a:prstGeom prst="roundRect">
          <a:avLst/>
        </a:prstGeom>
        <a:solidFill>
          <a:srgbClr val="F78DA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D41249"/>
              </a:solidFill>
              <a:latin typeface="Times New Roman" pitchFamily="18" charset="0"/>
              <a:cs typeface="Times New Roman" pitchFamily="18" charset="0"/>
            </a:rPr>
            <a:t>Methodology </a:t>
          </a:r>
        </a:p>
      </dsp:txBody>
      <dsp:txXfrm>
        <a:off x="2106027" y="1941055"/>
        <a:ext cx="4485401" cy="411970"/>
      </dsp:txXfrm>
    </dsp:sp>
    <dsp:sp modelId="{8C940E2A-B51B-4CE8-9127-686880C2FBFF}">
      <dsp:nvSpPr>
        <dsp:cNvPr id="0" name=""/>
        <dsp:cNvSpPr/>
      </dsp:nvSpPr>
      <dsp:spPr>
        <a:xfrm>
          <a:off x="2083740" y="2398139"/>
          <a:ext cx="4529975" cy="456544"/>
        </a:xfrm>
        <a:prstGeom prst="roundRect">
          <a:avLst/>
        </a:prstGeom>
        <a:solidFill>
          <a:srgbClr val="CAB2C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990099"/>
              </a:solidFill>
              <a:latin typeface="Times New Roman" pitchFamily="18" charset="0"/>
              <a:cs typeface="Times New Roman" pitchFamily="18" charset="0"/>
            </a:rPr>
            <a:t>Results &amp; Discussion </a:t>
          </a:r>
        </a:p>
      </dsp:txBody>
      <dsp:txXfrm>
        <a:off x="2106027" y="2420426"/>
        <a:ext cx="4485401" cy="411970"/>
      </dsp:txXfrm>
    </dsp:sp>
    <dsp:sp modelId="{9016370C-251A-4DB0-B5AF-17F66D8407B4}">
      <dsp:nvSpPr>
        <dsp:cNvPr id="0" name=""/>
        <dsp:cNvSpPr/>
      </dsp:nvSpPr>
      <dsp:spPr>
        <a:xfrm>
          <a:off x="2083740" y="2877510"/>
          <a:ext cx="4529975" cy="456544"/>
        </a:xfrm>
        <a:prstGeom prst="roundRect">
          <a:avLst/>
        </a:prstGeom>
        <a:solidFill>
          <a:srgbClr val="F9B99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Conclusions</a:t>
          </a:r>
        </a:p>
      </dsp:txBody>
      <dsp:txXfrm>
        <a:off x="2106027" y="2899797"/>
        <a:ext cx="4485401" cy="411970"/>
      </dsp:txXfrm>
    </dsp:sp>
    <dsp:sp modelId="{6B9DF1AE-4A4A-4EFA-996A-5BB1F6B7A550}">
      <dsp:nvSpPr>
        <dsp:cNvPr id="0" name=""/>
        <dsp:cNvSpPr/>
      </dsp:nvSpPr>
      <dsp:spPr>
        <a:xfrm>
          <a:off x="2083740" y="3356882"/>
          <a:ext cx="4529975" cy="456544"/>
        </a:xfrm>
        <a:prstGeom prst="roundRect">
          <a:avLst/>
        </a:prstGeom>
        <a:solidFill>
          <a:srgbClr val="CAE97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rPr>
            <a:t>Acknowledgements </a:t>
          </a:r>
        </a:p>
      </dsp:txBody>
      <dsp:txXfrm>
        <a:off x="2106027" y="3379169"/>
        <a:ext cx="4485401" cy="411970"/>
      </dsp:txXfrm>
    </dsp:sp>
    <dsp:sp modelId="{1622F4A8-D85C-4476-9677-C09D3F4A2F90}">
      <dsp:nvSpPr>
        <dsp:cNvPr id="0" name=""/>
        <dsp:cNvSpPr/>
      </dsp:nvSpPr>
      <dsp:spPr>
        <a:xfrm>
          <a:off x="2083740" y="3836253"/>
          <a:ext cx="4530006" cy="456544"/>
        </a:xfrm>
        <a:prstGeom prst="roundRect">
          <a:avLst/>
        </a:prstGeom>
        <a:solidFill>
          <a:srgbClr val="DC94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660066"/>
              </a:solidFill>
              <a:latin typeface="Times New Roman" pitchFamily="18" charset="0"/>
              <a:cs typeface="Times New Roman" pitchFamily="18" charset="0"/>
            </a:rPr>
            <a:t>References </a:t>
          </a:r>
        </a:p>
      </dsp:txBody>
      <dsp:txXfrm>
        <a:off x="2106027" y="3858540"/>
        <a:ext cx="4485432" cy="411970"/>
      </dsp:txXfrm>
    </dsp:sp>
    <dsp:sp modelId="{15AEF4F5-6858-4743-880A-9DDDC73AB066}">
      <dsp:nvSpPr>
        <dsp:cNvPr id="0" name=""/>
        <dsp:cNvSpPr/>
      </dsp:nvSpPr>
      <dsp:spPr>
        <a:xfrm>
          <a:off x="2083740" y="4315624"/>
          <a:ext cx="4529975" cy="456544"/>
        </a:xfrm>
        <a:prstGeom prst="roundRect">
          <a:avLst/>
        </a:prstGeom>
        <a:solidFill>
          <a:schemeClr val="bg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rgbClr val="660066"/>
              </a:solidFill>
              <a:latin typeface="Times New Roman" pitchFamily="18" charset="0"/>
              <a:cs typeface="Times New Roman" pitchFamily="18" charset="0"/>
            </a:rPr>
            <a:t>Brief Biography of Authors (optional)</a:t>
          </a:r>
        </a:p>
      </dsp:txBody>
      <dsp:txXfrm>
        <a:off x="2106027" y="4337911"/>
        <a:ext cx="4485401" cy="411970"/>
      </dsp:txXfrm>
    </dsp:sp>
    <dsp:sp modelId="{9CEF09FD-F919-4EF0-B263-C8852CE0BE33}">
      <dsp:nvSpPr>
        <dsp:cNvPr id="0" name=""/>
        <dsp:cNvSpPr/>
      </dsp:nvSpPr>
      <dsp:spPr>
        <a:xfrm>
          <a:off x="2083740" y="4794996"/>
          <a:ext cx="4529975" cy="456544"/>
        </a:xfrm>
        <a:prstGeom prst="roundRect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solidFill>
                <a:schemeClr val="accent5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rPr>
            <a:t>Appendices </a:t>
          </a:r>
        </a:p>
      </dsp:txBody>
      <dsp:txXfrm>
        <a:off x="2106027" y="4817283"/>
        <a:ext cx="4485401" cy="4119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F211C-BD8C-4683-9322-D948C89492FB}">
      <dsp:nvSpPr>
        <dsp:cNvPr id="0" name=""/>
        <dsp:cNvSpPr/>
      </dsp:nvSpPr>
      <dsp:spPr>
        <a:xfrm>
          <a:off x="0" y="5178094"/>
          <a:ext cx="4735772" cy="283157"/>
        </a:xfrm>
        <a:prstGeom prst="rect">
          <a:avLst/>
        </a:prstGeom>
        <a:gradFill rotWithShape="1">
          <a:gsLst>
            <a:gs pos="20000">
              <a:schemeClr val="accent1">
                <a:tint val="9000"/>
              </a:schemeClr>
            </a:gs>
            <a:gs pos="100000">
              <a:schemeClr val="accent1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1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Appendices</a:t>
          </a:r>
        </a:p>
      </dsp:txBody>
      <dsp:txXfrm>
        <a:off x="0" y="5178094"/>
        <a:ext cx="4735772" cy="283157"/>
      </dsp:txXfrm>
    </dsp:sp>
    <dsp:sp modelId="{3D1D94E8-2FA6-4DEE-A728-365011FA8DAE}">
      <dsp:nvSpPr>
        <dsp:cNvPr id="0" name=""/>
        <dsp:cNvSpPr/>
      </dsp:nvSpPr>
      <dsp:spPr>
        <a:xfrm rot="10800000">
          <a:off x="0" y="4746846"/>
          <a:ext cx="4735772" cy="435495"/>
        </a:xfrm>
        <a:prstGeom prst="upArrowCallout">
          <a:avLst/>
        </a:prstGeom>
        <a:gradFill rotWithShape="1">
          <a:gsLst>
            <a:gs pos="20000">
              <a:schemeClr val="accent4">
                <a:tint val="9000"/>
              </a:schemeClr>
            </a:gs>
            <a:gs pos="100000">
              <a:schemeClr val="accent4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4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References</a:t>
          </a:r>
        </a:p>
      </dsp:txBody>
      <dsp:txXfrm rot="10800000">
        <a:off x="0" y="4746846"/>
        <a:ext cx="4735772" cy="282972"/>
      </dsp:txXfrm>
    </dsp:sp>
    <dsp:sp modelId="{E11CF5D4-6C64-4AFD-9071-1EBFBD3CD44C}">
      <dsp:nvSpPr>
        <dsp:cNvPr id="0" name=""/>
        <dsp:cNvSpPr/>
      </dsp:nvSpPr>
      <dsp:spPr>
        <a:xfrm rot="10800000">
          <a:off x="0" y="4315597"/>
          <a:ext cx="4735772" cy="435495"/>
        </a:xfrm>
        <a:prstGeom prst="upArrowCallout">
          <a:avLst/>
        </a:prstGeom>
        <a:gradFill rotWithShape="1">
          <a:gsLst>
            <a:gs pos="20000">
              <a:schemeClr val="accent3">
                <a:tint val="9000"/>
              </a:schemeClr>
            </a:gs>
            <a:gs pos="100000">
              <a:schemeClr val="accent3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3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Conclusions</a:t>
          </a:r>
        </a:p>
      </dsp:txBody>
      <dsp:txXfrm rot="10800000">
        <a:off x="0" y="4315597"/>
        <a:ext cx="4735772" cy="282972"/>
      </dsp:txXfrm>
    </dsp:sp>
    <dsp:sp modelId="{4C7B305A-8B53-4957-B498-9AA08BD4F809}">
      <dsp:nvSpPr>
        <dsp:cNvPr id="0" name=""/>
        <dsp:cNvSpPr/>
      </dsp:nvSpPr>
      <dsp:spPr>
        <a:xfrm rot="10800000">
          <a:off x="0" y="3884349"/>
          <a:ext cx="4735772" cy="435495"/>
        </a:xfrm>
        <a:prstGeom prst="upArrowCallout">
          <a:avLst/>
        </a:prstGeom>
        <a:gradFill rotWithShape="1">
          <a:gsLst>
            <a:gs pos="20000">
              <a:schemeClr val="accent4">
                <a:tint val="9000"/>
              </a:schemeClr>
            </a:gs>
            <a:gs pos="100000">
              <a:schemeClr val="accent4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4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Results and discussion</a:t>
          </a:r>
        </a:p>
      </dsp:txBody>
      <dsp:txXfrm rot="10800000">
        <a:off x="0" y="3884349"/>
        <a:ext cx="4735772" cy="282972"/>
      </dsp:txXfrm>
    </dsp:sp>
    <dsp:sp modelId="{4199CCFC-51CE-4511-BF27-E75FF375D899}">
      <dsp:nvSpPr>
        <dsp:cNvPr id="0" name=""/>
        <dsp:cNvSpPr/>
      </dsp:nvSpPr>
      <dsp:spPr>
        <a:xfrm rot="10800000">
          <a:off x="0" y="3453101"/>
          <a:ext cx="4735772" cy="435495"/>
        </a:xfrm>
        <a:prstGeom prst="upArrowCallout">
          <a:avLst/>
        </a:prstGeom>
        <a:gradFill rotWithShape="1">
          <a:gsLst>
            <a:gs pos="20000">
              <a:schemeClr val="accent3">
                <a:tint val="9000"/>
              </a:schemeClr>
            </a:gs>
            <a:gs pos="100000">
              <a:schemeClr val="accent3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3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Procedure</a:t>
          </a:r>
        </a:p>
      </dsp:txBody>
      <dsp:txXfrm rot="10800000">
        <a:off x="0" y="3453101"/>
        <a:ext cx="4735772" cy="282972"/>
      </dsp:txXfrm>
    </dsp:sp>
    <dsp:sp modelId="{E8997798-CDDD-4166-AED0-56A734338CDF}">
      <dsp:nvSpPr>
        <dsp:cNvPr id="0" name=""/>
        <dsp:cNvSpPr/>
      </dsp:nvSpPr>
      <dsp:spPr>
        <a:xfrm rot="10800000">
          <a:off x="0" y="3021852"/>
          <a:ext cx="4735772" cy="435495"/>
        </a:xfrm>
        <a:prstGeom prst="upArrowCallout">
          <a:avLst/>
        </a:prstGeom>
        <a:gradFill rotWithShape="1">
          <a:gsLst>
            <a:gs pos="20000">
              <a:schemeClr val="accent4">
                <a:tint val="9000"/>
              </a:schemeClr>
            </a:gs>
            <a:gs pos="100000">
              <a:schemeClr val="accent4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4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Design/theoretical analysis</a:t>
          </a:r>
        </a:p>
      </dsp:txBody>
      <dsp:txXfrm rot="10800000">
        <a:off x="0" y="3021852"/>
        <a:ext cx="4735772" cy="282972"/>
      </dsp:txXfrm>
    </dsp:sp>
    <dsp:sp modelId="{4B1A4C2E-6C0A-4446-9400-59CC456D9F10}">
      <dsp:nvSpPr>
        <dsp:cNvPr id="0" name=""/>
        <dsp:cNvSpPr/>
      </dsp:nvSpPr>
      <dsp:spPr>
        <a:xfrm rot="10800000">
          <a:off x="0" y="2590604"/>
          <a:ext cx="4735772" cy="435495"/>
        </a:xfrm>
        <a:prstGeom prst="upArrowCallout">
          <a:avLst/>
        </a:prstGeom>
        <a:gradFill rotWithShape="1">
          <a:gsLst>
            <a:gs pos="20000">
              <a:schemeClr val="accent3">
                <a:tint val="9000"/>
              </a:schemeClr>
            </a:gs>
            <a:gs pos="100000">
              <a:schemeClr val="accent3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3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Background  theory</a:t>
          </a:r>
        </a:p>
      </dsp:txBody>
      <dsp:txXfrm rot="10800000">
        <a:off x="0" y="2590604"/>
        <a:ext cx="4735772" cy="282972"/>
      </dsp:txXfrm>
    </dsp:sp>
    <dsp:sp modelId="{B6E3AE0D-4E58-4B94-9826-93420DD5A04F}">
      <dsp:nvSpPr>
        <dsp:cNvPr id="0" name=""/>
        <dsp:cNvSpPr/>
      </dsp:nvSpPr>
      <dsp:spPr>
        <a:xfrm rot="10800000">
          <a:off x="0" y="2159356"/>
          <a:ext cx="4735772" cy="435495"/>
        </a:xfrm>
        <a:prstGeom prst="upArrowCallout">
          <a:avLst/>
        </a:prstGeom>
        <a:gradFill rotWithShape="1">
          <a:gsLst>
            <a:gs pos="20000">
              <a:schemeClr val="accent4">
                <a:tint val="9000"/>
              </a:schemeClr>
            </a:gs>
            <a:gs pos="100000">
              <a:schemeClr val="accent4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4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Introduction</a:t>
          </a:r>
        </a:p>
      </dsp:txBody>
      <dsp:txXfrm rot="10800000">
        <a:off x="0" y="2159356"/>
        <a:ext cx="4735772" cy="282972"/>
      </dsp:txXfrm>
    </dsp:sp>
    <dsp:sp modelId="{298C6327-4CB1-4E3B-AB3D-85028C57DA01}">
      <dsp:nvSpPr>
        <dsp:cNvPr id="0" name=""/>
        <dsp:cNvSpPr/>
      </dsp:nvSpPr>
      <dsp:spPr>
        <a:xfrm rot="10800000">
          <a:off x="0" y="1728107"/>
          <a:ext cx="4735772" cy="435495"/>
        </a:xfrm>
        <a:prstGeom prst="upArrowCallout">
          <a:avLst/>
        </a:prstGeom>
        <a:gradFill rotWithShape="1">
          <a:gsLst>
            <a:gs pos="20000">
              <a:schemeClr val="accent3">
                <a:tint val="9000"/>
              </a:schemeClr>
            </a:gs>
            <a:gs pos="100000">
              <a:schemeClr val="accent3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3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Abbreviations List</a:t>
          </a:r>
        </a:p>
      </dsp:txBody>
      <dsp:txXfrm rot="10800000">
        <a:off x="0" y="1728107"/>
        <a:ext cx="4735772" cy="282972"/>
      </dsp:txXfrm>
    </dsp:sp>
    <dsp:sp modelId="{857A2AF6-E68A-4426-873F-E3FF61601A41}">
      <dsp:nvSpPr>
        <dsp:cNvPr id="0" name=""/>
        <dsp:cNvSpPr/>
      </dsp:nvSpPr>
      <dsp:spPr>
        <a:xfrm rot="10800000">
          <a:off x="0" y="1296859"/>
          <a:ext cx="4735772" cy="435495"/>
        </a:xfrm>
        <a:prstGeom prst="upArrowCallout">
          <a:avLst/>
        </a:prstGeom>
        <a:gradFill rotWithShape="1">
          <a:gsLst>
            <a:gs pos="20000">
              <a:schemeClr val="accent4">
                <a:tint val="9000"/>
              </a:schemeClr>
            </a:gs>
            <a:gs pos="100000">
              <a:schemeClr val="accent4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4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List of Figures &amp; Tables</a:t>
          </a:r>
        </a:p>
      </dsp:txBody>
      <dsp:txXfrm rot="10800000">
        <a:off x="0" y="1296859"/>
        <a:ext cx="4735772" cy="282972"/>
      </dsp:txXfrm>
    </dsp:sp>
    <dsp:sp modelId="{5A64DC7B-4E33-4A4C-A82A-AC2D711B649F}">
      <dsp:nvSpPr>
        <dsp:cNvPr id="0" name=""/>
        <dsp:cNvSpPr/>
      </dsp:nvSpPr>
      <dsp:spPr>
        <a:xfrm rot="10800000">
          <a:off x="0" y="865611"/>
          <a:ext cx="4735772" cy="435495"/>
        </a:xfrm>
        <a:prstGeom prst="upArrowCallout">
          <a:avLst/>
        </a:prstGeom>
        <a:gradFill rotWithShape="1">
          <a:gsLst>
            <a:gs pos="20000">
              <a:schemeClr val="accent3">
                <a:tint val="9000"/>
              </a:schemeClr>
            </a:gs>
            <a:gs pos="100000">
              <a:schemeClr val="accent3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3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Table of Contents</a:t>
          </a:r>
        </a:p>
      </dsp:txBody>
      <dsp:txXfrm rot="10800000">
        <a:off x="0" y="865611"/>
        <a:ext cx="4735772" cy="282972"/>
      </dsp:txXfrm>
    </dsp:sp>
    <dsp:sp modelId="{6A656B22-550B-460F-B7DC-ABD819B2DA9D}">
      <dsp:nvSpPr>
        <dsp:cNvPr id="0" name=""/>
        <dsp:cNvSpPr/>
      </dsp:nvSpPr>
      <dsp:spPr>
        <a:xfrm rot="10800000">
          <a:off x="0" y="453424"/>
          <a:ext cx="4735772" cy="435495"/>
        </a:xfrm>
        <a:prstGeom prst="upArrowCallout">
          <a:avLst/>
        </a:prstGeom>
        <a:gradFill rotWithShape="1">
          <a:gsLst>
            <a:gs pos="20000">
              <a:schemeClr val="accent4">
                <a:tint val="9000"/>
              </a:schemeClr>
            </a:gs>
            <a:gs pos="100000">
              <a:schemeClr val="accent4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4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Abstract</a:t>
          </a:r>
        </a:p>
      </dsp:txBody>
      <dsp:txXfrm rot="10800000">
        <a:off x="0" y="453424"/>
        <a:ext cx="4735772" cy="282972"/>
      </dsp:txXfrm>
    </dsp:sp>
    <dsp:sp modelId="{FE0EB884-4B73-4592-8156-BAB655215483}">
      <dsp:nvSpPr>
        <dsp:cNvPr id="0" name=""/>
        <dsp:cNvSpPr/>
      </dsp:nvSpPr>
      <dsp:spPr>
        <a:xfrm rot="10800000">
          <a:off x="0" y="3114"/>
          <a:ext cx="4735772" cy="435495"/>
        </a:xfrm>
        <a:prstGeom prst="upArrowCallout">
          <a:avLst/>
        </a:prstGeom>
        <a:gradFill rotWithShape="1">
          <a:gsLst>
            <a:gs pos="20000">
              <a:schemeClr val="accent3">
                <a:tint val="9000"/>
              </a:schemeClr>
            </a:gs>
            <a:gs pos="100000">
              <a:schemeClr val="accent3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 w="9525" cap="flat" cmpd="sng" algn="ctr">
          <a:solidFill>
            <a:schemeClr val="accent3">
              <a:shade val="48000"/>
              <a:satMod val="110000"/>
            </a:schemeClr>
          </a:solidFill>
          <a:prstDash val="solid"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>
              <a:latin typeface="Times New Roman" pitchFamily="18" charset="0"/>
              <a:cs typeface="Times New Roman" pitchFamily="18" charset="0"/>
            </a:rPr>
            <a:t>Title</a:t>
          </a:r>
          <a:endParaRPr lang="en-IN" sz="2000" b="1" kern="1200" dirty="0">
            <a:latin typeface="Times New Roman" pitchFamily="18" charset="0"/>
            <a:cs typeface="Times New Roman" pitchFamily="18" charset="0"/>
          </a:endParaRPr>
        </a:p>
      </dsp:txBody>
      <dsp:txXfrm rot="10800000">
        <a:off x="0" y="3114"/>
        <a:ext cx="4735772" cy="2829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238C3-7DBD-48E1-AEAD-346193201249}" type="datetimeFigureOut">
              <a:rPr lang="en-US" smtClean="0"/>
              <a:pPr/>
              <a:t>8/30/2019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396A4-035A-4F0A-94CF-2F0D3F9DD7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34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01826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1023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0709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3465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35682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0656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96A4-035A-4F0A-94CF-2F0D3F9DD7B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7125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EC61-0DBD-46E5-80A8-6FBE5C51ED32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8594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11D3-2D06-47E3-9927-5F0527F3F5A7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1821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A91B8-D634-4A9F-8211-077F9839272C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0316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7F3F2-3233-4199-BC38-5C20781177B1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158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E2304-E5F7-406E-9C72-EFE299479BFD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2128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9614A-2AF2-45DA-8CAA-485E603E4246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4401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A0D48-BC69-427B-AB4D-6C1F9264516B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4641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0EE5-470B-40C3-AA3A-6B92321DDD82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255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8E05-B3E2-46F7-83BA-B7EF9EE62C7C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722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3744-87B3-4D46-BD1F-007BF35E3F01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5598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2534-A99E-4AF3-A777-8B84B84093CC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00515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67013-9FFD-4E0C-B98B-B96127278228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38102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79D9-DBEE-4D6D-A7DF-2C2391B58D02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703834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D35C-096D-42F0-B1F6-E21E452E3CCA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17747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6738-5944-46C7-9429-6C4968032EB5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39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7429F-AFE9-4C66-81B7-C03404CF6573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890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4B5B0-4AEA-4A33-90A7-0633120620F0}" type="datetime1">
              <a:rPr lang="en-US" smtClean="0"/>
              <a:pPr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18DEAD6-4194-4201-9555-CE96ACC561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520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3711" y="209650"/>
            <a:ext cx="82734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SEMINAR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79095" y="1505374"/>
            <a:ext cx="2219325" cy="2066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9312" y="3845546"/>
            <a:ext cx="333607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Jyoti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Mohanty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Ph.D Scholar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Scholar No: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18-3-04-128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42811" y="3572299"/>
            <a:ext cx="264112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supervision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of: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Prabina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Pattanayak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Asst.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Dr. Arnab Nandi            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Asst. Professor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1382" y="5510602"/>
            <a:ext cx="66123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 Communication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TECHNOLOGY, SILCHAR</a:t>
            </a:r>
          </a:p>
        </p:txBody>
      </p:sp>
    </p:spTree>
    <p:extLst>
      <p:ext uri="{BB962C8B-B14F-4D97-AF65-F5344CB8AC3E}">
        <p14:creationId xmlns:p14="http://schemas.microsoft.com/office/powerpoint/2010/main" xmlns="" val="153215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3875" y="477671"/>
            <a:ext cx="9144000" cy="903241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Doctoral Committee (DC)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466" y="1610435"/>
            <a:ext cx="8469914" cy="4299045"/>
          </a:xfrm>
        </p:spPr>
        <p:txBody>
          <a:bodyPr>
            <a:normAutofit/>
          </a:bodyPr>
          <a:lstStyle/>
          <a:p>
            <a:pPr marL="385763" indent="-385763" algn="just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Prof. U.  Chakraborty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Chairman of DC</a:t>
            </a:r>
          </a:p>
          <a:p>
            <a:pPr marL="385763" indent="-385763" algn="just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P. Pattanayak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Supervisor and Member of DC</a:t>
            </a:r>
          </a:p>
          <a:p>
            <a:pPr marL="385763" indent="-385763" algn="just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A. Nandi,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Co-Supervisor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Member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of DC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85763" indent="-385763" algn="just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A.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Goswami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Member of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DC</a:t>
            </a:r>
          </a:p>
          <a:p>
            <a:pPr marL="385763" indent="-385763" algn="just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Gurjar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Member of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DC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85763" indent="-385763" algn="just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1171104" y="5916056"/>
            <a:ext cx="605928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xmlns="" val="320459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2255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384" y="1079654"/>
            <a:ext cx="9016546" cy="470420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Course Work Details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Research Methodology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Information Theory And Coding 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Advance Digital Communication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IN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Broad </a:t>
            </a:r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Area of Research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Relevance of Course Work with Area of Research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Conclusions</a:t>
            </a: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1171104" y="5916056"/>
            <a:ext cx="605928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8503" y="582034"/>
            <a:ext cx="3469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itchFamily="18" charset="0"/>
              </a:rPr>
              <a:t>Course work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1329" y="5546017"/>
            <a:ext cx="4753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Cumulative Performance </a:t>
            </a:r>
            <a:r>
              <a:rPr lang="en-IN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Index (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CPI) 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8.33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92069527"/>
              </p:ext>
            </p:extLst>
          </p:nvPr>
        </p:nvGraphicFramePr>
        <p:xfrm>
          <a:off x="651329" y="1114697"/>
          <a:ext cx="10752463" cy="4451706"/>
        </p:xfrm>
        <a:graphic>
          <a:graphicData uri="http://schemas.openxmlformats.org/drawingml/2006/table">
            <a:tbl>
              <a:tblPr/>
              <a:tblGrid>
                <a:gridCol w="57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343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0192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923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5677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7880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5194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Sl. No. 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Subject code 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Subject 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Faculty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   Credit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Grades obtained </a:t>
                      </a: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C22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5346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1.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IC001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Research Methodology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Prof. M.A. Ahmed,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Prof. G. Das,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Prof. A. Roy, 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Prof. B.K. Roy, and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Prof. N. Sinha</a:t>
                      </a: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BB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2341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2.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EC-538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Information Theory And Coding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Dr. 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 Pattanayak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AB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792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3.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EC-537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Advance Digital Communication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Dr. 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A. 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Hossain</a:t>
                      </a:r>
                    </a:p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BB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11171104" y="5916056"/>
            <a:ext cx="605928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xmlns="" val="168952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68621" y="2374711"/>
            <a:ext cx="59666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IC-001</a:t>
            </a:r>
          </a:p>
          <a:p>
            <a:pPr algn="ctr"/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OLOGY</a:t>
            </a:r>
          </a:p>
        </p:txBody>
      </p:sp>
    </p:spTree>
    <p:extLst>
      <p:ext uri="{BB962C8B-B14F-4D97-AF65-F5344CB8AC3E}">
        <p14:creationId xmlns:p14="http://schemas.microsoft.com/office/powerpoint/2010/main" xmlns="" val="221773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444" y="327546"/>
            <a:ext cx="1645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1078174" y="423081"/>
          <a:ext cx="9184942" cy="6128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/>
          <p:cNvSpPr/>
          <p:nvPr/>
        </p:nvSpPr>
        <p:spPr>
          <a:xfrm>
            <a:off x="11171104" y="5916056"/>
            <a:ext cx="605928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xmlns="" val="229345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6490" y="242480"/>
            <a:ext cx="905045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</a:t>
            </a: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search</a:t>
            </a: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[1]</a:t>
            </a:r>
            <a:endParaRPr lang="en-US" sz="1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 systematic process of collecting and analyzing information to increase our understanding of the phenomenon under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a logical and systematic investigation for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finding solution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scientific and social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problems.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0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search for knowledge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i.e. 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,A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discovery of hidden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truth.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leads to new contribution to the existing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knowledge.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is an examination of a subject from different points of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view.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alt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is to go back and search until we find – </a:t>
            </a:r>
            <a:r>
              <a:rPr lang="en-US" alt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explore.</a:t>
            </a:r>
            <a:endParaRPr lang="en-US" alt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endParaRPr lang="en-US" alt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92D050"/>
              </a:buClr>
              <a:buFont typeface="Wingdings" pitchFamily="2" charset="2"/>
              <a:buChar char="v"/>
            </a:pPr>
            <a:endParaRPr lang="en-US" sz="12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12" descr="Image result for researc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53224" y="4714876"/>
            <a:ext cx="2143125" cy="1870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Image result for researc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890" y="4646364"/>
            <a:ext cx="2057400" cy="1632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 descr="Image result for research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72368" y="4714876"/>
            <a:ext cx="2143125" cy="18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0" descr="Image result for research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23478" y="4823553"/>
            <a:ext cx="2600325" cy="1455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Oval 9"/>
          <p:cNvSpPr/>
          <p:nvPr/>
        </p:nvSpPr>
        <p:spPr>
          <a:xfrm>
            <a:off x="11171104" y="5916056"/>
            <a:ext cx="605928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490" y="6458446"/>
            <a:ext cx="973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R.Kumar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,“Research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methodology: A step-by-step guide for beginners,”Sage Publications Limited, 2019.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6323" y="357909"/>
            <a:ext cx="8971402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</a:t>
            </a: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ology</a:t>
            </a: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[1]</a:t>
            </a:r>
            <a:endParaRPr lang="en-US" sz="1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Methodology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does not set out to provide solutions; it is therefore not same as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method.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Research methodology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is a systematic way to solve a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problem.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is a science of studying how research is to be carried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out.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Its aim is to give the </a:t>
            </a: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work plan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research.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alt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171104" y="5916056"/>
            <a:ext cx="605928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027" y="6457890"/>
            <a:ext cx="973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R.Kumar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,“Research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methodology: A step-by-step guide for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beginners,”Sage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Publications Limited, 2019.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16" y="453918"/>
            <a:ext cx="4235455" cy="7425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of </a:t>
            </a: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[2]</a:t>
            </a:r>
            <a:endParaRPr lang="en-US" sz="16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0716" y="1212246"/>
            <a:ext cx="897336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To discover new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facts.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To verify and test important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facts.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To analyze an </a:t>
            </a: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event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process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phenomenon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to identify the </a:t>
            </a:r>
            <a:r>
              <a:rPr lang="en-US" alt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cause and effect </a:t>
            </a:r>
            <a:r>
              <a:rPr lang="en-US" altLang="en-US" sz="2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relationship.</a:t>
            </a:r>
            <a:endParaRPr lang="en-US" altLang="en-US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To develop new scientific tools, concepts and theories to solve scientific and nonscientific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problems.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To find solutions to scientific, nonscientific and social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problems.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To overcome or solve the problems occurring in our every day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life.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1171104" y="5916056"/>
            <a:ext cx="605928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9009" y="6103330"/>
            <a:ext cx="10573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E. M. Phillips, and D. S.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Pugh,“How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to get a Ph. D.-A Handbook for Ph. D. and Their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Students,”McGraw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-Hill Education, 4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ed., Maidenhead, England, 2005.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1745" y="424016"/>
            <a:ext cx="34662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Types of </a:t>
            </a: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[1] </a:t>
            </a:r>
            <a:endParaRPr lang="en-US" sz="1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Content Placeholder 6"/>
          <p:cNvGraphicFramePr>
            <a:graphicFrameLocks/>
          </p:cNvGraphicFramePr>
          <p:nvPr/>
        </p:nvGraphicFramePr>
        <p:xfrm>
          <a:off x="881349" y="1346812"/>
          <a:ext cx="9013278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267" y="6519446"/>
            <a:ext cx="973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R.Kumar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,“Research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methodology: A step-by-step guide for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beginners,”Sage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Publications Limited, 2019.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7993" y="346898"/>
            <a:ext cx="39372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None/>
            </a:pPr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Fundamental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156" y="818787"/>
            <a:ext cx="91493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Basic 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an investigation on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basic principles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reasons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occurrence of a particular event or process 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phenomenon.</a:t>
            </a:r>
            <a:endParaRPr lang="en-US" sz="2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Basic researches some times may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not lead to immediate use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or application. It is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not concerned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with solving any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practical </a:t>
            </a:r>
            <a:r>
              <a:rPr lang="en-US" sz="2000" dirty="0" smtClean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problems.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outcomes of basic research form the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basis for many applied </a:t>
            </a:r>
            <a:r>
              <a:rPr lang="en-US" sz="2000" dirty="0" smtClean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research.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2027" y="3101114"/>
            <a:ext cx="31165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Applied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759" y="3611131"/>
            <a:ext cx="920831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Applied 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solves certain problems employing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well known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accepted theories and </a:t>
            </a:r>
            <a:r>
              <a:rPr lang="en-US" sz="2000" dirty="0" smtClean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principles.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central aim of applied research is to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find a solution for a practical problem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which wants solution for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immediate </a:t>
            </a:r>
            <a:r>
              <a:rPr lang="en-US" sz="2000" dirty="0" smtClean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use.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Most of the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experimental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research, 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case studies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essentially applied research. For example, research on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social problems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such as research on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pollution control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etc.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8871" y="848501"/>
            <a:ext cx="921622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Quantitative research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based on the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measurement of quantity or amount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result of this research is essentially a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or a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set of </a:t>
            </a:r>
            <a:r>
              <a:rPr lang="en-US" sz="2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numbers.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92100" indent="-2921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Quantitative research often begins with the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collection of data</a:t>
            </a:r>
            <a:r>
              <a:rPr lang="en-US" sz="20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 based on a theory or hypothesis or experiment followed by the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application of statistical </a:t>
            </a: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methods.</a:t>
            </a:r>
            <a:endParaRPr lang="en-US" sz="2000" dirty="0">
              <a:solidFill>
                <a:srgbClr val="CC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92100" indent="-2921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It finds applications not only in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physical sciences</a:t>
            </a:r>
            <a:r>
              <a:rPr lang="en-US" sz="2000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 but also in </a:t>
            </a:r>
            <a:r>
              <a:rPr lang="en-US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economics, social sciences </a:t>
            </a:r>
            <a:r>
              <a:rPr lang="en-US" sz="2000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biology.</a:t>
            </a:r>
            <a:endParaRPr lang="en-US" sz="2000" dirty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Clr>
                <a:srgbClr val="CC0000"/>
              </a:buClr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0675" y="313846"/>
            <a:ext cx="39260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Quantitative Research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483" y="3633706"/>
            <a:ext cx="37208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Qualitative Research 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481" y="4176034"/>
            <a:ext cx="9197579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Qualitative research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concerned with </a:t>
            </a:r>
            <a:r>
              <a:rPr lang="en-US" sz="2200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qualitative phenomenon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involving quality.</a:t>
            </a: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Qualitative methods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be used to understand the meaning of the numbers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obtained by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quantitative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methods.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Clr>
                <a:srgbClr val="CC0000"/>
              </a:buClr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Clr>
                <a:srgbClr val="CC0000"/>
              </a:buClr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0675" y="313846"/>
            <a:ext cx="37673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Conceptual Research </a:t>
            </a:r>
          </a:p>
        </p:txBody>
      </p:sp>
      <p:sp>
        <p:nvSpPr>
          <p:cNvPr id="3" name="Rectangle 2"/>
          <p:cNvSpPr/>
          <p:nvPr/>
        </p:nvSpPr>
        <p:spPr>
          <a:xfrm>
            <a:off x="499007" y="829803"/>
            <a:ext cx="9152993" cy="96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Conceptual research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generally used by philosophers and thinkers to develop new concepts or to reinterpret existing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7822" y="1722169"/>
            <a:ext cx="3411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Empirical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335" y="2231598"/>
            <a:ext cx="91190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Empirical research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data based research which depends on experience or observation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alone.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3104" y="3598440"/>
            <a:ext cx="90980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Descriptive research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includes surveys and fact-finding enquiries of different kinds. Most ex. post facto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projects are used for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descriptive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studies.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2879" y="3090099"/>
            <a:ext cx="3687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Descriptive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539" y="4467206"/>
            <a:ext cx="35044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Analytical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251" y="5066615"/>
            <a:ext cx="90766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Analytical research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the researcher has to use the already available facts or information, and analyse them to make a critical evaluation.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2204" y="379948"/>
            <a:ext cx="29145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Good </a:t>
            </a:r>
            <a:r>
              <a:rPr lang="en-IN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IN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[3]</a:t>
            </a: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3316405" y="1023582"/>
          <a:ext cx="5104263" cy="5114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6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476" y="6519446"/>
            <a:ext cx="951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Wilson,“Handbook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of Science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Communication,”Taylor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Fransic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ed., Abingdon, UK, 1998.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9907" y="379948"/>
            <a:ext cx="4876078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None/>
            </a:pPr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Various Stages of </a:t>
            </a: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[3]</a:t>
            </a:r>
          </a:p>
          <a:p>
            <a:pPr algn="just">
              <a:buNone/>
            </a:pPr>
            <a:endParaRPr lang="en-US" sz="32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32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32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0" y="1035585"/>
          <a:ext cx="10719411" cy="5343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897" y="6519446"/>
            <a:ext cx="951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Wilson,“Handbook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of Science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Communication,”Taylor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Fransic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ed., Abingdon, UK, 1998.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3121" y="300925"/>
            <a:ext cx="96485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alt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en-US" altLang="en-US" sz="1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US" alt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ontent Placeholder 8"/>
          <p:cNvGraphicFramePr>
            <a:graphicFrameLocks/>
          </p:cNvGraphicFramePr>
          <p:nvPr/>
        </p:nvGraphicFramePr>
        <p:xfrm>
          <a:off x="765944" y="1035212"/>
          <a:ext cx="8939915" cy="511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5872" y="6519446"/>
            <a:ext cx="951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Wilson,“Handbook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of Science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Communication,”Taylor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Fransic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sz="16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ed., Abingdon, UK, 1998.</a:t>
            </a:r>
          </a:p>
        </p:txBody>
      </p:sp>
    </p:spTree>
    <p:extLst>
      <p:ext uri="{BB962C8B-B14F-4D97-AF65-F5344CB8AC3E}">
        <p14:creationId xmlns:p14="http://schemas.microsoft.com/office/powerpoint/2010/main" xmlns="" val="194008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612" y="346898"/>
            <a:ext cx="45356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Writing Technical </a:t>
            </a: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Papers</a:t>
            </a: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[1]</a:t>
            </a:r>
            <a:endParaRPr lang="en-US" sz="1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Content Placeholder 6"/>
          <p:cNvGraphicFramePr>
            <a:graphicFrameLocks/>
          </p:cNvGraphicFramePr>
          <p:nvPr/>
        </p:nvGraphicFramePr>
        <p:xfrm>
          <a:off x="992423" y="1114926"/>
          <a:ext cx="8697488" cy="525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1324" y="6519446"/>
            <a:ext cx="973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R.Kumar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,“Research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methodology: A step-by-step guide for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beginners,”Sage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Publications Limited, 2019.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49147" y="308471"/>
            <a:ext cx="3249976" cy="716097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Thesis </a:t>
            </a:r>
            <a:r>
              <a:rPr kumimoji="0" lang="en-IN" sz="320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Writing</a:t>
            </a:r>
            <a:r>
              <a:rPr kumimoji="0" lang="en-I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[1]</a:t>
            </a:r>
            <a:endParaRPr kumimoji="0" lang="en-I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graphicFrame>
        <p:nvGraphicFramePr>
          <p:cNvPr id="3" name="Content Placeholder 6"/>
          <p:cNvGraphicFramePr>
            <a:graphicFrameLocks/>
          </p:cNvGraphicFramePr>
          <p:nvPr/>
        </p:nvGraphicFramePr>
        <p:xfrm>
          <a:off x="3480180" y="974747"/>
          <a:ext cx="4735772" cy="5464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9929" y="6519446"/>
            <a:ext cx="973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R.Kumar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,“Research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methodology: A step-by-step guide for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beginners,”Sage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Publications Limited, 2019.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514862" y="296621"/>
            <a:ext cx="311655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Outcomes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0488" y="899446"/>
            <a:ext cx="10279482" cy="503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8001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research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8001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and quantitative research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8001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Framing of technical report and thesis</a:t>
            </a:r>
          </a:p>
          <a:p>
            <a:pPr algn="just" defTabSz="8001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Conducive presentation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8001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management and time management techniques to maintain a balance between social and professional life.</a:t>
            </a:r>
          </a:p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52839" y="4251382"/>
            <a:ext cx="10101597" cy="2046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</a:p>
          <a:p>
            <a:pPr marL="457200" indent="-457200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R.Kumar,“Research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methodology: A step-by-step guide 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beginners,”Sage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Publications Limited, 2019.</a:t>
            </a:r>
          </a:p>
          <a:p>
            <a:pPr marL="457200" indent="-457200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[2]  E. M. Phillips, and D. S.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Pugh,“How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get a Ph. D.-A Handbook for Ph. D. and Their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Students,”McGraw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-Hill Education, 4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ed., Maidenhead, England, 2005.</a:t>
            </a:r>
          </a:p>
          <a:p>
            <a:pPr marL="457200" indent="-457200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[3]     A.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Wilson,“Handbook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Science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Communication,”,Taylor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Fransic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ed., Abingdon, UK, 1998.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22580" y="2411820"/>
            <a:ext cx="590937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EC-538</a:t>
            </a:r>
          </a:p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 And Coding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8947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9242" y="668741"/>
            <a:ext cx="830909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Information, Entropy, Mutual Information</a:t>
            </a: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Compression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Kraft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Inequality</a:t>
            </a: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Shannon Coding Theorem</a:t>
            </a: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Capacity of Different Channels</a:t>
            </a: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57200" indent="-457200"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xmlns="" val="124865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TextBox 1"/>
              <p:cNvSpPr txBox="1"/>
              <p:nvPr/>
            </p:nvSpPr>
            <p:spPr>
              <a:xfrm>
                <a:off x="496388" y="139337"/>
                <a:ext cx="11599817" cy="6042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Clr>
                    <a:srgbClr val="00B050"/>
                  </a:buClr>
                </a:pPr>
                <a:r>
                  <a:rPr lang="en-US" sz="32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Information, Entropy, Mutual Information </a:t>
                </a:r>
                <a:r>
                  <a:rPr lang="en-US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</a:p>
              <a:p>
                <a:pPr marL="457200" indent="-457200">
                  <a:lnSpc>
                    <a:spcPct val="150000"/>
                  </a:lnSpc>
                  <a:buClr>
                    <a:srgbClr val="00B050"/>
                  </a:buClr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IN" sz="2400" b="1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Information: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800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amount of information received from a message is directly related to the uncertainty or inversely related to the probability of its occurrence. 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probability of occurrence of a message and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information gained from the message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</a:p>
              <a:p>
                <a:r>
                  <a:rPr lang="en-US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800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den>
                        </m:f>
                      </m:e>
                    </m:func>
                  </m:oMath>
                </a14:m>
                <a:endParaRPr lang="en-IN" sz="2800" b="1" dirty="0" smtClean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sz="2400" b="1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IN" sz="24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Entropy:</a:t>
                </a:r>
                <a:r>
                  <a:rPr lang="en-IN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endParaRPr lang="en-IN" sz="2400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8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randomness in a signal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defined as the average information per message of a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</a:t>
                </a:r>
              </a:p>
              <a:p>
                <a:pPr marL="457200" indent="-4572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e>
                    </m:nary>
                  </m:oMath>
                </a14:m>
                <a:endParaRPr lang="en-IN" sz="28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88" y="139337"/>
                <a:ext cx="11599817" cy="6042616"/>
              </a:xfrm>
              <a:prstGeom prst="rect">
                <a:avLst/>
              </a:prstGeom>
              <a:blipFill rotWithShape="0">
                <a:blip r:embed="rId3"/>
                <a:stretch>
                  <a:fillRect l="-1314" b="-85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376" y="6555035"/>
            <a:ext cx="10513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 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T. M Cover,J. A. Thomas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Elements of information theory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John Wiley &amp; Sons, Inc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2006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xmlns="" val="260284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Rectangle 6"/>
              <p:cNvSpPr/>
              <p:nvPr/>
            </p:nvSpPr>
            <p:spPr>
              <a:xfrm>
                <a:off x="595332" y="748937"/>
                <a:ext cx="10002999" cy="63175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Joint Entropy: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4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Measurement  of the uncertainty in a pair of random variable </a:t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(X,Y)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∈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𝑌</m:t>
                            </m:r>
                          </m:sub>
                          <m:sup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e>
                    </m:nary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x, y are random variable with joint probability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 Entropy</a:t>
                </a:r>
                <a:r>
                  <a:rPr lang="en-US" sz="24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endParaRPr lang="en-US" sz="2400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4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  <m:func>
                              <m:func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𝑃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/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func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endParaRPr lang="en-US" sz="2400" dirty="0" smtClean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Mutual Information</a:t>
                </a:r>
                <a:r>
                  <a:rPr lang="en-US" sz="24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US" sz="2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4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the measure of  amount of information that one random variable possesses about another random variable</a:t>
                </a:r>
              </a:p>
              <a:p>
                <a:pPr lvl="1" algn="just"/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∈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𝑌</m:t>
                            </m:r>
                          </m:sub>
                          <m:sup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𝑃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func>
                          </m:e>
                        </m:nary>
                      </m:e>
                    </m:nary>
                  </m:oMath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=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    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/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3200" dirty="0" smtClean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/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32" y="748937"/>
                <a:ext cx="10002999" cy="6317563"/>
              </a:xfrm>
              <a:prstGeom prst="rect">
                <a:avLst/>
              </a:prstGeom>
              <a:blipFill rotWithShape="0">
                <a:blip r:embed="rId2"/>
                <a:stretch>
                  <a:fillRect l="-853" t="-7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23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838200" y="217715"/>
            <a:ext cx="10515600" cy="53122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Information, Entropy, Mutual Information cont..</a:t>
            </a:r>
            <a:r>
              <a:rPr lang="en-US" sz="1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en-IN" sz="18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1194" y="6555035"/>
            <a:ext cx="10622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 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T. M Cover,J. A. Thomas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Elements of information theory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John Wiley &amp; Sons, Inc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2006</a:t>
            </a:r>
            <a:endParaRPr lang="en-IN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24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Rectangle 1"/>
              <p:cNvSpPr/>
              <p:nvPr/>
            </p:nvSpPr>
            <p:spPr>
              <a:xfrm>
                <a:off x="374468" y="257294"/>
                <a:ext cx="9440091" cy="47708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Compression</a:t>
                </a:r>
                <a:r>
                  <a:rPr lang="en-US" sz="32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</a:p>
              <a:p>
                <a:endParaRPr lang="en-US" sz="3200" dirty="0" smtClean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4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achieved by assuming short length code words to the frequently used symbols and by assigning longer length code words to less frequent symbols generated from the data source.</a:t>
                </a:r>
              </a:p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data compression limit. </a:t>
                </a:r>
              </a:p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Expected 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code word length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symbol length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corresponding probability of that symbol. </a:t>
                </a:r>
              </a:p>
              <a:p>
                <a:pPr marL="457200" indent="-4572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symbols belongs to set of random variables.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endParaRPr lang="en-IN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8" y="257294"/>
                <a:ext cx="9440091" cy="4770858"/>
              </a:xfrm>
              <a:prstGeom prst="rect">
                <a:avLst/>
              </a:prstGeom>
              <a:blipFill rotWithShape="0">
                <a:blip r:embed="rId2"/>
                <a:stretch>
                  <a:fillRect l="-1614" t="-1788" r="-6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41194" y="6519446"/>
            <a:ext cx="10556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  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T. M Cover,J. A. Thomas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Elements of information theory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John Wiley &amp; Sons, Inc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2006</a:t>
            </a:r>
            <a:endParaRPr lang="en-IN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7811" y="288247"/>
            <a:ext cx="8462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Kraft </a:t>
            </a:r>
            <a:r>
              <a:rPr 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Inequality: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1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25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Rectangle 4"/>
              <p:cNvSpPr/>
              <p:nvPr/>
            </p:nvSpPr>
            <p:spPr>
              <a:xfrm>
                <a:off x="401481" y="1406019"/>
                <a:ext cx="9508873" cy="4266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any instantaneous code over a domain of size D,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code word</a:t>
                </a:r>
                <a:r>
                  <a:rPr lang="en-US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</a:t>
                </a:r>
                <a:r>
                  <a:rPr lang="en-US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,……..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satisfy the inequality: </a:t>
                </a:r>
                <a:endParaRPr lang="en-US" sz="20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nary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Conversely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set of code word length that satisfy this inequality there exist an instantaneous code with these code word length.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Kraft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inequality is a sufficient condition that has to be satisfy to obtain prefix free code condition.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instantaneous code with minimum expected code word length that implies optimal code.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81" y="1406019"/>
                <a:ext cx="9508873" cy="4266553"/>
              </a:xfrm>
              <a:prstGeom prst="rect">
                <a:avLst/>
              </a:prstGeom>
              <a:blipFill rotWithShape="0">
                <a:blip r:embed="rId2"/>
                <a:stretch>
                  <a:fillRect l="-577" r="-641" b="-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22813" y="6555035"/>
            <a:ext cx="9840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[2]   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F. M. Reza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An introduction to information theory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Dover publication, Inc. New York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1961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xmlns="" val="407165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473" y="208685"/>
            <a:ext cx="51543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Shannon’s Coding </a:t>
            </a:r>
            <a:r>
              <a:rPr 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US" sz="1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5098" y="857834"/>
            <a:ext cx="5182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Shannon’s Source Coding theorem:</a:t>
            </a:r>
          </a:p>
        </p:txBody>
      </p:sp>
      <p:sp>
        <p:nvSpPr>
          <p:cNvPr id="6" name="Rectangle 5"/>
          <p:cNvSpPr/>
          <p:nvPr/>
        </p:nvSpPr>
        <p:spPr>
          <a:xfrm>
            <a:off x="592184" y="3325004"/>
            <a:ext cx="5298886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Shannon’s Channel Coding theorem: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248468" y="1319499"/>
                <a:ext cx="9479006" cy="1947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expected length of any instantaneous D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ary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code for a random variable X is grater than or equal to entropy H(X). The equality can be achieved if and only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 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optimal code length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68" y="1319499"/>
                <a:ext cx="9479006" cy="1947264"/>
              </a:xfrm>
              <a:prstGeom prst="rect">
                <a:avLst/>
              </a:prstGeom>
              <a:blipFill rotWithShape="0">
                <a:blip r:embed="rId2"/>
                <a:stretch>
                  <a:fillRect r="-643" b="-18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TextBox 8"/>
              <p:cNvSpPr txBox="1"/>
              <p:nvPr/>
            </p:nvSpPr>
            <p:spPr>
              <a:xfrm>
                <a:off x="248468" y="3888366"/>
                <a:ext cx="9151747" cy="2871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IN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states that maximum rate at which information can be transmitted over a communication channel of a specified bandwidth in the presence of noise.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C= channel capacity, B= channel bandwidth, S= signal power, N= noise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Shannon 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capacity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dirty="0" smtClean="0">
                    <a:solidFill>
                      <a:srgbClr val="00B050"/>
                    </a:solidFill>
                  </a:rPr>
                  <a:t/>
                </a:r>
                <a:endParaRPr lang="en-IN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68" y="3888366"/>
                <a:ext cx="9151747" cy="2871748"/>
              </a:xfrm>
              <a:prstGeom prst="rect">
                <a:avLst/>
              </a:prstGeom>
              <a:blipFill rotWithShape="0">
                <a:blip r:embed="rId3"/>
                <a:stretch>
                  <a:fillRect r="-6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26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7852" y="6519446"/>
            <a:ext cx="10271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[3]    R. Bose,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Theory, Coding and Cryptography ”,Tata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Mcgraw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Hill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2008.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>
          <a:xfrm>
            <a:off x="698863" y="50830"/>
            <a:ext cx="10515600" cy="665937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Channels</a:t>
            </a:r>
            <a:r>
              <a:rPr lang="en-US" sz="1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IN" sz="1800" dirty="0">
              <a:solidFill>
                <a:srgbClr val="0070C0"/>
              </a:solidFill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838200" y="711060"/>
            <a:ext cx="10515600" cy="61469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Noiseless Binary Channel: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Wingdings 3" charset="2"/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Font typeface="Wingdings 3" charset="2"/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Noisy Channel with Non Overlapping Outputs: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2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33BCCB26-CA9A-4C68-A544-DDD9CEA46591}"/>
              </a:ext>
            </a:extLst>
          </p:cNvPr>
          <p:cNvGrpSpPr/>
          <p:nvPr/>
        </p:nvGrpSpPr>
        <p:grpSpPr>
          <a:xfrm>
            <a:off x="1960199" y="1057216"/>
            <a:ext cx="2972497" cy="1230360"/>
            <a:chOff x="1363532" y="1070252"/>
            <a:chExt cx="3016469" cy="1444078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xmlns="" id="{D8B4B8C0-3713-464C-B5D9-DC95A7B5CDD4}"/>
                </a:ext>
              </a:extLst>
            </p:cNvPr>
            <p:cNvCxnSpPr/>
            <p:nvPr/>
          </p:nvCxnSpPr>
          <p:spPr>
            <a:xfrm>
              <a:off x="1762539" y="1613166"/>
              <a:ext cx="20805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xmlns="" id="{9E114312-9AD9-476D-A685-FCE566164D8C}"/>
                </a:ext>
              </a:extLst>
            </p:cNvPr>
            <p:cNvCxnSpPr/>
            <p:nvPr/>
          </p:nvCxnSpPr>
          <p:spPr>
            <a:xfrm>
              <a:off x="1762540" y="2299253"/>
              <a:ext cx="20805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D4997604-0F50-4B7A-891D-2CD1CAE23A56}"/>
                </a:ext>
              </a:extLst>
            </p:cNvPr>
            <p:cNvSpPr txBox="1"/>
            <p:nvPr/>
          </p:nvSpPr>
          <p:spPr>
            <a:xfrm>
              <a:off x="1460854" y="142850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A86DE7CF-8178-4B21-B5ED-4DEF173F6F35}"/>
                </a:ext>
              </a:extLst>
            </p:cNvPr>
            <p:cNvSpPr txBox="1"/>
            <p:nvPr/>
          </p:nvSpPr>
          <p:spPr>
            <a:xfrm>
              <a:off x="1460854" y="2114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3EF1790F-AB88-42D9-91F0-BDF7C645EB53}"/>
                </a:ext>
              </a:extLst>
            </p:cNvPr>
            <p:cNvSpPr txBox="1"/>
            <p:nvPr/>
          </p:nvSpPr>
          <p:spPr>
            <a:xfrm>
              <a:off x="3843131" y="21449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E3BE2D8F-FCF8-4E20-99A0-41C113492CA1}"/>
                </a:ext>
              </a:extLst>
            </p:cNvPr>
            <p:cNvSpPr txBox="1"/>
            <p:nvPr/>
          </p:nvSpPr>
          <p:spPr>
            <a:xfrm>
              <a:off x="3843131" y="142850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CF1C54B0-FB56-46E4-86A0-F732A90ED657}"/>
                </a:ext>
              </a:extLst>
            </p:cNvPr>
            <p:cNvSpPr txBox="1"/>
            <p:nvPr/>
          </p:nvSpPr>
          <p:spPr>
            <a:xfrm>
              <a:off x="1363532" y="1107434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</a:t>
              </a:r>
            </a:p>
          </p:txBody>
        </p:sp>
        <p:sp>
          <p:nvSpPr>
            <p:cNvPr id="2" name="TextBox 24">
              <a:extLst>
                <a:ext uri="{FF2B5EF4-FFF2-40B4-BE49-F238E27FC236}">
                  <a16:creationId xmlns:a16="http://schemas.microsoft.com/office/drawing/2014/main" xmlns="" id="{E5DA39CC-82EF-4C52-B6F4-6935376B1EA0}"/>
                </a:ext>
              </a:extLst>
            </p:cNvPr>
            <p:cNvSpPr txBox="1"/>
            <p:nvPr/>
          </p:nvSpPr>
          <p:spPr>
            <a:xfrm>
              <a:off x="3743897" y="1070252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6" name="TextBox 25">
                <a:extLst>
                  <a:ext uri="{FF2B5EF4-FFF2-40B4-BE49-F238E27FC236}">
                    <a16:creationId xmlns="" xmlns:a16="http://schemas.microsoft.com/office/drawing/2014/main" id="{C9488580-0120-40CC-8475-14385F47E2BF}"/>
                  </a:ext>
                </a:extLst>
              </p:cNvPr>
              <p:cNvSpPr txBox="1"/>
              <p:nvPr/>
            </p:nvSpPr>
            <p:spPr>
              <a:xfrm>
                <a:off x="6281531" y="1181980"/>
                <a:ext cx="5565913" cy="1077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C9488580-0120-40CC-8475-14385F47E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531" y="1181980"/>
                <a:ext cx="5565913" cy="1077474"/>
              </a:xfrm>
              <a:prstGeom prst="rect">
                <a:avLst/>
              </a:prstGeom>
              <a:blipFill rotWithShape="0">
                <a:blip r:embed="rId3"/>
                <a:stretch>
                  <a:fillRect l="-1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DBD53123-0DDF-4C26-AC49-2B7F8521D9C1}"/>
              </a:ext>
            </a:extLst>
          </p:cNvPr>
          <p:cNvSpPr txBox="1"/>
          <p:nvPr/>
        </p:nvSpPr>
        <p:spPr>
          <a:xfrm>
            <a:off x="2140572" y="2407149"/>
            <a:ext cx="2984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1. Noiseless binary channel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FD6D0F3E-37B4-46E0-B2BD-6FAC9A9932B6}"/>
              </a:ext>
            </a:extLst>
          </p:cNvPr>
          <p:cNvGrpSpPr/>
          <p:nvPr/>
        </p:nvGrpSpPr>
        <p:grpSpPr>
          <a:xfrm>
            <a:off x="2117084" y="3733887"/>
            <a:ext cx="2815612" cy="1788304"/>
            <a:chOff x="1668897" y="3586388"/>
            <a:chExt cx="2961181" cy="2314005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xmlns="" id="{6CC46DFB-4656-4183-85DA-E24CBE262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6949" y="5075583"/>
              <a:ext cx="2080591" cy="503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xmlns="" id="{E627EEB4-F868-46A5-9EE9-32D389528446}"/>
                </a:ext>
              </a:extLst>
            </p:cNvPr>
            <p:cNvCxnSpPr/>
            <p:nvPr/>
          </p:nvCxnSpPr>
          <p:spPr>
            <a:xfrm>
              <a:off x="1986949" y="5579166"/>
              <a:ext cx="20805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3700BD9E-339C-4FC9-A632-731061B2092C}"/>
                </a:ext>
              </a:extLst>
            </p:cNvPr>
            <p:cNvCxnSpPr>
              <a:cxnSpLocks/>
            </p:cNvCxnSpPr>
            <p:nvPr/>
          </p:nvCxnSpPr>
          <p:spPr>
            <a:xfrm>
              <a:off x="1986949" y="4121426"/>
              <a:ext cx="2080591" cy="4770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xmlns="" id="{B5616971-E412-43BB-8A39-4AE069F97CE3}"/>
                </a:ext>
              </a:extLst>
            </p:cNvPr>
            <p:cNvCxnSpPr/>
            <p:nvPr/>
          </p:nvCxnSpPr>
          <p:spPr>
            <a:xfrm>
              <a:off x="1986949" y="4121426"/>
              <a:ext cx="20805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C6982960-2A30-4D5B-95E0-470478E3DFC1}"/>
                </a:ext>
              </a:extLst>
            </p:cNvPr>
            <p:cNvSpPr txBox="1"/>
            <p:nvPr/>
          </p:nvSpPr>
          <p:spPr>
            <a:xfrm>
              <a:off x="1668897" y="5376338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F7D4ABCF-A5C3-40E1-AD08-84BFB28E9D7A}"/>
                </a:ext>
              </a:extLst>
            </p:cNvPr>
            <p:cNvSpPr txBox="1"/>
            <p:nvPr/>
          </p:nvSpPr>
          <p:spPr>
            <a:xfrm>
              <a:off x="3981172" y="3586388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923C0261-FFA9-4AD4-A1CF-4D6DB3D46419}"/>
                </a:ext>
              </a:extLst>
            </p:cNvPr>
            <p:cNvSpPr txBox="1"/>
            <p:nvPr/>
          </p:nvSpPr>
          <p:spPr>
            <a:xfrm>
              <a:off x="1668897" y="3952028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EBC6CC7E-E76A-4B83-8F5E-ECB63BF0B228}"/>
                </a:ext>
              </a:extLst>
            </p:cNvPr>
            <p:cNvSpPr txBox="1"/>
            <p:nvPr/>
          </p:nvSpPr>
          <p:spPr>
            <a:xfrm>
              <a:off x="1762540" y="3653130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</a:t>
              </a:r>
            </a:p>
          </p:txBody>
        </p: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37" name="TextBox 36">
                  <a:extLst>
                    <a:ext uri="{FF2B5EF4-FFF2-40B4-BE49-F238E27FC236}">
                      <a16:creationId xmlns="" xmlns:a16="http://schemas.microsoft.com/office/drawing/2014/main" id="{211AD5FD-1599-454B-B233-6A07FEAF5D5E}"/>
                    </a:ext>
                  </a:extLst>
                </p:cNvPr>
                <p:cNvSpPr txBox="1"/>
                <p:nvPr/>
              </p:nvSpPr>
              <p:spPr>
                <a:xfrm>
                  <a:off x="3993974" y="3913508"/>
                  <a:ext cx="636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/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211AD5FD-1599-454B-B233-6A07FEAF5D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3974" y="3913508"/>
                  <a:ext cx="636104" cy="369332"/>
                </a:xfrm>
                <a:prstGeom prst="rect">
                  <a:avLst/>
                </a:prstGeom>
                <a:blipFill>
                  <a:blip r:embed="rId4" cstate="print"/>
                  <a:stretch>
                    <a:fillRect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38" name="TextBox 37">
                  <a:extLst>
                    <a:ext uri="{FF2B5EF4-FFF2-40B4-BE49-F238E27FC236}">
                      <a16:creationId xmlns="" xmlns:a16="http://schemas.microsoft.com/office/drawing/2014/main" id="{55074C2A-3CF2-4AC3-987A-B7F42564C3D9}"/>
                    </a:ext>
                  </a:extLst>
                </p:cNvPr>
                <p:cNvSpPr txBox="1"/>
                <p:nvPr/>
              </p:nvSpPr>
              <p:spPr>
                <a:xfrm>
                  <a:off x="3965234" y="4396851"/>
                  <a:ext cx="636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/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" name="TextBox 2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55074C2A-3CF2-4AC3-987A-B7F42564C3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234" y="4396851"/>
                  <a:ext cx="636104" cy="369332"/>
                </a:xfrm>
                <a:prstGeom prst="rect">
                  <a:avLst/>
                </a:prstGeom>
                <a:blipFill>
                  <a:blip r:embed="rId5" cstate="print"/>
                  <a:stretch>
                    <a:fillRect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39" name="TextBox 38">
                  <a:extLst>
                    <a:ext uri="{FF2B5EF4-FFF2-40B4-BE49-F238E27FC236}">
                      <a16:creationId xmlns="" xmlns:a16="http://schemas.microsoft.com/office/drawing/2014/main" id="{901F1223-B676-4AD3-98C4-8C3339F79998}"/>
                    </a:ext>
                  </a:extLst>
                </p:cNvPr>
                <p:cNvSpPr txBox="1"/>
                <p:nvPr/>
              </p:nvSpPr>
              <p:spPr>
                <a:xfrm>
                  <a:off x="3965234" y="4869316"/>
                  <a:ext cx="636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/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" name="TextBox 26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901F1223-B676-4AD3-98C4-8C3339F799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234" y="4869316"/>
                  <a:ext cx="636104" cy="369332"/>
                </a:xfrm>
                <a:prstGeom prst="rect">
                  <a:avLst/>
                </a:prstGeom>
                <a:blipFill>
                  <a:blip r:embed="rId6" cstate="print"/>
                  <a:stretch>
                    <a:fillRect b="-326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0" name="TextBox 39">
                  <a:extLst>
                    <a:ext uri="{FF2B5EF4-FFF2-40B4-BE49-F238E27FC236}">
                      <a16:creationId xmlns="" xmlns:a16="http://schemas.microsoft.com/office/drawing/2014/main" id="{01696BD9-3BE4-4BA9-AB2B-1389DDF11231}"/>
                    </a:ext>
                  </a:extLst>
                </p:cNvPr>
                <p:cNvSpPr txBox="1"/>
                <p:nvPr/>
              </p:nvSpPr>
              <p:spPr>
                <a:xfrm>
                  <a:off x="3965234" y="5376338"/>
                  <a:ext cx="636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/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" name="TextBox 27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01696BD9-3BE4-4BA9-AB2B-1389DDF112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234" y="5376338"/>
                  <a:ext cx="636104" cy="369332"/>
                </a:xfrm>
                <a:prstGeom prst="rect">
                  <a:avLst/>
                </a:prstGeom>
                <a:blipFill>
                  <a:blip r:embed="rId7" cstate="print"/>
                  <a:stretch>
                    <a:fillRect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1" name="TextBox 40">
                  <a:extLst>
                    <a:ext uri="{FF2B5EF4-FFF2-40B4-BE49-F238E27FC236}">
                      <a16:creationId xmlns="" xmlns:a16="http://schemas.microsoft.com/office/drawing/2014/main" id="{5F299205-BD97-452F-A35D-5A96FA1681B4}"/>
                    </a:ext>
                  </a:extLst>
                </p:cNvPr>
                <p:cNvSpPr txBox="1"/>
                <p:nvPr/>
              </p:nvSpPr>
              <p:spPr>
                <a:xfrm>
                  <a:off x="3340327" y="3879938"/>
                  <a:ext cx="631035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/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" name="TextBox 30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5F299205-BD97-452F-A35D-5A96FA1681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0327" y="3879938"/>
                  <a:ext cx="631035" cy="584775"/>
                </a:xfrm>
                <a:prstGeom prst="rect">
                  <a:avLst/>
                </a:prstGeom>
                <a:blipFill>
                  <a:blip r:embed="rId8"/>
                  <a:stretch>
                    <a:fillRect r="-1020"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2" name="TextBox 41">
                  <a:extLst>
                    <a:ext uri="{FF2B5EF4-FFF2-40B4-BE49-F238E27FC236}">
                      <a16:creationId xmlns="" xmlns:a16="http://schemas.microsoft.com/office/drawing/2014/main" id="{72E7523E-3BFF-4436-A942-CB196E1905C1}"/>
                    </a:ext>
                  </a:extLst>
                </p:cNvPr>
                <p:cNvSpPr txBox="1"/>
                <p:nvPr/>
              </p:nvSpPr>
              <p:spPr>
                <a:xfrm>
                  <a:off x="3113384" y="3739585"/>
                  <a:ext cx="636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/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" name="TextBox 31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72E7523E-3BFF-4436-A942-CB196E190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3384" y="3739585"/>
                  <a:ext cx="636104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3" name="TextBox 42">
                  <a:extLst>
                    <a:ext uri="{FF2B5EF4-FFF2-40B4-BE49-F238E27FC236}">
                      <a16:creationId xmlns="" xmlns:a16="http://schemas.microsoft.com/office/drawing/2014/main" id="{372EF695-8A23-4BA5-B6FE-A7323453438B}"/>
                    </a:ext>
                  </a:extLst>
                </p:cNvPr>
                <p:cNvSpPr txBox="1"/>
                <p:nvPr/>
              </p:nvSpPr>
              <p:spPr>
                <a:xfrm>
                  <a:off x="3458820" y="5531061"/>
                  <a:ext cx="6310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/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" name="TextBox 32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372EF695-8A23-4BA5-B6FE-A73234534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820" y="5531061"/>
                  <a:ext cx="631035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44" name="TextBox 43">
                  <a:extLst>
                    <a:ext uri="{FF2B5EF4-FFF2-40B4-BE49-F238E27FC236}">
                      <a16:creationId xmlns="" xmlns:a16="http://schemas.microsoft.com/office/drawing/2014/main" id="{12BB9E59-60EE-422B-B5EA-2124FB958E61}"/>
                    </a:ext>
                  </a:extLst>
                </p:cNvPr>
                <p:cNvSpPr txBox="1"/>
                <p:nvPr/>
              </p:nvSpPr>
              <p:spPr>
                <a:xfrm>
                  <a:off x="3231520" y="4542641"/>
                  <a:ext cx="762454" cy="4779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/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TextBox 32">
                  <a:extLst>
                    <a:ext uri="{FF2B5EF4-FFF2-40B4-BE49-F238E27FC236}">
                      <a16:creationId xmlns:a14="http://schemas.microsoft.com/office/drawing/2010/main" xmlns:a16="http://schemas.microsoft.com/office/drawing/2014/main" xmlns="" id="{12BB9E59-60EE-422B-B5EA-2124FB958E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1520" y="4542641"/>
                  <a:ext cx="762454" cy="477903"/>
                </a:xfrm>
                <a:prstGeom prst="rect">
                  <a:avLst/>
                </a:prstGeom>
                <a:blipFill rotWithShape="0">
                  <a:blip r:embed="rId11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52B37F82-7CD7-4279-9D1D-494AEFBD5B3A}"/>
              </a:ext>
            </a:extLst>
          </p:cNvPr>
          <p:cNvSpPr txBox="1"/>
          <p:nvPr/>
        </p:nvSpPr>
        <p:spPr>
          <a:xfrm>
            <a:off x="1688010" y="5689484"/>
            <a:ext cx="3889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2. Channel with overlapping outputs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730A81EB-F22B-4035-806B-E086380731BD}"/>
                  </a:ext>
                </a:extLst>
              </p:cNvPr>
              <p:cNvSpPr txBox="1"/>
              <p:nvPr/>
            </p:nvSpPr>
            <p:spPr>
              <a:xfrm>
                <a:off x="6259791" y="3711410"/>
                <a:ext cx="5697597" cy="1422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   1−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   0     0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       0   1−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730A81EB-F22B-4035-806B-E08638073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791" y="3711410"/>
                <a:ext cx="5697597" cy="1422634"/>
              </a:xfrm>
              <a:prstGeom prst="rect">
                <a:avLst/>
              </a:prstGeom>
              <a:blipFill rotWithShape="0">
                <a:blip r:embed="rId12"/>
                <a:stretch>
                  <a:fillRect l="-17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27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4330" y="6519446"/>
            <a:ext cx="100391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[3]    R. Bose,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Theory, Coding and Cryptography ”,Tata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Mcgraw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Hill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2008.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9587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5783" y="48669"/>
            <a:ext cx="8596668" cy="712433"/>
          </a:xfrm>
        </p:spPr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Channels cont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IN" sz="1800" dirty="0">
              <a:solidFill>
                <a:srgbClr val="0070C0"/>
              </a:solidFill>
            </a:endParaRPr>
          </a:p>
        </p:txBody>
      </p:sp>
      <p:sp>
        <p:nvSpPr>
          <p:cNvPr id="52" name="Content Placeholder 2"/>
          <p:cNvSpPr txBox="1">
            <a:spLocks/>
          </p:cNvSpPr>
          <p:nvPr/>
        </p:nvSpPr>
        <p:spPr>
          <a:xfrm>
            <a:off x="838200" y="856735"/>
            <a:ext cx="10515600" cy="532022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 Symmetric Channel: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Erasure Channel: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FFE9D89B-149D-46AB-AF91-EE5CE1CD4B8A}"/>
              </a:ext>
            </a:extLst>
          </p:cNvPr>
          <p:cNvGrpSpPr/>
          <p:nvPr/>
        </p:nvGrpSpPr>
        <p:grpSpPr>
          <a:xfrm>
            <a:off x="1936830" y="1091691"/>
            <a:ext cx="2870366" cy="1662977"/>
            <a:chOff x="2300193" y="917944"/>
            <a:chExt cx="3013697" cy="186645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1B02F784-3865-459C-9A12-A36748D42193}"/>
                </a:ext>
              </a:extLst>
            </p:cNvPr>
            <p:cNvSpPr txBox="1"/>
            <p:nvPr/>
          </p:nvSpPr>
          <p:spPr>
            <a:xfrm>
              <a:off x="4673499" y="1435703"/>
              <a:ext cx="267877" cy="328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xmlns="" id="{E07664A8-7C9A-4098-AE63-E071463FCD5F}"/>
                </a:ext>
              </a:extLst>
            </p:cNvPr>
            <p:cNvCxnSpPr/>
            <p:nvPr/>
          </p:nvCxnSpPr>
          <p:spPr>
            <a:xfrm>
              <a:off x="2677351" y="1447992"/>
              <a:ext cx="19058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xmlns="" id="{51327A79-7FAA-4899-9F5F-1E075305C35E}"/>
                </a:ext>
              </a:extLst>
            </p:cNvPr>
            <p:cNvCxnSpPr/>
            <p:nvPr/>
          </p:nvCxnSpPr>
          <p:spPr>
            <a:xfrm>
              <a:off x="2677351" y="2349858"/>
              <a:ext cx="19058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xmlns="" id="{B5E5EB28-04C5-42CD-BE70-641A95925485}"/>
                </a:ext>
              </a:extLst>
            </p:cNvPr>
            <p:cNvCxnSpPr>
              <a:cxnSpLocks/>
            </p:cNvCxnSpPr>
            <p:nvPr/>
          </p:nvCxnSpPr>
          <p:spPr>
            <a:xfrm>
              <a:off x="2677351" y="1447992"/>
              <a:ext cx="1905848" cy="9018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xmlns="" id="{3E3F1691-17C6-4509-B059-6D0EC6B7D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7350" y="1447991"/>
              <a:ext cx="1905849" cy="9018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09DD34F1-1EC7-44F6-8714-D0E300C49F7E}"/>
                </a:ext>
              </a:extLst>
            </p:cNvPr>
            <p:cNvSpPr txBox="1"/>
            <p:nvPr/>
          </p:nvSpPr>
          <p:spPr>
            <a:xfrm>
              <a:off x="2437027" y="966045"/>
              <a:ext cx="582679" cy="356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4ADEBE37-4407-438D-9061-9B9EEA8E0B53}"/>
                </a:ext>
              </a:extLst>
            </p:cNvPr>
            <p:cNvSpPr txBox="1"/>
            <p:nvPr/>
          </p:nvSpPr>
          <p:spPr>
            <a:xfrm>
              <a:off x="4541903" y="917944"/>
              <a:ext cx="771987" cy="356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D709A7BF-1C8A-4E58-B6A7-6125066CE3B6}"/>
                </a:ext>
              </a:extLst>
            </p:cNvPr>
            <p:cNvSpPr txBox="1"/>
            <p:nvPr/>
          </p:nvSpPr>
          <p:spPr>
            <a:xfrm>
              <a:off x="4221102" y="1534207"/>
              <a:ext cx="286626" cy="3565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445F8747-E828-4B7F-9C3A-99D0E6C6D9BE}"/>
                </a:ext>
              </a:extLst>
            </p:cNvPr>
            <p:cNvSpPr txBox="1"/>
            <p:nvPr/>
          </p:nvSpPr>
          <p:spPr>
            <a:xfrm>
              <a:off x="4288787" y="1961675"/>
              <a:ext cx="286626" cy="3565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2CDF8C49-03A1-4F6E-A1F4-2483CCCBB89C}"/>
                </a:ext>
              </a:extLst>
            </p:cNvPr>
            <p:cNvSpPr txBox="1"/>
            <p:nvPr/>
          </p:nvSpPr>
          <p:spPr>
            <a:xfrm flipH="1">
              <a:off x="3538891" y="1146379"/>
              <a:ext cx="1696994" cy="414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1-P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EDA29A68-498F-4843-8A0A-A5B105B49E49}"/>
                </a:ext>
              </a:extLst>
            </p:cNvPr>
            <p:cNvSpPr txBox="1"/>
            <p:nvPr/>
          </p:nvSpPr>
          <p:spPr>
            <a:xfrm>
              <a:off x="3468945" y="2369875"/>
              <a:ext cx="921572" cy="414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1-P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06B3E196-0DC4-4223-929A-79A6FD3AA67A}"/>
                </a:ext>
              </a:extLst>
            </p:cNvPr>
            <p:cNvSpPr txBox="1"/>
            <p:nvPr/>
          </p:nvSpPr>
          <p:spPr>
            <a:xfrm>
              <a:off x="2401002" y="2215395"/>
              <a:ext cx="276348" cy="3565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835A1C7A-3ED9-4964-8CBC-D0FB67A363E2}"/>
                </a:ext>
              </a:extLst>
            </p:cNvPr>
            <p:cNvSpPr txBox="1"/>
            <p:nvPr/>
          </p:nvSpPr>
          <p:spPr>
            <a:xfrm>
              <a:off x="4541903" y="2198436"/>
              <a:ext cx="276348" cy="3565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83F000DC-A85C-4C28-AB62-1A8995B747E2}"/>
                </a:ext>
              </a:extLst>
            </p:cNvPr>
            <p:cNvSpPr txBox="1"/>
            <p:nvPr/>
          </p:nvSpPr>
          <p:spPr>
            <a:xfrm>
              <a:off x="2300193" y="136207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8" name="TextBox 67">
                <a:extLst>
                  <a:ext uri="{FF2B5EF4-FFF2-40B4-BE49-F238E27FC236}">
                    <a16:creationId xmlns="" xmlns:a16="http://schemas.microsoft.com/office/drawing/2014/main" id="{190FCD3C-DA0F-4A88-B986-1A1A08EB579E}"/>
                  </a:ext>
                </a:extLst>
              </p:cNvPr>
              <p:cNvSpPr txBox="1"/>
              <p:nvPr/>
            </p:nvSpPr>
            <p:spPr>
              <a:xfrm>
                <a:off x="6450789" y="1112934"/>
                <a:ext cx="5565913" cy="1075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190FCD3C-DA0F-4A88-B986-1A1A08EB5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789" y="1112934"/>
                <a:ext cx="5565913" cy="1075103"/>
              </a:xfrm>
              <a:prstGeom prst="rect">
                <a:avLst/>
              </a:prstGeom>
              <a:blipFill rotWithShape="0">
                <a:blip r:embed="rId2"/>
                <a:stretch>
                  <a:fillRect l="-1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7F90F6E7-9841-4E38-8FE6-7688AE066C83}"/>
              </a:ext>
            </a:extLst>
          </p:cNvPr>
          <p:cNvSpPr txBox="1"/>
          <p:nvPr/>
        </p:nvSpPr>
        <p:spPr>
          <a:xfrm>
            <a:off x="1631183" y="2549737"/>
            <a:ext cx="4764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3. Binary Symmetric channel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xmlns="" id="{5F5DCFA0-4964-45B6-AF62-924861057A4E}"/>
              </a:ext>
            </a:extLst>
          </p:cNvPr>
          <p:cNvGrpSpPr/>
          <p:nvPr/>
        </p:nvGrpSpPr>
        <p:grpSpPr>
          <a:xfrm>
            <a:off x="1601789" y="3720832"/>
            <a:ext cx="5054384" cy="1477891"/>
            <a:chOff x="972778" y="3714086"/>
            <a:chExt cx="6356948" cy="2117215"/>
          </a:xfrm>
        </p:grpSpPr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xmlns="" id="{9B30B4DA-388A-4516-9A0B-4A2131D200A9}"/>
                </a:ext>
              </a:extLst>
            </p:cNvPr>
            <p:cNvCxnSpPr/>
            <p:nvPr/>
          </p:nvCxnSpPr>
          <p:spPr>
            <a:xfrm>
              <a:off x="1293386" y="4260574"/>
              <a:ext cx="20805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xmlns="" id="{FED31C30-7510-44D2-A12E-65DBE49883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8469" y="4807953"/>
              <a:ext cx="2035509" cy="7182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xmlns="" id="{95A3C887-AADD-4630-AF3E-CA722515B9FD}"/>
                </a:ext>
              </a:extLst>
            </p:cNvPr>
            <p:cNvCxnSpPr/>
            <p:nvPr/>
          </p:nvCxnSpPr>
          <p:spPr>
            <a:xfrm>
              <a:off x="1338470" y="5526157"/>
              <a:ext cx="20805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xmlns="" id="{83CEE7C2-210E-4EDF-A5E3-31EBF9BA66CA}"/>
                </a:ext>
              </a:extLst>
            </p:cNvPr>
            <p:cNvCxnSpPr>
              <a:cxnSpLocks/>
            </p:cNvCxnSpPr>
            <p:nvPr/>
          </p:nvCxnSpPr>
          <p:spPr>
            <a:xfrm>
              <a:off x="1293387" y="4260574"/>
              <a:ext cx="2080591" cy="5234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450559A1-B86D-425D-A624-7D2A0DDF9C8B}"/>
                </a:ext>
              </a:extLst>
            </p:cNvPr>
            <p:cNvSpPr txBox="1"/>
            <p:nvPr/>
          </p:nvSpPr>
          <p:spPr>
            <a:xfrm>
              <a:off x="1092477" y="3786086"/>
              <a:ext cx="6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xmlns="" id="{EF897A70-2CF8-422E-83F2-BB1C82DA8507}"/>
                </a:ext>
              </a:extLst>
            </p:cNvPr>
            <p:cNvSpPr txBox="1"/>
            <p:nvPr/>
          </p:nvSpPr>
          <p:spPr>
            <a:xfrm>
              <a:off x="3419061" y="3714086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12CD5553-81DC-4421-B588-007379728E48}"/>
                </a:ext>
              </a:extLst>
            </p:cNvPr>
            <p:cNvSpPr txBox="1"/>
            <p:nvPr/>
          </p:nvSpPr>
          <p:spPr>
            <a:xfrm>
              <a:off x="3359308" y="4034546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0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07ED1683-E219-4C98-8D58-27E0302CA89B}"/>
                </a:ext>
              </a:extLst>
            </p:cNvPr>
            <p:cNvSpPr txBox="1"/>
            <p:nvPr/>
          </p:nvSpPr>
          <p:spPr>
            <a:xfrm>
              <a:off x="3327051" y="5341491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6E0FF6E6-1916-4846-8B56-8BFCCD646999}"/>
                </a:ext>
              </a:extLst>
            </p:cNvPr>
            <p:cNvSpPr txBox="1"/>
            <p:nvPr/>
          </p:nvSpPr>
          <p:spPr>
            <a:xfrm>
              <a:off x="3327052" y="4639556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8717D470-6AE6-4FCB-BEF3-78D99C831307}"/>
                </a:ext>
              </a:extLst>
            </p:cNvPr>
            <p:cNvSpPr txBox="1"/>
            <p:nvPr/>
          </p:nvSpPr>
          <p:spPr>
            <a:xfrm>
              <a:off x="1036783" y="5341491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34A836E7-863E-48AA-84BF-0AFA4C599310}"/>
                </a:ext>
              </a:extLst>
            </p:cNvPr>
            <p:cNvSpPr txBox="1"/>
            <p:nvPr/>
          </p:nvSpPr>
          <p:spPr>
            <a:xfrm>
              <a:off x="972778" y="4049690"/>
              <a:ext cx="84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10D4B2DB-A693-42F3-AD09-C5C4A3862EAF}"/>
                </a:ext>
              </a:extLst>
            </p:cNvPr>
            <p:cNvSpPr txBox="1"/>
            <p:nvPr/>
          </p:nvSpPr>
          <p:spPr>
            <a:xfrm flipH="1">
              <a:off x="2630910" y="4915870"/>
              <a:ext cx="4613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xmlns="" id="{C22D4B91-0468-4370-8E25-F5FFD3CF6A80}"/>
                </a:ext>
              </a:extLst>
            </p:cNvPr>
            <p:cNvSpPr txBox="1"/>
            <p:nvPr/>
          </p:nvSpPr>
          <p:spPr>
            <a:xfrm flipH="1">
              <a:off x="2716564" y="4253011"/>
              <a:ext cx="46131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7B2CDCF5-9B26-498D-A72B-9C0FF50F10F3}"/>
                </a:ext>
              </a:extLst>
            </p:cNvPr>
            <p:cNvSpPr txBox="1"/>
            <p:nvPr/>
          </p:nvSpPr>
          <p:spPr>
            <a:xfrm flipH="1">
              <a:off x="2392987" y="5461969"/>
              <a:ext cx="4613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1-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α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DAE707A8-2BA4-49CE-A6B3-ECC59B80272D}"/>
                </a:ext>
              </a:extLst>
            </p:cNvPr>
            <p:cNvSpPr txBox="1"/>
            <p:nvPr/>
          </p:nvSpPr>
          <p:spPr>
            <a:xfrm flipH="1">
              <a:off x="2312859" y="3805121"/>
              <a:ext cx="636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1-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6" name="TextBox 85">
                <a:extLst>
                  <a:ext uri="{FF2B5EF4-FFF2-40B4-BE49-F238E27FC236}">
                    <a16:creationId xmlns="" xmlns:a16="http://schemas.microsoft.com/office/drawing/2014/main" id="{AC47F6F6-3321-4807-8EF2-1E4FEC18CF08}"/>
                  </a:ext>
                </a:extLst>
              </p:cNvPr>
              <p:cNvSpPr txBox="1"/>
              <p:nvPr/>
            </p:nvSpPr>
            <p:spPr>
              <a:xfrm>
                <a:off x="6168387" y="4307567"/>
                <a:ext cx="5238012" cy="1079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l-GR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l-GR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l-GR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nor/>
                                </m:rPr>
                                <a:rPr lang="el-GR" sz="24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AC47F6F6-3321-4807-8EF2-1E4FEC18C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387" y="4307567"/>
                <a:ext cx="5238012" cy="1079334"/>
              </a:xfrm>
              <a:prstGeom prst="rect">
                <a:avLst/>
              </a:prstGeom>
              <a:blipFill rotWithShape="0">
                <a:blip r:embed="rId3"/>
                <a:stretch>
                  <a:fillRect l="-18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967F5922-9A49-4DC8-80EB-ABD0EF2538FF}"/>
              </a:ext>
            </a:extLst>
          </p:cNvPr>
          <p:cNvSpPr txBox="1"/>
          <p:nvPr/>
        </p:nvSpPr>
        <p:spPr>
          <a:xfrm>
            <a:off x="1364261" y="5386901"/>
            <a:ext cx="3607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4.  Binary Erasure channel</a:t>
            </a:r>
          </a:p>
        </p:txBody>
      </p:sp>
      <p:sp>
        <p:nvSpPr>
          <p:cNvPr id="88" name="Oval 87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28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7035" y="6519446"/>
            <a:ext cx="10202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[3]    R. Bose,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Theory, Coding and Cryptography ”,Tata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Mcgraw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Hill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2008.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/>
          </p:cNvSpPr>
          <p:nvPr/>
        </p:nvSpPr>
        <p:spPr>
          <a:xfrm>
            <a:off x="838200" y="365126"/>
            <a:ext cx="10515600" cy="516324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Channels cont. </a:t>
            </a:r>
            <a:r>
              <a:rPr lang="en-US" sz="2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23" name="Content Placeholder 2"/>
          <p:cNvSpPr txBox="1">
            <a:spLocks/>
          </p:cNvSpPr>
          <p:nvPr/>
        </p:nvSpPr>
        <p:spPr>
          <a:xfrm>
            <a:off x="838200" y="881450"/>
            <a:ext cx="10515600" cy="529551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of binary symmetric channel: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xmlns="" id="{6DA8FAC0-787C-4390-9BF3-4349316A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04" y="1694687"/>
            <a:ext cx="5051696" cy="18788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125" name="TextBox 124">
                <a:extLst>
                  <a:ext uri="{FF2B5EF4-FFF2-40B4-BE49-F238E27FC236}">
                    <a16:creationId xmlns="" xmlns:a16="http://schemas.microsoft.com/office/drawing/2014/main" id="{87D452BE-6CCA-4E01-AFDF-607A7C5EFD1E}"/>
                  </a:ext>
                </a:extLst>
              </p:cNvPr>
              <p:cNvSpPr txBox="1"/>
              <p:nvPr/>
            </p:nvSpPr>
            <p:spPr>
              <a:xfrm>
                <a:off x="6255027" y="2096553"/>
                <a:ext cx="5789560" cy="1075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87D452BE-6CCA-4E01-AFDF-607A7C5EF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027" y="2096553"/>
                <a:ext cx="5789560" cy="1075103"/>
              </a:xfrm>
              <a:prstGeom prst="rect">
                <a:avLst/>
              </a:prstGeom>
              <a:blipFill rotWithShape="0">
                <a:blip r:embed="rId3"/>
                <a:stretch>
                  <a:fillRect l="-1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xmlns="" id="{AAE25DB6-7527-40FD-BE75-7BD7CF18CB35}"/>
              </a:ext>
            </a:extLst>
          </p:cNvPr>
          <p:cNvSpPr txBox="1"/>
          <p:nvPr/>
        </p:nvSpPr>
        <p:spPr>
          <a:xfrm>
            <a:off x="1778998" y="3571708"/>
            <a:ext cx="56189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5.  Cascading of binary channel</a:t>
            </a:r>
          </a:p>
        </p:txBody>
      </p:sp>
      <p:sp>
        <p:nvSpPr>
          <p:cNvPr id="127" name="Oval 126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29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0683" y="6519446"/>
            <a:ext cx="10325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[3]    R. Bose,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Theory, Coding and Cryptography ”,Tata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Mcgraw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Hill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Publication,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2008.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360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Rectangle 1"/>
          <p:cNvSpPr>
            <a:spLocks noChangeArrowheads="1"/>
          </p:cNvSpPr>
          <p:nvPr/>
        </p:nvSpPr>
        <p:spPr bwMode="auto">
          <a:xfrm>
            <a:off x="607723" y="1172261"/>
            <a:ext cx="915372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 smtClean="0">
                <a:solidFill>
                  <a:srgbClr val="00B050"/>
                </a:solidFill>
              </a:rPr>
              <a:t> </a:t>
            </a:r>
            <a:r>
              <a:rPr lang="en-IN" dirty="0" smtClean="0"/>
              <a:t>Measuring </a:t>
            </a:r>
            <a:r>
              <a:rPr lang="en-IN" dirty="0"/>
              <a:t>information content of a message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 smtClean="0">
                <a:solidFill>
                  <a:srgbClr val="00B050"/>
                </a:solidFill>
              </a:rPr>
              <a:t> </a:t>
            </a:r>
            <a:r>
              <a:rPr lang="en-IN" dirty="0" smtClean="0"/>
              <a:t>Different </a:t>
            </a:r>
            <a:r>
              <a:rPr lang="en-IN" dirty="0"/>
              <a:t>source coding techniques for efficient transmission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 smtClean="0">
                <a:solidFill>
                  <a:srgbClr val="00B050"/>
                </a:solidFill>
              </a:rPr>
              <a:t> </a:t>
            </a:r>
            <a:r>
              <a:rPr lang="en-IN" dirty="0" smtClean="0"/>
              <a:t>Importance </a:t>
            </a:r>
            <a:r>
              <a:rPr lang="en-IN" dirty="0"/>
              <a:t>of channel capacity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 smtClean="0">
                <a:solidFill>
                  <a:srgbClr val="00B050"/>
                </a:solidFill>
              </a:rPr>
              <a:t> </a:t>
            </a:r>
            <a:r>
              <a:rPr lang="en-IN" dirty="0" smtClean="0"/>
              <a:t>Channel </a:t>
            </a:r>
            <a:r>
              <a:rPr lang="en-IN" dirty="0"/>
              <a:t>coding techniques to increase reliability of  a </a:t>
            </a:r>
            <a:r>
              <a:rPr lang="en-IN" dirty="0" smtClean="0"/>
              <a:t>system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7723" y="528632"/>
            <a:ext cx="311655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Course Outcomes</a:t>
            </a:r>
          </a:p>
        </p:txBody>
      </p:sp>
      <p:sp>
        <p:nvSpPr>
          <p:cNvPr id="7" name="Oval 6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30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7722" y="3327928"/>
            <a:ext cx="10255895" cy="275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</a:p>
          <a:p>
            <a:pPr marL="457200" indent="-457200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[1] 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T. M Cover,J. A. Thomas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Elements of information theory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Wiley &amp; Sons, Inc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Publication,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 Edition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2006.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[2] 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F. M. Reza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,“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An introduction to information theory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”,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Dover publication, Inc. New York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Edition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1961.</a:t>
            </a:r>
          </a:p>
          <a:p>
            <a:pPr algn="just"/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[3]   R. Bose,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Theory, Coding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”,Tata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Mcgraw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Hill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Publication,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Second        Edition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2008.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/>
            <a:endParaRPr lang="fr-FR" sz="1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2992" y="2411821"/>
            <a:ext cx="73903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Digital Communication</a:t>
            </a:r>
          </a:p>
          <a:p>
            <a:pPr algn="ctr"/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(EC- 537)</a:t>
            </a:r>
          </a:p>
        </p:txBody>
      </p:sp>
    </p:spTree>
    <p:extLst>
      <p:ext uri="{BB962C8B-B14F-4D97-AF65-F5344CB8AC3E}">
        <p14:creationId xmlns:p14="http://schemas.microsoft.com/office/powerpoint/2010/main" xmlns="" val="64864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4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54310" y="1553544"/>
            <a:ext cx="10515600" cy="473247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Elements of a digital communication system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 function and Q function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error of different encoding scheme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Matched filter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modulation techniques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error for different modulation schemes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 coherent detection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method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 distortion over communication channel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32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310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8498" y="122611"/>
            <a:ext cx="898834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Elements of a Digital Communication </a:t>
            </a:r>
            <a:r>
              <a:rPr lang="en-US" sz="3200" dirty="0" smtClean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System </a:t>
            </a:r>
            <a:r>
              <a:rPr lang="en-US" sz="1600" b="1" dirty="0" smtClean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[1] 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371AE33-70CE-44BA-B9EF-C469D524CDD1}"/>
              </a:ext>
            </a:extLst>
          </p:cNvPr>
          <p:cNvSpPr txBox="1"/>
          <p:nvPr/>
        </p:nvSpPr>
        <p:spPr>
          <a:xfrm>
            <a:off x="2211671" y="5362539"/>
            <a:ext cx="6967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6. Basic Elements of a Digital Communication System</a:t>
            </a:r>
          </a:p>
        </p:txBody>
      </p:sp>
      <p:sp>
        <p:nvSpPr>
          <p:cNvPr id="12" name="Oval 11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33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50126" y="1358538"/>
            <a:ext cx="8290560" cy="37375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5394" y="6583680"/>
            <a:ext cx="9135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[1]     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G.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Proakis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Salehi</a:t>
            </a:r>
            <a:r>
              <a:rPr lang="en-CA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Digital Communications,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5th Edition, McGraw-Hill, New York, 2007.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9145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34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20213" y="170208"/>
            <a:ext cx="6686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Function and Q </a:t>
            </a:r>
            <a:r>
              <a:rPr lang="en-US" sz="3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IN" sz="200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Rectangle 5"/>
              <p:cNvSpPr/>
              <p:nvPr/>
            </p:nvSpPr>
            <p:spPr>
              <a:xfrm>
                <a:off x="931817" y="856341"/>
                <a:ext cx="8813074" cy="4564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400" dirty="0" smtClean="0">
                    <a:solidFill>
                      <a:srgbClr val="00B050"/>
                    </a:solidFill>
                  </a:rPr>
                  <a:t/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erf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</a:rPr>
                  <a:t/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erfc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</a:rPr>
                  <a:t/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erf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erfc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000" dirty="0" smtClean="0">
                    <a:solidFill>
                      <a:srgbClr val="00B05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limLoc m:val="undOvr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400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Relationship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between error function and Q function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000" dirty="0" smtClean="0">
                    <a:solidFill>
                      <a:srgbClr val="00B05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erfc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000" b="0" dirty="0" smtClean="0">
                    <a:solidFill>
                      <a:srgbClr val="00B050"/>
                    </a:solidFill>
                  </a:rPr>
                  <a:t/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erfc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Approximation of Q function</a:t>
                </a:r>
              </a:p>
              <a:p>
                <a:pPr marL="742950" lvl="1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)≈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≫1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817" y="856341"/>
                <a:ext cx="8813074" cy="4564839"/>
              </a:xfrm>
              <a:prstGeom prst="rect">
                <a:avLst/>
              </a:prstGeom>
              <a:blipFill rotWithShape="0">
                <a:blip r:embed="rId2"/>
                <a:stretch>
                  <a:fillRect l="-968" t="-2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705394" y="6519446"/>
            <a:ext cx="10021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[2] B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Analaog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489398" y="29606"/>
            <a:ext cx="8541391" cy="93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Error of Different Encoding Schemes</a:t>
            </a:r>
            <a:r>
              <a:rPr 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-1" r="52697" b="60654"/>
          <a:stretch/>
        </p:blipFill>
        <p:spPr>
          <a:xfrm>
            <a:off x="498587" y="1520524"/>
            <a:ext cx="3690677" cy="17241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8814" y="1070499"/>
            <a:ext cx="3061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 Transmission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389" y="3173112"/>
            <a:ext cx="3631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7.  Polar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6882" y="1055985"/>
            <a:ext cx="3061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Unipolar Transmission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4470" r="48239" b="74553"/>
          <a:stretch/>
        </p:blipFill>
        <p:spPr>
          <a:xfrm>
            <a:off x="6582305" y="1545396"/>
            <a:ext cx="4245735" cy="135038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89250" y="2820329"/>
            <a:ext cx="3631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8.  Unipolar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105" y="3714339"/>
            <a:ext cx="5014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Bipolar Transmission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754" t="2903" r="48734" b="60360"/>
          <a:stretch/>
        </p:blipFill>
        <p:spPr>
          <a:xfrm>
            <a:off x="518814" y="4226168"/>
            <a:ext cx="4271246" cy="17447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9397" y="5970958"/>
            <a:ext cx="3631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9.  Bipolar Signal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0541533"/>
                  </p:ext>
                </p:extLst>
              </p:nvPr>
            </p:nvGraphicFramePr>
            <p:xfrm>
              <a:off x="5347954" y="3718709"/>
              <a:ext cx="6374658" cy="2760167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1426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2642128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281827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44425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Sl.No.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Transmission</a:t>
                          </a:r>
                          <a:r>
                            <a:rPr lang="en-US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Scheme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Probability of 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715515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01.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Polar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 (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erfc</m:t>
                                  </m:r>
                                </m:fNam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oMath>
                          </a14:m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715515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02.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Unipolar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Q(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)=</a:t>
                          </a:r>
                          <a:r>
                            <a:rPr lang="en-US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/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erfc</m:t>
                                  </m:r>
                                </m:fNam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oMath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715515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03.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Bipolar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Q (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erfc</m:t>
                                  </m:r>
                                </m:fNam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oMath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xmlns:a14="http://schemas.microsoft.com/office/drawing/2010/main" val="580541533"/>
                  </p:ext>
                </p:extLst>
              </p:nvPr>
            </p:nvGraphicFramePr>
            <p:xfrm>
              <a:off x="5347954" y="3718709"/>
              <a:ext cx="6374658" cy="2760167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14260">
                      <a:extLst>
                        <a:ext uri="{9D8B030D-6E8A-4147-A177-3AD203B41FA5}">
                          <a16:colId xmlns:a14="http://schemas.microsoft.com/office/drawing/2010/main" xmlns:a16="http://schemas.microsoft.com/office/drawing/2014/main" xmlns="" val="20000"/>
                        </a:ext>
                      </a:extLst>
                    </a:gridCol>
                    <a:gridCol w="2642128">
                      <a:extLst>
                        <a:ext uri="{9D8B030D-6E8A-4147-A177-3AD203B41FA5}">
                          <a16:colId xmlns:a14="http://schemas.microsoft.com/office/drawing/2010/main" xmlns:a16="http://schemas.microsoft.com/office/drawing/2014/main" xmlns="" val="20001"/>
                        </a:ext>
                      </a:extLst>
                    </a:gridCol>
                    <a:gridCol w="2818270">
                      <a:extLst>
                        <a:ext uri="{9D8B030D-6E8A-4147-A177-3AD203B41FA5}">
                          <a16:colId xmlns:a14="http://schemas.microsoft.com/office/drawing/2010/main" xmlns:a16="http://schemas.microsoft.com/office/drawing/2014/main" xmlns="" val="20002"/>
                        </a:ext>
                      </a:extLst>
                    </a:gridCol>
                  </a:tblGrid>
                  <a:tr h="44425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Sl.No.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Transmission</a:t>
                          </a:r>
                          <a:r>
                            <a:rPr lang="en-US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Scheme</a:t>
                          </a:r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Probability of Error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4="http://schemas.microsoft.com/office/drawing/2010/main" xmlns:a16="http://schemas.microsoft.com/office/drawing/2014/main" xmlns="" val="10000"/>
                      </a:ext>
                    </a:extLst>
                  </a:tr>
                  <a:tr h="77197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01.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Polar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26134" t="-61417" r="-21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4="http://schemas.microsoft.com/office/drawing/2010/main" xmlns:a16="http://schemas.microsoft.com/office/drawing/2014/main" xmlns="" val="10001"/>
                      </a:ext>
                    </a:extLst>
                  </a:tr>
                  <a:tr h="77197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02.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Unipolar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26134" t="-162698" r="-216" b="-1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4="http://schemas.microsoft.com/office/drawing/2010/main" xmlns:a16="http://schemas.microsoft.com/office/drawing/2014/main" xmlns="" val="10002"/>
                      </a:ext>
                    </a:extLst>
                  </a:tr>
                  <a:tr h="77197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03.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Bipolar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26134" t="-260630" r="-216" b="-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4="http://schemas.microsoft.com/office/drawing/2010/main"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TextBox 25"/>
          <p:cNvSpPr txBox="1"/>
          <p:nvPr/>
        </p:nvSpPr>
        <p:spPr>
          <a:xfrm>
            <a:off x="5711083" y="3412626"/>
            <a:ext cx="5646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Probability of error of various transmission schemes</a:t>
            </a:r>
          </a:p>
        </p:txBody>
      </p:sp>
      <p:sp>
        <p:nvSpPr>
          <p:cNvPr id="28" name="Oval 27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35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8099" y="6519446"/>
            <a:ext cx="100899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[2] B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Analaog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838200" y="-1"/>
            <a:ext cx="10515600" cy="8325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Matched Filter </a:t>
            </a:r>
            <a:r>
              <a:rPr 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510653" y="928048"/>
                <a:ext cx="10843147" cy="57593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matched filter is the optimal linear filter for maximizing the signal to noise ratio (SNR) in the presence of additive White Gaussian noise.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 matched filter is obtained by correlation of received signal with p(t). Similarity measures the sign of the correlation and decide whether +p(t) or –p(t) was transmitted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Impulse response of matched filter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𝑘𝑝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T= pulse duration, </a:t>
                </a:r>
              </a:p>
              <a:p>
                <a:pPr marL="0" indent="0" algn="just">
                  <a:buFont typeface="Wingdings 3" charset="2"/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system gain</a:t>
                </a: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 typeface="Wingdings 3" charset="2"/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53" y="928048"/>
                <a:ext cx="10843147" cy="5759355"/>
              </a:xfrm>
              <a:prstGeom prst="rect">
                <a:avLst/>
              </a:prstGeom>
              <a:blipFill rotWithShape="0">
                <a:blip r:embed="rId2"/>
                <a:stretch>
                  <a:fillRect l="-225" t="-529" r="-5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FA5DA22-57D2-4AAE-8EF4-8D62BF853474}"/>
              </a:ext>
            </a:extLst>
          </p:cNvPr>
          <p:cNvSpPr txBox="1"/>
          <p:nvPr/>
        </p:nvSpPr>
        <p:spPr>
          <a:xfrm>
            <a:off x="4038600" y="5696142"/>
            <a:ext cx="4957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10.  Block diagram of matched filter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69B4B7AE-2F6B-4DE9-9372-2C23A8DD43C7}"/>
              </a:ext>
            </a:extLst>
          </p:cNvPr>
          <p:cNvGrpSpPr/>
          <p:nvPr/>
        </p:nvGrpSpPr>
        <p:grpSpPr>
          <a:xfrm>
            <a:off x="1307626" y="3820234"/>
            <a:ext cx="8907368" cy="1693877"/>
            <a:chOff x="1075613" y="1107495"/>
            <a:chExt cx="9665174" cy="17262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D5704257-001A-4B50-B49A-2CEDAA6ADFDE}"/>
                </a:ext>
              </a:extLst>
            </p:cNvPr>
            <p:cNvSpPr/>
            <p:nvPr/>
          </p:nvSpPr>
          <p:spPr>
            <a:xfrm>
              <a:off x="2033516" y="1214651"/>
              <a:ext cx="573206" cy="57320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Σ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xmlns="" id="{5556C504-1B34-4482-9094-3B8462D65E84}"/>
                </a:ext>
              </a:extLst>
            </p:cNvPr>
            <p:cNvCxnSpPr/>
            <p:nvPr/>
          </p:nvCxnSpPr>
          <p:spPr>
            <a:xfrm>
              <a:off x="1296537" y="1514900"/>
              <a:ext cx="7369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906960C4-394C-43AF-9126-E6CB857EE911}"/>
                </a:ext>
              </a:extLst>
            </p:cNvPr>
            <p:cNvCxnSpPr/>
            <p:nvPr/>
          </p:nvCxnSpPr>
          <p:spPr>
            <a:xfrm flipV="1">
              <a:off x="2320119" y="1774207"/>
              <a:ext cx="0" cy="573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xmlns="" id="{6D7BD4C5-1ED7-4C1E-9414-CC964008209B}"/>
                </a:ext>
              </a:extLst>
            </p:cNvPr>
            <p:cNvCxnSpPr/>
            <p:nvPr/>
          </p:nvCxnSpPr>
          <p:spPr>
            <a:xfrm>
              <a:off x="2606722" y="1514900"/>
              <a:ext cx="8052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DA5FFE67-AA98-4DBB-B9FA-183BBA4ACB20}"/>
                </a:ext>
              </a:extLst>
            </p:cNvPr>
            <p:cNvSpPr/>
            <p:nvPr/>
          </p:nvSpPr>
          <p:spPr>
            <a:xfrm>
              <a:off x="3411940" y="1173707"/>
              <a:ext cx="1241947" cy="709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Matched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Filter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xmlns="" id="{0337D1D2-FE30-4B88-9F49-7F8F03291BBC}"/>
                </a:ext>
              </a:extLst>
            </p:cNvPr>
            <p:cNvCxnSpPr/>
            <p:nvPr/>
          </p:nvCxnSpPr>
          <p:spPr>
            <a:xfrm>
              <a:off x="4653887" y="1514900"/>
              <a:ext cx="7915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xmlns="" id="{52473C1A-3EB4-4834-8634-825092EDECA5}"/>
                </a:ext>
              </a:extLst>
            </p:cNvPr>
            <p:cNvCxnSpPr/>
            <p:nvPr/>
          </p:nvCxnSpPr>
          <p:spPr>
            <a:xfrm>
              <a:off x="5841242" y="1514900"/>
              <a:ext cx="8598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xmlns="" id="{B9227EB9-709C-4E21-A4F8-D65177FE8C23}"/>
                </a:ext>
              </a:extLst>
            </p:cNvPr>
            <p:cNvCxnSpPr/>
            <p:nvPr/>
          </p:nvCxnSpPr>
          <p:spPr>
            <a:xfrm flipH="1" flipV="1">
              <a:off x="5445457" y="1214651"/>
              <a:ext cx="395785" cy="3002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384133D9-E2E5-4DAC-9555-1342B7447D8E}"/>
                </a:ext>
              </a:extLst>
            </p:cNvPr>
            <p:cNvSpPr/>
            <p:nvPr/>
          </p:nvSpPr>
          <p:spPr>
            <a:xfrm>
              <a:off x="6701051" y="1107495"/>
              <a:ext cx="1501253" cy="8188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</a:t>
              </a:r>
            </a:p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Device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xmlns="" id="{5B78CA95-328F-45C6-BC52-25CF5D7E02C6}"/>
                </a:ext>
              </a:extLst>
            </p:cNvPr>
            <p:cNvCxnSpPr/>
            <p:nvPr/>
          </p:nvCxnSpPr>
          <p:spPr>
            <a:xfrm>
              <a:off x="8202304" y="1255595"/>
              <a:ext cx="10372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xmlns="" id="{2CA418E1-4465-41FC-A181-65FD5C6F6C4A}"/>
                </a:ext>
              </a:extLst>
            </p:cNvPr>
            <p:cNvCxnSpPr/>
            <p:nvPr/>
          </p:nvCxnSpPr>
          <p:spPr>
            <a:xfrm>
              <a:off x="8202304" y="1774207"/>
              <a:ext cx="10372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xmlns="" id="{8BC6FB2C-FDCC-4DCE-AA3B-55B92C546829}"/>
                </a:ext>
              </a:extLst>
            </p:cNvPr>
            <p:cNvCxnSpPr/>
            <p:nvPr/>
          </p:nvCxnSpPr>
          <p:spPr>
            <a:xfrm flipV="1">
              <a:off x="7451678" y="1937984"/>
              <a:ext cx="0" cy="5732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E756298C-F42A-41DC-90E5-A131D1F1AEDC}"/>
                </a:ext>
              </a:extLst>
            </p:cNvPr>
            <p:cNvSpPr txBox="1"/>
            <p:nvPr/>
          </p:nvSpPr>
          <p:spPr>
            <a:xfrm>
              <a:off x="1075613" y="1542196"/>
              <a:ext cx="8296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Signal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S(t)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CBA47BA9-F627-4435-99A9-319895734822}"/>
                </a:ext>
              </a:extLst>
            </p:cNvPr>
            <p:cNvSpPr txBox="1"/>
            <p:nvPr/>
          </p:nvSpPr>
          <p:spPr>
            <a:xfrm>
              <a:off x="1793543" y="2310515"/>
              <a:ext cx="8131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AWGN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N(t)</a:t>
              </a:r>
            </a:p>
          </p:txBody>
        </p:sp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28" name="TextBox 27">
                  <a:extLst>
                    <a:ext uri="{FF2B5EF4-FFF2-40B4-BE49-F238E27FC236}">
                      <a16:creationId xmlns="" xmlns:a16="http://schemas.microsoft.com/office/drawing/2014/main" id="{F3D839C9-66DC-4A3A-BEB8-D46713D26FCA}"/>
                    </a:ext>
                  </a:extLst>
                </p:cNvPr>
                <p:cNvSpPr txBox="1"/>
                <p:nvPr/>
              </p:nvSpPr>
              <p:spPr>
                <a:xfrm>
                  <a:off x="4899546" y="1646488"/>
                  <a:ext cx="125559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Sampled at time t=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546" y="1646488"/>
                  <a:ext cx="1255594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1456" t="-2247" b="-78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TextBox 28">
              <a:extLst>
                <a:ext uri="{FF2B5EF4-FFF2-40B4-BE49-F238E27FC236}">
                  <a16:creationId xmlns:a16="http://schemas.microsoft.com/office/drawing/2014/main" xmlns="" id="{EB0A9571-4034-461E-96AE-7A9ED316F887}"/>
                </a:ext>
              </a:extLst>
            </p:cNvPr>
            <p:cNvSpPr txBox="1"/>
            <p:nvPr/>
          </p:nvSpPr>
          <p:spPr>
            <a:xfrm>
              <a:off x="7451677" y="2118987"/>
              <a:ext cx="1296535" cy="658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Threshold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28BD4370-502B-4AA2-AF59-3552DB30EE83}"/>
                </a:ext>
              </a:extLst>
            </p:cNvPr>
            <p:cNvSpPr txBox="1"/>
            <p:nvPr/>
          </p:nvSpPr>
          <p:spPr>
            <a:xfrm>
              <a:off x="6271146" y="11182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F683A328-F936-4105-AD0D-0E5C729CE30C}"/>
                </a:ext>
              </a:extLst>
            </p:cNvPr>
            <p:cNvSpPr txBox="1"/>
            <p:nvPr/>
          </p:nvSpPr>
          <p:spPr>
            <a:xfrm>
              <a:off x="9239534" y="1118273"/>
              <a:ext cx="15012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 =1 if y&gt;</a:t>
              </a:r>
              <a:r>
                <a:rPr lang="el-G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C10B4D2F-748E-48D7-A0FE-BA8CE0CB0B06}"/>
                </a:ext>
              </a:extLst>
            </p:cNvPr>
            <p:cNvSpPr txBox="1"/>
            <p:nvPr/>
          </p:nvSpPr>
          <p:spPr>
            <a:xfrm>
              <a:off x="9239533" y="1646488"/>
              <a:ext cx="1296539" cy="313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 =0 if y&lt;</a:t>
              </a:r>
              <a:r>
                <a:rPr lang="el-G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λ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Oval 32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36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1748" y="6519446"/>
            <a:ext cx="10321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[2] B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Analaog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38200" y="1"/>
            <a:ext cx="8183880" cy="8348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Matched Filter cont. </a:t>
            </a:r>
            <a:r>
              <a:rPr lang="en-US" sz="24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519418" y="1045938"/>
                <a:ext cx="10638911" cy="575144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signal bit 1 and 0 represent by pulse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respectively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Due to noisy channel the received signal waveform 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,0≤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data symbol 1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, 0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data symbol 0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 power spectral density (PSD)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𝑝𝑞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where </a:t>
                </a:r>
              </a:p>
              <a:p>
                <a:pPr marL="0" indent="0" algn="just">
                  <a:buFont typeface="Wingdings 3" charset="2"/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Energy of pulse p(t),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p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 typeface="Wingdings 3" charset="2"/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Energy of pulse q(t),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p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 typeface="Wingdings 3" charset="2"/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Energy of pulse p(t) and q(t),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𝑝𝑞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18" y="1045938"/>
                <a:ext cx="10638911" cy="5751443"/>
              </a:xfrm>
              <a:prstGeom prst="rect">
                <a:avLst/>
              </a:prstGeom>
              <a:blipFill rotWithShape="0">
                <a:blip r:embed="rId2"/>
                <a:stretch>
                  <a:fillRect l="-229" t="-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37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5394" y="6519446"/>
            <a:ext cx="10281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[2] B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Analaog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2CA38E91-E9F9-4413-8B14-89B165C89FDB}"/>
              </a:ext>
            </a:extLst>
          </p:cNvPr>
          <p:cNvSpPr txBox="1">
            <a:spLocks/>
          </p:cNvSpPr>
          <p:nvPr/>
        </p:nvSpPr>
        <p:spPr>
          <a:xfrm>
            <a:off x="838200" y="136526"/>
            <a:ext cx="7713617" cy="83088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Modulation Techniques </a:t>
            </a:r>
            <a:r>
              <a:rPr lang="en-US" sz="2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E54C3263-78B6-43B6-95A8-0362BEF1B8E6}"/>
              </a:ext>
            </a:extLst>
          </p:cNvPr>
          <p:cNvSpPr txBox="1">
            <a:spLocks/>
          </p:cNvSpPr>
          <p:nvPr/>
        </p:nvSpPr>
        <p:spPr>
          <a:xfrm>
            <a:off x="838200" y="966788"/>
            <a:ext cx="10515600" cy="52101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C00000"/>
              </a:buClr>
              <a:buFont typeface="Wingdings 3" charset="2"/>
              <a:buNone/>
            </a:pP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ASK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C00000"/>
              </a:buClr>
              <a:buFont typeface="Wingdings 3" charset="2"/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PSK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charset="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EDF521E-CD69-4C6B-9BE7-15B20FA9D21C}"/>
              </a:ext>
            </a:extLst>
          </p:cNvPr>
          <p:cNvSpPr txBox="1"/>
          <p:nvPr/>
        </p:nvSpPr>
        <p:spPr>
          <a:xfrm>
            <a:off x="6176493" y="966788"/>
            <a:ext cx="517730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FSK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1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3B17004-7A5A-4760-A30D-1A3F7FF48F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63426" b="59478"/>
          <a:stretch/>
        </p:blipFill>
        <p:spPr>
          <a:xfrm>
            <a:off x="592427" y="2067286"/>
            <a:ext cx="3330216" cy="1859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4B8FEBD-E5C7-437B-B429-AD72E9EB2B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084" t="1819" r="15060" b="32733"/>
          <a:stretch/>
        </p:blipFill>
        <p:spPr>
          <a:xfrm>
            <a:off x="5850849" y="1966395"/>
            <a:ext cx="4736908" cy="2451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F7D15B54-1D29-434E-B62B-D3D7D3D7B0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49" r="62270" b="59772"/>
          <a:stretch/>
        </p:blipFill>
        <p:spPr>
          <a:xfrm>
            <a:off x="592427" y="4505108"/>
            <a:ext cx="3446174" cy="18512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5B515A95-828F-40DF-BB6C-662156D64C25}"/>
                  </a:ext>
                </a:extLst>
              </p:cNvPr>
              <p:cNvSpPr txBox="1"/>
              <p:nvPr/>
            </p:nvSpPr>
            <p:spPr>
              <a:xfrm>
                <a:off x="2857101" y="2676484"/>
                <a:ext cx="2622629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𝛙</m:t>
                          </m:r>
                        </m:e>
                        <m:sub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𝐀𝐒𝐊</m:t>
                          </m:r>
                        </m:sub>
                      </m:sSub>
                      <m:r>
                        <a:rPr lang="en-IN" sz="16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𝐀𝐜𝐨𝐬</m:t>
                              </m:r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𝐜</m:t>
                                  </m:r>
                                </m:sub>
                              </m:sSub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𝐟𝐨𝐫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′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I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</m:t>
                              </m:r>
                              <m:sSup>
                                <m:sSup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p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1600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5B515A95-828F-40DF-BB6C-662156D64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101" y="2676484"/>
                <a:ext cx="2622629" cy="64158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94D22313-02A1-4A8D-BE7A-100CE51268A1}"/>
                  </a:ext>
                </a:extLst>
              </p:cNvPr>
              <p:cNvSpPr txBox="1"/>
              <p:nvPr/>
            </p:nvSpPr>
            <p:spPr>
              <a:xfrm>
                <a:off x="9623191" y="3108207"/>
                <a:ext cx="2629273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𝛙</m:t>
                          </m:r>
                        </m:e>
                        <m:sub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𝐅𝐒𝐊</m:t>
                          </m:r>
                        </m:sub>
                      </m:sSub>
                      <m:r>
                        <a:rPr lang="en-IN" sz="16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𝐀𝐜𝐨𝐬</m:t>
                              </m:r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𝐟𝐨𝐫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′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IN" sz="16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𝐀𝐜𝐨𝐬</m:t>
                              </m:r>
                              <m:sSub>
                                <m:sSubPr>
                                  <m:ctrlPr>
                                    <a:rPr lang="en-IN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IN" sz="16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</m:t>
                              </m:r>
                              <m:sSup>
                                <m:sSup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p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1600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94D22313-02A1-4A8D-BE7A-100CE5126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91" y="3108207"/>
                <a:ext cx="2629273" cy="64158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EB259B3A-2D6F-4578-9D9A-26E712EA77F0}"/>
                  </a:ext>
                </a:extLst>
              </p:cNvPr>
              <p:cNvSpPr txBox="1"/>
              <p:nvPr/>
            </p:nvSpPr>
            <p:spPr>
              <a:xfrm>
                <a:off x="2968226" y="5121245"/>
                <a:ext cx="3039414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𝛙</m:t>
                          </m:r>
                        </m:e>
                        <m:sub>
                          <m:r>
                            <a:rPr lang="en-IN" sz="1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𝐏𝐒𝐊</m:t>
                          </m:r>
                        </m:sub>
                      </m:sSub>
                      <m:r>
                        <a:rPr lang="en-IN" sz="16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𝐀𝐜𝐨𝐬</m:t>
                              </m:r>
                              <m:sSub>
                                <m:sSub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𝐜</m:t>
                                  </m:r>
                                </m:sub>
                              </m:sSub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𝐟𝐨𝐫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′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6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𝐀𝐜𝐨𝐬</m:t>
                              </m:r>
                              <m:sSub>
                                <m:sSubPr>
                                  <m:ctrlPr>
                                    <a:rPr lang="en-IN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b>
                                  <m:r>
                                    <a:rPr lang="en-IN" sz="1600" b="1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𝐜</m:t>
                                  </m:r>
                                </m:sub>
                              </m:sSub>
                              <m:r>
                                <a:rPr lang="en-IN" sz="1600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𝐭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;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𝐟𝐨</m:t>
                              </m:r>
                              <m:sSup>
                                <m:sSupPr>
                                  <m:ctrlPr>
                                    <a:rPr lang="en-IN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p>
                                  <m:r>
                                    <a:rPr lang="en-IN" sz="16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1600" b="1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EB259B3A-2D6F-4578-9D9A-26E712EA7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226" y="5121245"/>
                <a:ext cx="3039414" cy="64158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4D28C1A-8A9B-4D4A-8174-DD27D1464587}"/>
              </a:ext>
            </a:extLst>
          </p:cNvPr>
          <p:cNvSpPr txBox="1"/>
          <p:nvPr/>
        </p:nvSpPr>
        <p:spPr>
          <a:xfrm>
            <a:off x="2464295" y="3858486"/>
            <a:ext cx="78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7F11F31-8C2B-4BEB-9607-D725DD355FD1}"/>
              </a:ext>
            </a:extLst>
          </p:cNvPr>
          <p:cNvSpPr txBox="1"/>
          <p:nvPr/>
        </p:nvSpPr>
        <p:spPr>
          <a:xfrm>
            <a:off x="2400279" y="6187073"/>
            <a:ext cx="78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636A2ED1-9F3D-4667-94AD-A65A16103413}"/>
              </a:ext>
            </a:extLst>
          </p:cNvPr>
          <p:cNvSpPr txBox="1"/>
          <p:nvPr/>
        </p:nvSpPr>
        <p:spPr>
          <a:xfrm>
            <a:off x="7979535" y="4447382"/>
            <a:ext cx="785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CE55B89-1C71-4274-BCFF-11F37F03A213}"/>
              </a:ext>
            </a:extLst>
          </p:cNvPr>
          <p:cNvSpPr txBox="1"/>
          <p:nvPr/>
        </p:nvSpPr>
        <p:spPr>
          <a:xfrm>
            <a:off x="6904856" y="5245228"/>
            <a:ext cx="4448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11.  (a) ASK Generation (b) PSK Generation (c) FSK Generation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38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5394" y="6519446"/>
            <a:ext cx="101309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[2] B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Analaog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6758" y="951799"/>
            <a:ext cx="10772775" cy="16581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Detection: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16758" y="2214433"/>
            <a:ext cx="10753725" cy="376618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ASK Detection (Coherent):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charset="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6381" b="51837"/>
          <a:stretch/>
        </p:blipFill>
        <p:spPr>
          <a:xfrm>
            <a:off x="78439" y="2891593"/>
            <a:ext cx="5709606" cy="238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72564" y="5326115"/>
            <a:ext cx="109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5947" y="2125420"/>
            <a:ext cx="31069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FSK Detection (Coherent)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744" t="1433" r="5981" b="20978"/>
          <a:stretch/>
        </p:blipFill>
        <p:spPr>
          <a:xfrm>
            <a:off x="5788046" y="2676097"/>
            <a:ext cx="6173132" cy="29659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43770" y="5167804"/>
            <a:ext cx="109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9371" y="5701446"/>
            <a:ext cx="6485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12.  (a) Coherent Detection of ASK (b) Coherent Detection of FSK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TextBox 13"/>
              <p:cNvSpPr txBox="1"/>
              <p:nvPr/>
            </p:nvSpPr>
            <p:spPr>
              <a:xfrm>
                <a:off x="7348847" y="3665053"/>
                <a:ext cx="9005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847" y="3665053"/>
                <a:ext cx="90054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5" name="TextBox 14"/>
              <p:cNvSpPr txBox="1"/>
              <p:nvPr/>
            </p:nvSpPr>
            <p:spPr>
              <a:xfrm>
                <a:off x="7348847" y="5256817"/>
                <a:ext cx="9005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847" y="5256817"/>
                <a:ext cx="900546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39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5394" y="6519446"/>
            <a:ext cx="102537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[2] B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Analaog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78378" y="402672"/>
            <a:ext cx="9710056" cy="696036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Error for Different Modulation Schemes </a:t>
            </a:r>
            <a:r>
              <a:rPr lang="en-US" sz="1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US" sz="1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2" name="Content Placeholder 2"/>
              <p:cNvSpPr txBox="1">
                <a:spLocks/>
              </p:cNvSpPr>
              <p:nvPr/>
            </p:nvSpPr>
            <p:spPr>
              <a:xfrm>
                <a:off x="703976" y="1509031"/>
                <a:ext cx="10515600" cy="616196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pulse energy=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average bit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noise PSD=N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error for BPSK modulation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error for ASK modulation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error for FSK modulation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1.217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error for M-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ary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PSK modulation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2(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Font typeface="Wingdings 3" charset="2"/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p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  <m:func>
                          <m:func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func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76" y="1509031"/>
                <a:ext cx="10515600" cy="6161964"/>
              </a:xfrm>
              <a:prstGeom prst="rect">
                <a:avLst/>
              </a:prstGeom>
              <a:blipFill rotWithShape="0">
                <a:blip r:embed="rId2"/>
                <a:stretch>
                  <a:fillRect l="-406" t="-7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40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5395" y="6519446"/>
            <a:ext cx="10212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[2] B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. P.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,"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Morden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Digital and </a:t>
            </a:r>
            <a:r>
              <a:rPr lang="fr-FR" sz="1600" dirty="0" err="1">
                <a:latin typeface="Times New Roman" pitchFamily="18" charset="0"/>
                <a:cs typeface="Times New Roman" pitchFamily="18" charset="0"/>
              </a:rPr>
              <a:t>Analaog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Communication System 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4th Edition, Oxford University Press,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2010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6774" y="366938"/>
            <a:ext cx="5078634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SISO </a:t>
            </a:r>
            <a:r>
              <a:rPr lang="en-US" alt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Single </a:t>
            </a:r>
            <a:r>
              <a:rPr lang="en-US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Output)</a:t>
            </a:r>
            <a:r>
              <a:rPr lang="en-US" alt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US" alt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24100" y="2902744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20100" y="2902744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Line 14"/>
          <p:cNvSpPr>
            <a:spLocks noChangeShapeType="1"/>
          </p:cNvSpPr>
          <p:nvPr/>
        </p:nvSpPr>
        <p:spPr bwMode="auto">
          <a:xfrm>
            <a:off x="3390900" y="3664744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5295900" y="3131344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aseline="0"/>
              <a:t>fading h</a:t>
            </a:r>
            <a:r>
              <a:rPr lang="en-US" altLang="en-US"/>
              <a:t>1</a:t>
            </a:r>
          </a:p>
        </p:txBody>
      </p:sp>
      <p:sp>
        <p:nvSpPr>
          <p:cNvPr id="35" name="Text Box 16"/>
          <p:cNvSpPr txBox="1">
            <a:spLocks noChangeArrowheads="1"/>
          </p:cNvSpPr>
          <p:nvPr/>
        </p:nvSpPr>
        <p:spPr bwMode="auto">
          <a:xfrm>
            <a:off x="8191500" y="2293144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aseline="0"/>
              <a:t>y</a:t>
            </a:r>
            <a:r>
              <a:rPr lang="en-US" altLang="en-US" sz="2800"/>
              <a:t>1</a:t>
            </a:r>
            <a:r>
              <a:rPr lang="en-US" altLang="en-US" sz="2800" baseline="0"/>
              <a:t> = h</a:t>
            </a:r>
            <a:r>
              <a:rPr lang="en-US" altLang="en-US" sz="2800"/>
              <a:t>1</a:t>
            </a:r>
            <a:r>
              <a:rPr lang="en-US" altLang="en-US" sz="2800" baseline="0"/>
              <a:t>x</a:t>
            </a:r>
            <a:r>
              <a:rPr lang="en-US" altLang="en-US" sz="2800"/>
              <a:t>1</a:t>
            </a:r>
          </a:p>
        </p:txBody>
      </p:sp>
      <p:sp>
        <p:nvSpPr>
          <p:cNvPr id="36" name="Text Box 17"/>
          <p:cNvSpPr txBox="1">
            <a:spLocks noChangeArrowheads="1"/>
          </p:cNvSpPr>
          <p:nvPr/>
        </p:nvSpPr>
        <p:spPr bwMode="auto">
          <a:xfrm>
            <a:off x="2171700" y="4198144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aseline="0"/>
              <a:t>transmit</a:t>
            </a:r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8343900" y="4198144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aseline="0"/>
              <a:t>receive</a:t>
            </a:r>
          </a:p>
        </p:txBody>
      </p:sp>
      <p:sp>
        <p:nvSpPr>
          <p:cNvPr id="38" name="Text Box 19"/>
          <p:cNvSpPr txBox="1">
            <a:spLocks noChangeArrowheads="1"/>
          </p:cNvSpPr>
          <p:nvPr/>
        </p:nvSpPr>
        <p:spPr bwMode="auto">
          <a:xfrm>
            <a:off x="2552700" y="2293144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baseline="0"/>
              <a:t>x</a:t>
            </a:r>
            <a:r>
              <a:rPr lang="en-US" altLang="en-US" sz="280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41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445" y="6273225"/>
            <a:ext cx="1014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  E.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Biglieri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Calderbank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Constantinides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A. Goldsmith, A.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Paulraj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V. Poor, "MIMO Wireless Communications", Cambridge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Univesity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Press, 2003.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727217" y="420133"/>
            <a:ext cx="55659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SIMO(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Input Multiple </a:t>
            </a:r>
            <a:r>
              <a:rPr lang="en-US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Output)</a:t>
            </a:r>
            <a:r>
              <a:rPr lang="en-US" alt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923210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923210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Line 9"/>
          <p:cNvSpPr>
            <a:spLocks noChangeShapeType="1"/>
          </p:cNvSpPr>
          <p:nvPr/>
        </p:nvSpPr>
        <p:spPr bwMode="auto">
          <a:xfrm>
            <a:off x="2133600" y="468521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 rot="19979755">
            <a:off x="3733800" y="2932610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/>
              <a:t>fading h</a:t>
            </a:r>
            <a:r>
              <a:rPr lang="en-US" altLang="en-US"/>
              <a:t>2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7543800" y="4304210"/>
            <a:ext cx="1828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/>
              <a:t>y</a:t>
            </a:r>
            <a:r>
              <a:rPr lang="en-US" altLang="en-US" sz="2200"/>
              <a:t>1</a:t>
            </a:r>
            <a:r>
              <a:rPr lang="en-US" altLang="en-US" sz="2200" baseline="0"/>
              <a:t> = h</a:t>
            </a:r>
            <a:r>
              <a:rPr lang="en-US" altLang="en-US" sz="2200"/>
              <a:t>1</a:t>
            </a:r>
            <a:r>
              <a:rPr lang="en-US" altLang="en-US" sz="2200" baseline="0"/>
              <a:t>x</a:t>
            </a:r>
            <a:r>
              <a:rPr lang="en-US" altLang="en-US" sz="2200"/>
              <a:t>1</a:t>
            </a:r>
          </a:p>
        </p:txBody>
      </p: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914400" y="5218610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/>
              <a:t>transmit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7086600" y="521861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 smtClean="0"/>
              <a:t>receive</a:t>
            </a:r>
            <a:endParaRPr lang="en-US" altLang="en-US" baseline="0" dirty="0"/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1295400" y="3313610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baseline="0"/>
              <a:t>x</a:t>
            </a:r>
            <a:r>
              <a:rPr lang="en-US" altLang="en-US" sz="2800"/>
              <a:t>1</a:t>
            </a:r>
          </a:p>
        </p:txBody>
      </p:sp>
      <p:pic>
        <p:nvPicPr>
          <p:cNvPr id="33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789610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Line 17"/>
          <p:cNvSpPr>
            <a:spLocks noChangeShapeType="1"/>
          </p:cNvSpPr>
          <p:nvPr/>
        </p:nvSpPr>
        <p:spPr bwMode="auto">
          <a:xfrm flipV="1">
            <a:off x="2149818" y="2306069"/>
            <a:ext cx="48768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" name="Text Box 18"/>
          <p:cNvSpPr txBox="1">
            <a:spLocks noChangeArrowheads="1"/>
          </p:cNvSpPr>
          <p:nvPr/>
        </p:nvSpPr>
        <p:spPr bwMode="auto">
          <a:xfrm>
            <a:off x="4191000" y="439469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/>
              <a:t>fading h</a:t>
            </a:r>
            <a:r>
              <a:rPr lang="en-US" altLang="en-US"/>
              <a:t>1</a:t>
            </a: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7620000" y="2399210"/>
            <a:ext cx="1828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/>
              <a:t>y</a:t>
            </a:r>
            <a:r>
              <a:rPr lang="en-US" altLang="en-US" sz="2200"/>
              <a:t>2</a:t>
            </a:r>
            <a:r>
              <a:rPr lang="en-US" altLang="en-US" sz="2200" baseline="0"/>
              <a:t> = h</a:t>
            </a:r>
            <a:r>
              <a:rPr lang="en-US" altLang="en-US" sz="2200"/>
              <a:t>2</a:t>
            </a:r>
            <a:r>
              <a:rPr lang="en-US" altLang="en-US" sz="2200" baseline="0"/>
              <a:t>x</a:t>
            </a:r>
            <a:r>
              <a:rPr lang="en-US" altLang="en-US" sz="2200"/>
              <a:t>1</a:t>
            </a:r>
          </a:p>
        </p:txBody>
      </p:sp>
      <p:sp>
        <p:nvSpPr>
          <p:cNvPr id="37" name="Oval 36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42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1445" y="6273225"/>
            <a:ext cx="1014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  E.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Biglieri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Calderbank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Constantinides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A. Goldsmith, A.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Paulraj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V. Poor, "MIMO Wireless Communications", Cambridge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Univesity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Press, 2003.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01466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9574" y="381242"/>
            <a:ext cx="55659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MISO </a:t>
            </a:r>
            <a:r>
              <a:rPr lang="en-US" alt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Single Output </a:t>
            </a:r>
            <a:r>
              <a:rPr lang="en-US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9387" y="4373878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35787" y="3307078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 flipV="1">
            <a:off x="1963787" y="3992878"/>
            <a:ext cx="4800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 rot="532683">
            <a:off x="4021187" y="3154678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/>
              <a:t>fading h</a:t>
            </a:r>
            <a:r>
              <a:rPr lang="en-US" altLang="en-US"/>
              <a:t>2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7069187" y="3688078"/>
            <a:ext cx="2209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/>
              <a:t>y</a:t>
            </a:r>
            <a:r>
              <a:rPr lang="en-US" altLang="en-US" sz="2200"/>
              <a:t>1</a:t>
            </a:r>
            <a:r>
              <a:rPr lang="en-US" altLang="en-US" sz="2200" baseline="0"/>
              <a:t> = h</a:t>
            </a:r>
            <a:r>
              <a:rPr lang="en-US" altLang="en-US" sz="2200"/>
              <a:t>1</a:t>
            </a:r>
            <a:r>
              <a:rPr lang="en-US" altLang="en-US" sz="2200" baseline="0"/>
              <a:t>x</a:t>
            </a:r>
            <a:r>
              <a:rPr lang="en-US" altLang="en-US" sz="2200"/>
              <a:t>1</a:t>
            </a:r>
            <a:r>
              <a:rPr lang="en-US" altLang="en-US" sz="2200" baseline="0"/>
              <a:t>+ </a:t>
            </a:r>
            <a:r>
              <a:rPr lang="en-US" altLang="en-US" sz="2000" baseline="0"/>
              <a:t>h</a:t>
            </a:r>
            <a:r>
              <a:rPr lang="en-US" altLang="en-US" sz="2000"/>
              <a:t>2</a:t>
            </a:r>
            <a:r>
              <a:rPr lang="en-US" altLang="en-US" sz="2000" baseline="0"/>
              <a:t>x</a:t>
            </a:r>
            <a:r>
              <a:rPr lang="en-US" altLang="en-US" sz="2000"/>
              <a:t>2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973187" y="5683566"/>
            <a:ext cx="1219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/>
              <a:t>transmit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7373987" y="5593078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 dirty="0" smtClean="0"/>
              <a:t>receive</a:t>
            </a:r>
            <a:endParaRPr lang="en-US" altLang="en-US" baseline="0" dirty="0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744587" y="3916678"/>
            <a:ext cx="1828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/>
              <a:t>x</a:t>
            </a:r>
            <a:r>
              <a:rPr lang="en-US" altLang="en-US" sz="2000"/>
              <a:t>1 </a:t>
            </a: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1506587" y="2926078"/>
            <a:ext cx="5257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 rot="20793709">
            <a:off x="4097387" y="4526278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/>
              <a:t>fading h</a:t>
            </a:r>
            <a:r>
              <a:rPr lang="en-US" altLang="en-US"/>
              <a:t>1</a:t>
            </a:r>
          </a:p>
        </p:txBody>
      </p:sp>
      <p:pic>
        <p:nvPicPr>
          <p:cNvPr id="13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9387" y="2468878"/>
            <a:ext cx="7048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744587" y="2011678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/>
              <a:t>x</a:t>
            </a:r>
            <a:r>
              <a:rPr lang="en-US" altLang="en-US" sz="2000"/>
              <a:t>2 </a:t>
            </a:r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7069187" y="4221478"/>
            <a:ext cx="2209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/>
              <a:t>y</a:t>
            </a:r>
            <a:r>
              <a:rPr lang="en-US" altLang="en-US" sz="2200"/>
              <a:t>2</a:t>
            </a:r>
            <a:r>
              <a:rPr lang="en-US" altLang="en-US" sz="2200" baseline="0"/>
              <a:t> = h</a:t>
            </a:r>
            <a:r>
              <a:rPr lang="en-US" altLang="en-US" sz="2200"/>
              <a:t>1</a:t>
            </a:r>
            <a:r>
              <a:rPr lang="en-US" altLang="en-US" sz="2200" baseline="0"/>
              <a:t>x</a:t>
            </a:r>
            <a:r>
              <a:rPr lang="en-US" altLang="en-US" sz="2200"/>
              <a:t>2</a:t>
            </a:r>
            <a:r>
              <a:rPr lang="en-US" altLang="en-US" sz="2200" baseline="30000"/>
              <a:t>*</a:t>
            </a:r>
            <a:r>
              <a:rPr lang="en-US" altLang="en-US" sz="2200" baseline="0"/>
              <a:t>+ </a:t>
            </a:r>
            <a:r>
              <a:rPr lang="en-US" altLang="en-US" sz="2000" baseline="0"/>
              <a:t>h</a:t>
            </a:r>
            <a:r>
              <a:rPr lang="en-US" altLang="en-US" sz="2000"/>
              <a:t>2</a:t>
            </a:r>
            <a:r>
              <a:rPr lang="en-US" altLang="en-US" sz="2000" baseline="0"/>
              <a:t>-x</a:t>
            </a:r>
            <a:r>
              <a:rPr lang="en-US" altLang="en-US" sz="2000"/>
              <a:t>1</a:t>
            </a:r>
            <a:r>
              <a:rPr lang="en-US" altLang="en-US" sz="2000" baseline="0"/>
              <a:t>*</a:t>
            </a: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592187" y="1783078"/>
            <a:ext cx="1828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aseline="0"/>
              <a:t>Time 1	Time 2</a:t>
            </a:r>
            <a:endParaRPr lang="en-US" altLang="en-US" sz="1200"/>
          </a:p>
        </p:txBody>
      </p:sp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1582787" y="2011678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/>
              <a:t>-x</a:t>
            </a:r>
            <a:r>
              <a:rPr lang="en-US" altLang="en-US" sz="2000"/>
              <a:t>1</a:t>
            </a:r>
            <a:r>
              <a:rPr lang="en-US" altLang="en-US" sz="2000" baseline="0"/>
              <a:t>*</a:t>
            </a:r>
          </a:p>
        </p:txBody>
      </p:sp>
      <p:sp>
        <p:nvSpPr>
          <p:cNvPr id="18" name="Text Box 24"/>
          <p:cNvSpPr txBox="1">
            <a:spLocks noChangeArrowheads="1"/>
          </p:cNvSpPr>
          <p:nvPr/>
        </p:nvSpPr>
        <p:spPr bwMode="auto">
          <a:xfrm>
            <a:off x="1582787" y="3916678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/>
              <a:t> x</a:t>
            </a:r>
            <a:r>
              <a:rPr lang="en-US" altLang="en-US" sz="2000"/>
              <a:t>2</a:t>
            </a:r>
            <a:r>
              <a:rPr lang="en-US" altLang="en-US" sz="2000" baseline="0"/>
              <a:t>*</a:t>
            </a: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592187" y="3764278"/>
            <a:ext cx="1828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aseline="0"/>
              <a:t>Time 1	Time 2</a:t>
            </a:r>
            <a:endParaRPr lang="en-US" altLang="en-US" sz="1200"/>
          </a:p>
        </p:txBody>
      </p:sp>
      <p:sp>
        <p:nvSpPr>
          <p:cNvPr id="20" name="Oval 19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43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1445" y="6273225"/>
            <a:ext cx="1014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  E.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Biglieri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Calderbank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Constantinides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A. Goldsmith, A.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Paulraj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V. Poor, "MIMO Wireless Communications", Cambridge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Univesity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Press, 2003.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669887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6709" y="407368"/>
            <a:ext cx="59763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MIMO </a:t>
            </a:r>
            <a:r>
              <a:rPr lang="en-US" altLang="en-US" sz="32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Multiple </a:t>
            </a:r>
            <a:r>
              <a:rPr lang="en-US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Output)</a:t>
            </a:r>
            <a:r>
              <a:rPr lang="en-US" alt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endParaRPr lang="en-IN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 rot="2324698">
            <a:off x="2349186" y="3812175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aseline="0"/>
              <a:t>fading h</a:t>
            </a:r>
            <a:r>
              <a:rPr lang="en-US" altLang="en-US" sz="1400"/>
              <a:t>2</a:t>
            </a:r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4389123" y="2211975"/>
            <a:ext cx="2209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/>
              <a:t>y</a:t>
            </a:r>
            <a:r>
              <a:rPr lang="en-US" altLang="en-US" sz="2200"/>
              <a:t>1</a:t>
            </a:r>
            <a:r>
              <a:rPr lang="en-US" altLang="en-US" sz="2200" baseline="0"/>
              <a:t> = h</a:t>
            </a:r>
            <a:r>
              <a:rPr lang="en-US" altLang="en-US" sz="2200"/>
              <a:t>1</a:t>
            </a:r>
            <a:r>
              <a:rPr lang="en-US" altLang="en-US" sz="2200" baseline="0"/>
              <a:t>x</a:t>
            </a:r>
            <a:r>
              <a:rPr lang="en-US" altLang="en-US" sz="2200"/>
              <a:t>1</a:t>
            </a:r>
            <a:r>
              <a:rPr lang="en-US" altLang="en-US" sz="2200" baseline="0"/>
              <a:t>+ </a:t>
            </a:r>
            <a:r>
              <a:rPr lang="en-US" altLang="en-US" sz="2000" baseline="0"/>
              <a:t>h</a:t>
            </a:r>
            <a:r>
              <a:rPr lang="en-US" altLang="en-US" sz="2000"/>
              <a:t>2</a:t>
            </a:r>
            <a:r>
              <a:rPr lang="en-US" altLang="en-US" sz="2000" baseline="0"/>
              <a:t>x</a:t>
            </a:r>
            <a:r>
              <a:rPr lang="en-US" altLang="en-US" sz="2000"/>
              <a:t>2</a:t>
            </a: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579123" y="4878975"/>
            <a:ext cx="121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/>
              <a:t>transmit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3169923" y="4817063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/>
              <a:t>receive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883923" y="3431175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/>
              <a:t>x</a:t>
            </a:r>
            <a:r>
              <a:rPr lang="en-US" altLang="en-US" sz="2000"/>
              <a:t>2 </a:t>
            </a:r>
          </a:p>
        </p:txBody>
      </p:sp>
      <p:sp>
        <p:nvSpPr>
          <p:cNvPr id="8" name="Line 14"/>
          <p:cNvSpPr>
            <a:spLocks noChangeShapeType="1"/>
          </p:cNvSpPr>
          <p:nvPr/>
        </p:nvSpPr>
        <p:spPr bwMode="auto">
          <a:xfrm>
            <a:off x="1341123" y="2592975"/>
            <a:ext cx="20574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7723" y="2211975"/>
            <a:ext cx="50958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883923" y="175477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/>
              <a:t>x</a:t>
            </a:r>
            <a:r>
              <a:rPr lang="en-US" altLang="en-US" sz="2000"/>
              <a:t>1 </a:t>
            </a: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4389123" y="2669175"/>
            <a:ext cx="2209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200" baseline="0"/>
              <a:t>y</a:t>
            </a:r>
            <a:r>
              <a:rPr lang="en-US" altLang="en-US" sz="2200"/>
              <a:t>2</a:t>
            </a:r>
            <a:r>
              <a:rPr lang="en-US" altLang="en-US" sz="2200" baseline="0"/>
              <a:t> = h</a:t>
            </a:r>
            <a:r>
              <a:rPr lang="en-US" altLang="en-US" sz="2200"/>
              <a:t>3</a:t>
            </a:r>
            <a:r>
              <a:rPr lang="en-US" altLang="en-US" sz="2200" baseline="0"/>
              <a:t>x</a:t>
            </a:r>
            <a:r>
              <a:rPr lang="en-US" altLang="en-US" sz="2200"/>
              <a:t>1</a:t>
            </a:r>
            <a:r>
              <a:rPr lang="en-US" altLang="en-US" sz="2200" baseline="0"/>
              <a:t>+ </a:t>
            </a:r>
            <a:r>
              <a:rPr lang="en-US" altLang="en-US" sz="2000" baseline="0"/>
              <a:t>h</a:t>
            </a:r>
            <a:r>
              <a:rPr lang="en-US" altLang="en-US" sz="2000"/>
              <a:t>4</a:t>
            </a:r>
            <a:r>
              <a:rPr lang="en-US" altLang="en-US" sz="2000" baseline="0"/>
              <a:t>x</a:t>
            </a:r>
            <a:r>
              <a:rPr lang="en-US" altLang="en-US" sz="2000"/>
              <a:t>2</a:t>
            </a:r>
            <a:endParaRPr lang="en-US" altLang="en-US" sz="2000" baseline="0"/>
          </a:p>
        </p:txBody>
      </p:sp>
      <p:pic>
        <p:nvPicPr>
          <p:cNvPr id="12" name="Picture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7723" y="3888375"/>
            <a:ext cx="50958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98523" y="3888375"/>
            <a:ext cx="50958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98523" y="2211975"/>
            <a:ext cx="50958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Line 26"/>
          <p:cNvSpPr>
            <a:spLocks noChangeShapeType="1"/>
          </p:cNvSpPr>
          <p:nvPr/>
        </p:nvSpPr>
        <p:spPr bwMode="auto">
          <a:xfrm flipV="1">
            <a:off x="1264923" y="2516775"/>
            <a:ext cx="22098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" name="Text Box 27"/>
          <p:cNvSpPr txBox="1">
            <a:spLocks noChangeArrowheads="1"/>
          </p:cNvSpPr>
          <p:nvPr/>
        </p:nvSpPr>
        <p:spPr bwMode="auto">
          <a:xfrm rot="19199806">
            <a:off x="2255523" y="2446925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aseline="0"/>
              <a:t>fading h</a:t>
            </a:r>
            <a:r>
              <a:rPr lang="en-US" altLang="en-US" sz="1400"/>
              <a:t>3</a:t>
            </a:r>
          </a:p>
        </p:txBody>
      </p:sp>
      <p:sp>
        <p:nvSpPr>
          <p:cNvPr id="17" name="Line 28"/>
          <p:cNvSpPr>
            <a:spLocks noChangeShapeType="1"/>
          </p:cNvSpPr>
          <p:nvPr/>
        </p:nvSpPr>
        <p:spPr bwMode="auto">
          <a:xfrm flipV="1">
            <a:off x="1341123" y="2364375"/>
            <a:ext cx="2057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Text Box 29"/>
          <p:cNvSpPr txBox="1">
            <a:spLocks noChangeArrowheads="1"/>
          </p:cNvSpPr>
          <p:nvPr/>
        </p:nvSpPr>
        <p:spPr bwMode="auto">
          <a:xfrm rot="21298243">
            <a:off x="2026923" y="2135775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aseline="0"/>
              <a:t>fading h</a:t>
            </a:r>
            <a:r>
              <a:rPr lang="en-US" altLang="en-US" sz="1400"/>
              <a:t>1</a:t>
            </a:r>
          </a:p>
        </p:txBody>
      </p:sp>
      <p:sp>
        <p:nvSpPr>
          <p:cNvPr id="19" name="Line 30"/>
          <p:cNvSpPr>
            <a:spLocks noChangeShapeType="1"/>
          </p:cNvSpPr>
          <p:nvPr/>
        </p:nvSpPr>
        <p:spPr bwMode="auto">
          <a:xfrm>
            <a:off x="1264923" y="4345575"/>
            <a:ext cx="2209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" name="Text Box 31"/>
          <p:cNvSpPr txBox="1">
            <a:spLocks noChangeArrowheads="1"/>
          </p:cNvSpPr>
          <p:nvPr/>
        </p:nvSpPr>
        <p:spPr bwMode="auto">
          <a:xfrm>
            <a:off x="2026923" y="4116975"/>
            <a:ext cx="1828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aseline="0"/>
              <a:t>fading h</a:t>
            </a:r>
            <a:r>
              <a:rPr lang="en-US" altLang="en-US" sz="1400"/>
              <a:t>4</a:t>
            </a:r>
          </a:p>
        </p:txBody>
      </p:sp>
      <p:sp>
        <p:nvSpPr>
          <p:cNvPr id="21" name="Text Box 32"/>
          <p:cNvSpPr txBox="1">
            <a:spLocks noChangeArrowheads="1"/>
          </p:cNvSpPr>
          <p:nvPr/>
        </p:nvSpPr>
        <p:spPr bwMode="auto">
          <a:xfrm>
            <a:off x="3474723" y="183097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/>
              <a:t>y</a:t>
            </a:r>
            <a:r>
              <a:rPr lang="en-US" altLang="en-US" sz="2000"/>
              <a:t>1 </a:t>
            </a:r>
          </a:p>
        </p:txBody>
      </p:sp>
      <p:sp>
        <p:nvSpPr>
          <p:cNvPr id="22" name="Text Box 33"/>
          <p:cNvSpPr txBox="1">
            <a:spLocks noChangeArrowheads="1"/>
          </p:cNvSpPr>
          <p:nvPr/>
        </p:nvSpPr>
        <p:spPr bwMode="auto">
          <a:xfrm>
            <a:off x="3474723" y="3431175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aseline="0"/>
              <a:t>y</a:t>
            </a:r>
            <a:r>
              <a:rPr lang="en-US" altLang="en-US" sz="2000"/>
              <a:t>2 </a:t>
            </a:r>
          </a:p>
        </p:txBody>
      </p:sp>
      <p:sp>
        <p:nvSpPr>
          <p:cNvPr id="23" name="Text Box 34"/>
          <p:cNvSpPr txBox="1">
            <a:spLocks noChangeArrowheads="1"/>
          </p:cNvSpPr>
          <p:nvPr/>
        </p:nvSpPr>
        <p:spPr bwMode="auto">
          <a:xfrm>
            <a:off x="4465323" y="3278775"/>
            <a:ext cx="4953000" cy="174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aseline="0"/>
              <a:t>Finally Assume there is some white Gaussian Noise, and we have a set of linear equations</a:t>
            </a:r>
          </a:p>
          <a:p>
            <a:pPr algn="ctr">
              <a:spcBef>
                <a:spcPct val="50000"/>
              </a:spcBef>
            </a:pPr>
            <a:r>
              <a:rPr lang="en-US" altLang="en-US" baseline="0"/>
              <a:t>y = Hx + w</a:t>
            </a:r>
          </a:p>
          <a:p>
            <a:pPr>
              <a:spcBef>
                <a:spcPct val="50000"/>
              </a:spcBef>
            </a:pPr>
            <a:r>
              <a:rPr lang="en-US" altLang="en-US" baseline="0"/>
              <a:t>All 2 degrees of freedom are being utilized in the MIMO case, giving us Spatial Multiplexing.</a:t>
            </a:r>
          </a:p>
        </p:txBody>
      </p:sp>
      <p:graphicFrame>
        <p:nvGraphicFramePr>
          <p:cNvPr id="24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30631591"/>
              </p:ext>
            </p:extLst>
          </p:nvPr>
        </p:nvGraphicFramePr>
        <p:xfrm>
          <a:off x="6522723" y="2135775"/>
          <a:ext cx="2895600" cy="1028700"/>
        </p:xfrm>
        <a:graphic>
          <a:graphicData uri="http://schemas.openxmlformats.org/presentationml/2006/ole">
            <p:oleObj spid="_x0000_s1036" name="Equation" r:id="rId4" imgW="1358310" imgH="482391" progId="Equation.3">
              <p:embed/>
            </p:oleObj>
          </a:graphicData>
        </a:graphic>
      </p:graphicFrame>
      <p:sp>
        <p:nvSpPr>
          <p:cNvPr id="25" name="Oval 24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44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1445" y="6273225"/>
            <a:ext cx="1014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  E.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Biglieri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Calderbank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Constantinides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A. Goldsmith, A.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Paulraj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V. Poor, "MIMO Wireless Communications", Cambridge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Univesity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Press, 2003.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14768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6659" y="405600"/>
            <a:ext cx="31165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Course Outcomes</a:t>
            </a:r>
          </a:p>
        </p:txBody>
      </p:sp>
      <p:sp>
        <p:nvSpPr>
          <p:cNvPr id="162818" name="Rectangle 2"/>
          <p:cNvSpPr>
            <a:spLocks noChangeArrowheads="1"/>
          </p:cNvSpPr>
          <p:nvPr/>
        </p:nvSpPr>
        <p:spPr bwMode="auto">
          <a:xfrm>
            <a:off x="457200" y="978195"/>
            <a:ext cx="924687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error function and Q function and interrelationship between them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 due to noise during signal detection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rate for different modulation scheme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method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antenna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116019" y="5916056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45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8411" y="4336443"/>
            <a:ext cx="9182278" cy="2108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</a:p>
          <a:p>
            <a:pPr marL="457200" indent="-457200" algn="just"/>
            <a:r>
              <a:rPr lang="fr-FR" sz="14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]    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 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Proakis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</a:t>
            </a:r>
            <a:r>
              <a:rPr lang="en-CA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Salehi</a:t>
            </a:r>
            <a:r>
              <a:rPr lang="en-CA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Digital Communications,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5th Edition, McGraw-Hill, New York, 2007.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/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[2]  B. P. </a:t>
            </a:r>
            <a:r>
              <a:rPr lang="fr-FR" sz="1600" dirty="0" err="1" smtClean="0">
                <a:latin typeface="Times New Roman" pitchFamily="18" charset="0"/>
                <a:cs typeface="Times New Roman" pitchFamily="18" charset="0"/>
              </a:rPr>
              <a:t>Lathi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 ,"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Morden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Digital and Analaog Communication System 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",</a:t>
            </a:r>
            <a:r>
              <a:rPr lang="en-C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4th Edition, Oxford University Press,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2010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/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 E.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Biglieri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Calderbank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Constantinides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A. Goldsmith, A.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Paulraj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V. Poor, "MIMO Wireless Communications", Cambridge </a:t>
            </a:r>
            <a:r>
              <a:rPr lang="en-CA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Univesity</a:t>
            </a:r>
            <a:r>
              <a:rPr lang="en-CA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Press, 2003.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/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503583" y="1577009"/>
            <a:ext cx="11025808" cy="490951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IN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Research Methodology gives an insight to the various aspects related to research which will be helpful to carry out my research work in coming days.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Information theory and coding gives an idea of statistical information, uncertainty and randomness of signal by which we can estimate the information of a signal in communication channel.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concepts of Advanced Digital Communication will be helpful in designing the block diagram of various components and their operation for efficient communication in wireless sensor network.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6178" y="371476"/>
            <a:ext cx="102406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Relevance to My Research Work</a:t>
            </a:r>
          </a:p>
        </p:txBody>
      </p:sp>
      <p:sp>
        <p:nvSpPr>
          <p:cNvPr id="5" name="Oval 4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46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244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xmlns="" id="{0748DCC8-56E4-4D9F-A37B-2CEAB40CED08}"/>
              </a:ext>
            </a:extLst>
          </p:cNvPr>
          <p:cNvSpPr txBox="1">
            <a:spLocks/>
          </p:cNvSpPr>
          <p:nvPr/>
        </p:nvSpPr>
        <p:spPr>
          <a:xfrm>
            <a:off x="1524000" y="381395"/>
            <a:ext cx="9144000" cy="858079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3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3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5">
            <a:extLst>
              <a:ext uri="{FF2B5EF4-FFF2-40B4-BE49-F238E27FC236}">
                <a16:creationId xmlns:a16="http://schemas.microsoft.com/office/drawing/2014/main" xmlns="" id="{2BE468A5-4E41-485E-ABFD-5851A5B1B445}"/>
              </a:ext>
            </a:extLst>
          </p:cNvPr>
          <p:cNvSpPr txBox="1">
            <a:spLocks/>
          </p:cNvSpPr>
          <p:nvPr/>
        </p:nvSpPr>
        <p:spPr>
          <a:xfrm>
            <a:off x="385894" y="1836116"/>
            <a:ext cx="10967906" cy="48853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Coursework is a primary and essential stage before starting the research work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Coursework provides sufficient theoretical background for beginning the research work.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need to choose the relevant courses very carefully catering to the need for pursuing research in their area of interest. 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093984" y="6150441"/>
            <a:ext cx="661013" cy="63897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47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135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29314" y="2626142"/>
            <a:ext cx="515782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303905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</a:spPr>
      <a:bodyPr rtlCol="0" anchor="ctr"/>
      <a:lstStyle>
        <a:defPPr algn="ctr">
          <a:defRPr sz="2000" dirty="0" smtClean="0">
            <a:solidFill>
              <a:schemeClr val="tx1"/>
            </a:solidFill>
            <a:latin typeface="Times New Roman" pitchFamily="18" charset="0"/>
            <a:cs typeface="Times New Roman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9496</TotalTime>
  <Words>2751</Words>
  <Application>Microsoft Office PowerPoint</Application>
  <PresentationFormat>Custom</PresentationFormat>
  <Paragraphs>541</Paragraphs>
  <Slides>48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0" baseType="lpstr">
      <vt:lpstr>Facet</vt:lpstr>
      <vt:lpstr>Equation</vt:lpstr>
      <vt:lpstr>Slide 1</vt:lpstr>
      <vt:lpstr>Doctoral Committee (DC)</vt:lpstr>
      <vt:lpstr>Outline 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Different Channels cont.[3]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Pushpa Gaur</dc:creator>
  <cp:lastModifiedBy>compaq</cp:lastModifiedBy>
  <cp:revision>1120</cp:revision>
  <dcterms:created xsi:type="dcterms:W3CDTF">2015-07-14T03:53:35Z</dcterms:created>
  <dcterms:modified xsi:type="dcterms:W3CDTF">2019-08-30T08:15:10Z</dcterms:modified>
</cp:coreProperties>
</file>
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04C98-7B24-C7BC-F97E-411143508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41B43-1B0D-F742-A384-A99D00AEC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53CE0-2FD2-ADAF-6BB1-E10C1F111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382D-471B-4C57-8A98-6E1520BD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A5A81-73C4-8204-4455-40C8EA470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4936-74AE-C36D-D81B-A63044866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86522-4105-4367-9E75-23E88C6C8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54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EB5CD-B255-A390-1566-40BC68F33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B84E6-8FDA-3FE5-153D-0503AA344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3B632-9AAF-61B1-2770-FED8B51FB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382D-471B-4C57-8A98-6E1520BD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F43DE-CF93-2A6E-A85E-F4E51426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2CBDA-C4D5-541B-49B2-D7E341F87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86522-4105-4367-9E75-23E88C6C8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336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3C0D1-E284-0930-F30E-C6DCB6069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16652-379F-A1B0-1B80-80379C03E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A0EF1-69D6-6FAA-F31F-8C16CC2B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382D-471B-4C57-8A98-6E1520BD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3A08B-F712-2148-D633-E7A0BA519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12A4E-BA80-5942-605E-9572D99B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86522-4105-4367-9E75-23E88C6C8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270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9F645-30A8-01C1-35ED-387393F32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E92F3-EDC1-3952-E9F3-C643869E32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21068-6B1A-79E3-67C2-B5D48E901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06790-BF96-3BCE-DB52-3A903A23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382D-471B-4C57-8A98-6E1520BD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BC7A5-B8F6-B740-8B6B-2DFCB0046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771FA-D054-870C-53AC-29310564D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86522-4105-4367-9E75-23E88C6C8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148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7967F-A47E-34F2-981F-35146C279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FBF02-E1B7-DA63-D9C8-2A31A182E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8E1C9-D57C-B6F8-CF8F-5EAFE70FF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74FD56-C08F-AA2C-4202-AC20C64D4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C6DE02-4680-0241-3D53-E47CD1742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6D9E50-6C71-B5A5-D5AC-AF679DD96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382D-471B-4C57-8A98-6E1520BD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1736F6-BC13-5011-8447-C45F7FE0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86D028-967C-6AA1-8BD6-59EC4A854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86522-4105-4367-9E75-23E88C6C8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538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2CA9C-0CEB-C5D6-4F05-841934B6F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B14994-2972-749E-411F-2491B3C0B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382D-471B-4C57-8A98-6E1520BD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60EFA-5D9D-6042-14D5-A244B28E2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01E3D-88A4-78F7-D283-603543E13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86522-4105-4367-9E75-23E88C6C8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157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BBA5FC-64BC-26BB-4002-F8E03CC7A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382D-471B-4C57-8A98-6E1520BD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3BCB8C-BDFA-C19F-38B5-3F79337A5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825F-928A-4067-3783-5E3E31317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86522-4105-4367-9E75-23E88C6C8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464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4493E-471B-ADC0-2AB0-B4DD6BB5C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6445F-CCF4-A96D-785A-26F3C20C3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D9F92-157E-5DF0-76AD-CD36C4B87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2FF09F-11F5-7172-B06A-F0632477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382D-471B-4C57-8A98-6E1520BD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FB5EC-738D-7624-B437-0ADFA01C2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A15784-1025-61D8-5E5B-E3A1E8905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86522-4105-4367-9E75-23E88C6C8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820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028BE-8E6B-6C35-3F78-73979201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4C12BC-EF3A-CC54-3E51-27D4F5A2B9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0A434-5DB8-2CD4-1263-FD27DDDF9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AF6F0-7011-C9BB-E208-07CF39AAC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382D-471B-4C57-8A98-6E1520BD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3F179-F022-86F9-5DA4-C77DD1767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B53B1-B3F5-27F1-C4E9-CB4369A1C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86522-4105-4367-9E75-23E88C6C8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388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E8B82-8638-D53E-AA16-D576A49D8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87BE36-A979-288A-9472-824B1F369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6E8CC-1D92-4B8D-ECBC-26F81B25D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382D-471B-4C57-8A98-6E1520BD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17C20-A42F-33DD-CFF4-2BFA4F9B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CE14C-7BE1-B801-F6E0-146EABD7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86522-4105-4367-9E75-23E88C6C8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977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930CF7-F4EC-085F-5769-6AADF7D58C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6982D-EC6E-477F-6229-76BA0E458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BBBDE-B1DC-75EE-4DB8-9FA413EA5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382D-471B-4C57-8A98-6E1520BD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31C84-7CF2-1B87-040C-AB0325A43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596A5-496D-4D1C-B22B-9E83FDB2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86522-4105-4367-9E75-23E88C6C8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788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0070EF-C197-5383-4D62-BBC2FE9F2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9912D-7CD5-458D-9AE5-5A6FCA999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8F368-D4BC-61E6-9C09-7B9EBFC7BE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6382D-471B-4C57-8A98-6E1520BD826E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6A527-2E6E-11C9-1053-FD83CE7B6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E846F-40C4-C686-9B5A-4FC7D4163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86522-4105-4367-9E75-23E88C6C82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080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37DA-2337-308C-0738-6024E9D509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C2713E-C1D7-9327-8F39-4A15CF0782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023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Kirti Swagat Mohanty</dc:creator>
  <cp:lastModifiedBy>Kirti Swagat Mohanty</cp:lastModifiedBy>
  <cp:revision>1</cp:revision>
  <dcterms:created xsi:type="dcterms:W3CDTF">2026-01-08T11:45:18Z</dcterms:created>
  <dcterms:modified xsi:type="dcterms:W3CDTF">2026-01-08T11:45:51Z</dcterms:modified>
</cp:coreProperties>
</file>
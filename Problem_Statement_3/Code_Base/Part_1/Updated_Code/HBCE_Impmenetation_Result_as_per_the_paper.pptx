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2866-EED4-9C84-E3E1-D47D9432A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9FF2A-4852-7724-F04A-C1F77D6E8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BE7A5-3656-CED3-FBD1-CDF05234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016BF-5FC5-251A-FA15-F78019BE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80594-689E-C206-1F75-7A120960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82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3047A-2D70-C8A5-C65A-A40C1D7F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2E42F-3646-5781-2AB2-5B802F519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AA99C-0077-3769-09E4-1C2EE0A2A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0FF5E-91BA-44CE-EF4A-54DC4EB0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FCDE2-AAED-294B-B275-F6BBCAF8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079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924C9-4720-6B9E-ED91-5849FDB8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E6433-A710-F70E-87ED-B1FB111E5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061FB-EC4E-703D-CFAD-7B5AD7D18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196A0-D58F-3AB3-3963-AEF0269C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A6943-2EBA-A795-775B-3D395180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866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E47F-489F-341B-76D5-432F6CC6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25F1B-ED9C-F896-6533-3CF01CDAD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2E571-8831-1F13-D4BE-A7FE5CAA4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ECA80-8EF8-30EF-C9BC-AC238D92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CEA9F-C9C6-D7D4-A913-0CF2C1F3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67751-2A88-7EFF-6574-78864EA6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56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2D05-FA3F-1072-031E-F7062820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31856-267B-FC98-CFE9-43F86A38A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DFD43-29E7-2870-C964-4929012ED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6AD5F-5A7E-A85E-B170-F50C136F4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D4C128-53D5-EC0F-F8E7-AFC3F5645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ACBAD2-E37F-BCDC-13A8-E924D9DFC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4C2660-82E6-D8A6-53F2-56ED5882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314F2A-8361-9A04-C105-61DF242F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166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2DBB-E52C-9548-0AE7-8D2C4028B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37E6-39E9-5460-AD84-452C7955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F27F3-64B7-FD17-8D82-679E0919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CC6EF-71E6-3CC1-4FB2-AFFAB154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38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D8FC7B-78C2-C137-4E2F-641DCE37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D8EC3-09AB-EC3B-A021-014BFBED2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19CAA-B2E8-FBC5-FB8D-A5D94956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42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B21-C7C4-BAA1-6D83-9218F354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E1EA2-2489-CF93-779B-73464EA80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FFFD5-D5FF-8BFD-6DA7-EF18E6A7E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D365F-B9B4-EB0A-AC3E-3D564AA2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EECD0-53B1-B848-15CD-DA41DC8B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CA73A-34F7-B4AA-89AD-826F0BC6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970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D70CD-61F7-62E8-A97C-6B0FC09E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84BDE-03A4-FB7A-A684-634C8979F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6DE7B-02C1-F2C4-4C79-C9FF633C1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32299-9429-C781-93CD-0A1ADC33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168AE-8A9A-2019-2EDC-A4340D3C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8AE71-BEFB-C8B8-63FF-E8990BC0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024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6BB8-25C3-0F7D-D536-44758915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E19C8-1061-0443-0899-72C9365A3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51138-9B0B-482A-7948-EB5519E31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523D5-DBE5-5A85-BFF0-76B466FB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17EA5-0B91-20D7-8AD1-2C2CBE71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698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AD2DE-0AAD-5C9E-1829-8EDC39516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F06FD-FFA2-1E33-ABB8-63F3716AB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7C8BA-4F37-2A9B-9190-B8D627BEE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E2808-00D3-18A3-D923-7F3C50D6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A9CFF-8120-D517-4F2C-B6E5589C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55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B6BF2-752E-4FA3-3418-1F5857146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D17EA-B46D-3D06-36EE-F657DA7AC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462BE-5801-A5C1-69BA-6927A113F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5E921-3B37-4308-BD67-57D250E07FCA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02569-6954-3DD8-12BB-65D325FB3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9679-282F-C0A0-EC76-F10314B96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318AA-7AE7-4214-B04D-770B068EC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38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55BD-0101-9C64-3183-C8822CE2D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" y="2203703"/>
            <a:ext cx="10747248" cy="1132523"/>
          </a:xfrm>
        </p:spPr>
        <p:txBody>
          <a:bodyPr>
            <a:noAutofit/>
          </a:bodyPr>
          <a:lstStyle/>
          <a:p>
            <a:r>
              <a:rPr lang="en-US" sz="3200" dirty="0"/>
              <a:t>Clinically Inspired Hierarchical Multi Label Classification of Chest X rays with a Penalty Based Loss Function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18226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9DD6-2DA0-280A-8058-8E537D9E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76" y="118237"/>
            <a:ext cx="1703832" cy="640715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D2108-F9BA-8AA6-8833-6DDBF9CA1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587" y="365125"/>
            <a:ext cx="7887801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79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C5A0-73C4-99FF-932A-4AA4A61A5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F7B1-ED28-398F-1840-74450C22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76" y="118237"/>
            <a:ext cx="1703832" cy="640715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881786-DCDB-A160-A671-E3ECB0215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1919077"/>
            <a:ext cx="8888065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1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FF603-D6ED-9961-86D2-7769E07CB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B5AE-93D0-C043-997D-07660AC0F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76" y="118237"/>
            <a:ext cx="1703832" cy="640715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B29136-15C8-310C-BA58-161818D4F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602" y="1447523"/>
            <a:ext cx="4448796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1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80DB-3BB8-04E1-E860-2E701892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5182-5905-7787-77A8-AA7E919A5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76" y="118237"/>
            <a:ext cx="1703832" cy="640715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A85F47-DDAE-E75B-9978-8E1E3001B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470" y="1628523"/>
            <a:ext cx="4363059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4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E7202-7310-FFA6-E47B-664199B35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441D-BD60-D06B-0D6E-754D6B8FA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76" y="118237"/>
            <a:ext cx="1703832" cy="640715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CA874-43BB-5A73-B483-EB50B5BFC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16" y="942628"/>
            <a:ext cx="6573167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7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682E-A5E7-B8A2-7AA8-885F0BCA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67E8-AE74-A6C9-7420-C62303A9D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76" y="118237"/>
            <a:ext cx="1703832" cy="640715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6C625-89F8-D4F0-7E20-4A8252304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70" y="1690445"/>
            <a:ext cx="4906060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2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A2BA-AA46-F3CB-EF5E-583D5B1A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FD30-2097-F9EE-60E7-498E23DB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76" y="118237"/>
            <a:ext cx="1703832" cy="640715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E0D0B-6D2D-D013-8778-0BEBBAB7C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339" y="1938129"/>
            <a:ext cx="4639322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71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3D76C-A277-9AF1-AE8F-710F8777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E635-AA56-B46B-90AA-1660F25B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76" y="118237"/>
            <a:ext cx="1703832" cy="640715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BFA8D-5785-ABCF-92F5-9E45943DF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98" y="2038156"/>
            <a:ext cx="2715004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19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24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Clinically Inspired Hierarchical Multi Label Classification of Chest X rays with a Penalty Based Loss Function</vt:lpstr>
      <vt:lpstr>Result</vt:lpstr>
      <vt:lpstr>Result</vt:lpstr>
      <vt:lpstr>Result</vt:lpstr>
      <vt:lpstr>Result</vt:lpstr>
      <vt:lpstr>Result</vt:lpstr>
      <vt:lpstr>Result</vt:lpstr>
      <vt:lpstr>Result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Kirti Swagat Mohanty</dc:creator>
  <cp:lastModifiedBy>Kirti Swagat Mohanty</cp:lastModifiedBy>
  <cp:revision>3</cp:revision>
  <dcterms:created xsi:type="dcterms:W3CDTF">2026-01-10T08:38:34Z</dcterms:created>
  <dcterms:modified xsi:type="dcterms:W3CDTF">2026-01-11T07:34:19Z</dcterms:modified>
</cp:coreProperties>
</file>